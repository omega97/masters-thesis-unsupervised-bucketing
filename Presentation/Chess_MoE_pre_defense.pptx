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6.xml" ContentType="application/vnd.openxmlformats-officedocument.drawingml.diagramData+xml"/>
  <Override PartName="/ppt/diagrams/data8.xml" ContentType="application/vnd.openxmlformats-officedocument.drawingml.diagramData+xml"/>
  <Override PartName="/ppt/diagrams/data10.xml" ContentType="application/vnd.openxmlformats-officedocument.drawingml.diagramData+xml"/>
  <Override PartName="/ppt/diagrams/data1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95" r:id="rId2"/>
    <p:sldId id="258" r:id="rId3"/>
    <p:sldId id="275" r:id="rId4"/>
    <p:sldId id="292" r:id="rId5"/>
    <p:sldId id="293" r:id="rId6"/>
    <p:sldId id="279" r:id="rId7"/>
    <p:sldId id="274" r:id="rId8"/>
    <p:sldId id="273" r:id="rId9"/>
    <p:sldId id="278" r:id="rId10"/>
    <p:sldId id="285" r:id="rId11"/>
    <p:sldId id="261" r:id="rId12"/>
    <p:sldId id="283" r:id="rId13"/>
    <p:sldId id="263" r:id="rId14"/>
    <p:sldId id="264" r:id="rId15"/>
    <p:sldId id="277" r:id="rId16"/>
    <p:sldId id="267" r:id="rId17"/>
    <p:sldId id="280" r:id="rId18"/>
    <p:sldId id="281" r:id="rId19"/>
    <p:sldId id="269" r:id="rId20"/>
    <p:sldId id="282" r:id="rId21"/>
    <p:sldId id="271" r:id="rId22"/>
    <p:sldId id="276" r:id="rId23"/>
    <p:sldId id="290" r:id="rId24"/>
    <p:sldId id="272" r:id="rId25"/>
    <p:sldId id="288" r:id="rId26"/>
    <p:sldId id="289" r:id="rId27"/>
    <p:sldId id="286" r:id="rId28"/>
    <p:sldId id="287" r:id="rId29"/>
    <p:sldId id="265" r:id="rId30"/>
    <p:sldId id="284" r:id="rId31"/>
    <p:sldId id="291" r:id="rId32"/>
    <p:sldId id="268" r:id="rId33"/>
    <p:sldId id="294" r:id="rId34"/>
    <p:sldId id="27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FE6"/>
    <a:srgbClr val="506A77"/>
    <a:srgbClr val="91A4AE"/>
    <a:srgbClr val="002060"/>
    <a:srgbClr val="0E1B2C"/>
    <a:srgbClr val="DFDBD5"/>
    <a:srgbClr val="EFE7DD"/>
    <a:srgbClr val="FCFAF6"/>
    <a:srgbClr val="D2DAEA"/>
    <a:srgbClr val="8C3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353" autoAdjust="0"/>
  </p:normalViewPr>
  <p:slideViewPr>
    <p:cSldViewPr snapToGrid="0" snapToObjects="1">
      <p:cViewPr varScale="1">
        <p:scale>
          <a:sx n="63" d="100"/>
          <a:sy n="63" d="100"/>
        </p:scale>
        <p:origin x="60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image" Target="../media/image130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image" Target="../media/image130.pn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1.pn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Input layer</a:t>
          </a:r>
          <a:endParaRPr lang="en-US" b="1" noProof="0" dirty="0"/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Accumulator layer (L1)</a:t>
          </a:r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L2 hidden layer</a:t>
          </a:r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7C5E2F0A-1B6A-491F-AA34-A52449859C12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Output layer</a:t>
          </a:r>
        </a:p>
      </dgm:t>
    </dgm:pt>
    <dgm:pt modelId="{727F79D2-1858-4E67-AEF5-3BA89FCF73BD}" type="parTrans" cxnId="{100AEEB3-707D-4CEB-99AD-31A21FB78761}">
      <dgm:prSet/>
      <dgm:spPr/>
      <dgm:t>
        <a:bodyPr/>
        <a:lstStyle/>
        <a:p>
          <a:endParaRPr lang="en-US"/>
        </a:p>
      </dgm:t>
    </dgm:pt>
    <dgm:pt modelId="{4E6C35A9-9A75-4F33-8916-9F7FD7909F5C}" type="sibTrans" cxnId="{100AEEB3-707D-4CEB-99AD-31A21FB78761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4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4"/>
      <dgm:spPr/>
    </dgm:pt>
    <dgm:pt modelId="{79D935D0-5A90-41FD-8551-5072234CA2E1}" type="pres">
      <dgm:prSet presAssocID="{C6F98BA1-624C-4EF0-80CA-7BF15E3E3CF8}" presName="dstNode" presStyleLbl="node1" presStyleIdx="0" presStyleCnt="4"/>
      <dgm:spPr/>
    </dgm:pt>
    <dgm:pt modelId="{51B53102-B3BF-4567-9525-1426319F939C}" type="pres">
      <dgm:prSet presAssocID="{C96D9099-430D-4DFD-8F50-4582DEC2B7D3}" presName="text_1" presStyleLbl="node1" presStyleIdx="0" presStyleCnt="4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4"/>
      <dgm:spPr/>
    </dgm:pt>
    <dgm:pt modelId="{3851819D-A948-46E6-B98B-713E8651599A}" type="pres">
      <dgm:prSet presAssocID="{7CED3ABE-EE09-466B-965A-94B5986F1F78}" presName="text_2" presStyleLbl="node1" presStyleIdx="1" presStyleCnt="4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4"/>
      <dgm:spPr/>
    </dgm:pt>
    <dgm:pt modelId="{C92A14FB-EAD8-4566-890B-C0DA7877C08B}" type="pres">
      <dgm:prSet presAssocID="{8D9BC842-21C0-4FBB-8B48-F0580FC2458A}" presName="text_3" presStyleLbl="node1" presStyleIdx="2" presStyleCnt="4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4"/>
      <dgm:spPr/>
    </dgm:pt>
    <dgm:pt modelId="{1988BD50-FB6F-42B2-BCC6-A15280DB03D3}" type="pres">
      <dgm:prSet presAssocID="{7C5E2F0A-1B6A-491F-AA34-A52449859C12}" presName="text_4" presStyleLbl="node1" presStyleIdx="3" presStyleCnt="4">
        <dgm:presLayoutVars>
          <dgm:bulletEnabled val="1"/>
        </dgm:presLayoutVars>
      </dgm:prSet>
      <dgm:spPr/>
    </dgm:pt>
    <dgm:pt modelId="{7498BA7A-D97C-4FE9-8264-F475A7F3B616}" type="pres">
      <dgm:prSet presAssocID="{7C5E2F0A-1B6A-491F-AA34-A52449859C12}" presName="accent_4" presStyleCnt="0"/>
      <dgm:spPr/>
    </dgm:pt>
    <dgm:pt modelId="{D609E633-48CC-4379-AF79-D761AE37ACBF}" type="pres">
      <dgm:prSet presAssocID="{7C5E2F0A-1B6A-491F-AA34-A52449859C12}" presName="accentRepeatNode" presStyleLbl="solidFgAcc1" presStyleIdx="3" presStyleCnt="4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5BC07C85-F9A7-4240-8534-BBE6B22F386B}" type="presOf" srcId="{7C5E2F0A-1B6A-491F-AA34-A52449859C12}" destId="{1988BD50-FB6F-42B2-BCC6-A15280DB03D3}" srcOrd="0" destOrd="0" presId="urn:microsoft.com/office/officeart/2008/layout/VerticalCurvedList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100AEEB3-707D-4CEB-99AD-31A21FB78761}" srcId="{C6F98BA1-624C-4EF0-80CA-7BF15E3E3CF8}" destId="{7C5E2F0A-1B6A-491F-AA34-A52449859C12}" srcOrd="3" destOrd="0" parTransId="{727F79D2-1858-4E67-AEF5-3BA89FCF73BD}" sibTransId="{4E6C35A9-9A75-4F33-8916-9F7FD7909F5C}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  <dgm:cxn modelId="{3DC69F60-40CD-40D3-96D6-5A747FA72DEE}" type="presParOf" srcId="{4B9AA58A-18A2-4AE0-9C46-0666C97A7EF8}" destId="{1988BD50-FB6F-42B2-BCC6-A15280DB03D3}" srcOrd="7" destOrd="0" presId="urn:microsoft.com/office/officeart/2008/layout/VerticalCurvedList"/>
    <dgm:cxn modelId="{CCF67487-2928-44BB-9C1C-A65702BC6FF0}" type="presParOf" srcId="{4B9AA58A-18A2-4AE0-9C46-0666C97A7EF8}" destId="{7498BA7A-D97C-4FE9-8264-F475A7F3B616}" srcOrd="8" destOrd="0" presId="urn:microsoft.com/office/officeart/2008/layout/VerticalCurvedList"/>
    <dgm:cxn modelId="{FD0345EF-52D2-4898-A760-5F5F5C268CB0}" type="presParOf" srcId="{7498BA7A-D97C-4FE9-8264-F475A7F3B616}" destId="{D609E633-48CC-4379-AF79-D761AE37ACB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A </a:t>
          </a:r>
          <a:r>
            <a:rPr lang="en-US" b="1" noProof="0" dirty="0"/>
            <a:t>router decides which head </a:t>
          </a:r>
        </a:p>
        <a:p>
          <a:r>
            <a:rPr lang="en-US" b="1" noProof="0" dirty="0"/>
            <a:t>should be called</a:t>
          </a:r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Expert heads can occupy </a:t>
          </a:r>
        </a:p>
        <a:p>
          <a:r>
            <a:rPr lang="en-US" noProof="0" dirty="0"/>
            <a:t>a lot of memory</a:t>
          </a:r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During inference, only one head called</a:t>
          </a:r>
        </a:p>
        <a:p>
          <a:r>
            <a:rPr lang="en-US" noProof="0" dirty="0"/>
            <a:t>(also the dispatcher)</a:t>
          </a:r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3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3"/>
      <dgm:spPr/>
    </dgm:pt>
    <dgm:pt modelId="{79D935D0-5A90-41FD-8551-5072234CA2E1}" type="pres">
      <dgm:prSet presAssocID="{C6F98BA1-624C-4EF0-80CA-7BF15E3E3CF8}" presName="dstNode" presStyleLbl="node1" presStyleIdx="0" presStyleCnt="3"/>
      <dgm:spPr/>
    </dgm:pt>
    <dgm:pt modelId="{51B53102-B3BF-4567-9525-1426319F939C}" type="pres">
      <dgm:prSet presAssocID="{C96D9099-430D-4DFD-8F50-4582DEC2B7D3}" presName="text_1" presStyleLbl="node1" presStyleIdx="0" presStyleCnt="3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3"/>
      <dgm:spPr/>
    </dgm:pt>
    <dgm:pt modelId="{3851819D-A948-46E6-B98B-713E8651599A}" type="pres">
      <dgm:prSet presAssocID="{7CED3ABE-EE09-466B-965A-94B5986F1F78}" presName="text_2" presStyleLbl="node1" presStyleIdx="1" presStyleCnt="3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3"/>
      <dgm:spPr/>
    </dgm:pt>
    <dgm:pt modelId="{C92A14FB-EAD8-4566-890B-C0DA7877C08B}" type="pres">
      <dgm:prSet presAssocID="{8D9BC842-21C0-4FBB-8B48-F0580FC2458A}" presName="text_3" presStyleLbl="node1" presStyleIdx="2" presStyleCnt="3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3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50D57B-69E6-4E12-A0E1-7576B1BBDDE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E7067D-7E79-4BE4-AB81-D75C75C83501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Linear model</a:t>
          </a:r>
        </a:p>
      </dgm:t>
    </dgm:pt>
    <dgm:pt modelId="{BAC0BCF6-020A-46A4-ADB1-E0C67C6E079B}" type="parTrans" cxnId="{1408E5BE-22C7-4DC5-9378-C5E3B76C68A2}">
      <dgm:prSet/>
      <dgm:spPr/>
      <dgm:t>
        <a:bodyPr/>
        <a:lstStyle/>
        <a:p>
          <a:endParaRPr lang="en-US" sz="2400"/>
        </a:p>
      </dgm:t>
    </dgm:pt>
    <dgm:pt modelId="{0CA8FA3A-6552-42B8-B0C2-28C50482FA00}" type="sibTrans" cxnId="{1408E5BE-22C7-4DC5-9378-C5E3B76C68A2}">
      <dgm:prSet/>
      <dgm:spPr/>
      <dgm:t>
        <a:bodyPr/>
        <a:lstStyle/>
        <a:p>
          <a:endParaRPr lang="en-US" sz="2400"/>
        </a:p>
      </dgm:t>
    </dgm:pt>
    <dgm:pt modelId="{63B707AC-AFF1-4021-96BB-BF71327F8E45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Base NNUE</a:t>
          </a:r>
        </a:p>
      </dgm:t>
    </dgm:pt>
    <dgm:pt modelId="{0CBFAC0F-397F-4E64-A345-E5F0F7F210C9}" type="parTrans" cxnId="{D06E49B0-88E9-4FB3-9B02-62B30982FA7C}">
      <dgm:prSet/>
      <dgm:spPr/>
      <dgm:t>
        <a:bodyPr/>
        <a:lstStyle/>
        <a:p>
          <a:endParaRPr lang="en-US" sz="2800"/>
        </a:p>
      </dgm:t>
    </dgm:pt>
    <dgm:pt modelId="{CE9D0679-F08C-416F-8566-34162956421B}" type="sibTrans" cxnId="{D06E49B0-88E9-4FB3-9B02-62B30982FA7C}">
      <dgm:prSet/>
      <dgm:spPr/>
      <dgm:t>
        <a:bodyPr/>
        <a:lstStyle/>
        <a:p>
          <a:endParaRPr lang="en-US" sz="2400"/>
        </a:p>
      </dgm:t>
    </dgm:pt>
    <dgm:pt modelId="{4ADFECF3-3CD8-4240-B629-0F6131C0EACB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NNUE </a:t>
          </a:r>
          <a:r>
            <a:rPr lang="en-US" sz="2000" noProof="0" dirty="0" err="1">
              <a:solidFill>
                <a:schemeClr val="bg1"/>
              </a:solidFill>
            </a:rPr>
            <a:t>MoE</a:t>
          </a:r>
          <a:r>
            <a:rPr lang="en-US" sz="2000" noProof="0" dirty="0">
              <a:solidFill>
                <a:schemeClr val="bg1"/>
              </a:solidFill>
            </a:rPr>
            <a:t> – input-clustering</a:t>
          </a:r>
        </a:p>
      </dgm:t>
    </dgm:pt>
    <dgm:pt modelId="{7DB75869-CCC1-41BF-8CD8-3714A34E501C}" type="parTrans" cxnId="{D5320121-61C3-440D-9B43-504ADAB2DD7F}">
      <dgm:prSet/>
      <dgm:spPr/>
      <dgm:t>
        <a:bodyPr/>
        <a:lstStyle/>
        <a:p>
          <a:endParaRPr lang="en-US" sz="2800"/>
        </a:p>
      </dgm:t>
    </dgm:pt>
    <dgm:pt modelId="{8DD041C3-D5C3-4012-B5DF-DC9777ED2804}" type="sibTrans" cxnId="{D5320121-61C3-440D-9B43-504ADAB2DD7F}">
      <dgm:prSet/>
      <dgm:spPr/>
      <dgm:t>
        <a:bodyPr/>
        <a:lstStyle/>
        <a:p>
          <a:endParaRPr lang="en-US" sz="2400"/>
        </a:p>
      </dgm:t>
    </dgm:pt>
    <dgm:pt modelId="{3E5805E2-F735-42DD-B919-C60561CE795B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NNUE </a:t>
          </a:r>
          <a:r>
            <a:rPr lang="en-US" sz="2000" noProof="0" dirty="0" err="1">
              <a:solidFill>
                <a:schemeClr val="bg1"/>
              </a:solidFill>
            </a:rPr>
            <a:t>MoE</a:t>
          </a:r>
          <a:r>
            <a:rPr lang="en-US" sz="2000" noProof="0" dirty="0">
              <a:solidFill>
                <a:schemeClr val="bg1"/>
              </a:solidFill>
            </a:rPr>
            <a:t> – L1 clustering</a:t>
          </a:r>
        </a:p>
      </dgm:t>
    </dgm:pt>
    <dgm:pt modelId="{A095E9BE-44A1-49D6-B274-33E0C4321DC1}" type="parTrans" cxnId="{EA48702C-4590-47D1-B32E-10A2CF994040}">
      <dgm:prSet/>
      <dgm:spPr/>
      <dgm:t>
        <a:bodyPr/>
        <a:lstStyle/>
        <a:p>
          <a:endParaRPr lang="en-US" sz="2800"/>
        </a:p>
      </dgm:t>
    </dgm:pt>
    <dgm:pt modelId="{7FA6F055-0E41-45C1-8961-AA7EE09AF190}" type="sibTrans" cxnId="{EA48702C-4590-47D1-B32E-10A2CF994040}">
      <dgm:prSet/>
      <dgm:spPr/>
      <dgm:t>
        <a:bodyPr/>
        <a:lstStyle/>
        <a:p>
          <a:endParaRPr lang="en-US" sz="2400"/>
        </a:p>
      </dgm:t>
    </dgm:pt>
    <dgm:pt modelId="{9D41F34A-98F9-4904-ACAE-935B8B8FF86A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NNUE </a:t>
          </a:r>
          <a:r>
            <a:rPr lang="en-US" sz="2000" b="1" noProof="0" dirty="0" err="1">
              <a:solidFill>
                <a:schemeClr val="bg1"/>
              </a:solidFill>
            </a:rPr>
            <a:t>MoE</a:t>
          </a:r>
          <a:r>
            <a:rPr lang="en-US" sz="2000" b="1" noProof="0" dirty="0">
              <a:solidFill>
                <a:schemeClr val="bg1"/>
              </a:solidFill>
            </a:rPr>
            <a:t> – sample gradient clustering</a:t>
          </a:r>
        </a:p>
      </dgm:t>
    </dgm:pt>
    <dgm:pt modelId="{428110F6-0E22-4FEB-9CDA-DABDE28B60B9}" type="parTrans" cxnId="{9BC382E6-4FAB-41E1-A67A-F168E8D98266}">
      <dgm:prSet/>
      <dgm:spPr/>
      <dgm:t>
        <a:bodyPr/>
        <a:lstStyle/>
        <a:p>
          <a:endParaRPr lang="en-US" sz="2800"/>
        </a:p>
      </dgm:t>
    </dgm:pt>
    <dgm:pt modelId="{F7666557-B1BD-4C7D-AB68-C4EECD6A0C9D}" type="sibTrans" cxnId="{9BC382E6-4FAB-41E1-A67A-F168E8D98266}">
      <dgm:prSet/>
      <dgm:spPr/>
      <dgm:t>
        <a:bodyPr/>
        <a:lstStyle/>
        <a:p>
          <a:endParaRPr lang="en-US" sz="2400"/>
        </a:p>
      </dgm:t>
    </dgm:pt>
    <dgm:pt modelId="{43A1FEF3-D057-457B-BFB4-344D5909E836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KITSUNE</a:t>
          </a:r>
        </a:p>
      </dgm:t>
    </dgm:pt>
    <dgm:pt modelId="{D11D42F6-54F0-4E1A-BA4C-188B6FD06F06}" type="parTrans" cxnId="{9C177329-D707-4AFD-B03C-8746B3E01D26}">
      <dgm:prSet/>
      <dgm:spPr/>
      <dgm:t>
        <a:bodyPr/>
        <a:lstStyle/>
        <a:p>
          <a:endParaRPr lang="en-US" sz="2800"/>
        </a:p>
      </dgm:t>
    </dgm:pt>
    <dgm:pt modelId="{8C1711DF-D9EB-4F5D-9479-934EFFFF6989}" type="sibTrans" cxnId="{9C177329-D707-4AFD-B03C-8746B3E01D26}">
      <dgm:prSet/>
      <dgm:spPr/>
      <dgm:t>
        <a:bodyPr/>
        <a:lstStyle/>
        <a:p>
          <a:endParaRPr lang="en-US" sz="2400"/>
        </a:p>
      </dgm:t>
    </dgm:pt>
    <dgm:pt modelId="{9F308B7B-5E19-45AD-9040-52D2F22CE0DF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NNUE </a:t>
          </a:r>
          <a:r>
            <a:rPr lang="en-US" sz="2000" noProof="0" dirty="0" err="1">
              <a:solidFill>
                <a:schemeClr val="bg1"/>
              </a:solidFill>
            </a:rPr>
            <a:t>MoE</a:t>
          </a:r>
          <a:r>
            <a:rPr lang="en-US" sz="2000" noProof="0" dirty="0">
              <a:solidFill>
                <a:schemeClr val="bg1"/>
              </a:solidFill>
            </a:rPr>
            <a:t> – </a:t>
          </a:r>
        </a:p>
        <a:p>
          <a:r>
            <a:rPr lang="en-US" sz="2000" noProof="0" dirty="0">
              <a:solidFill>
                <a:schemeClr val="bg1"/>
              </a:solidFill>
            </a:rPr>
            <a:t>piece-count clustering</a:t>
          </a:r>
        </a:p>
      </dgm:t>
    </dgm:pt>
    <dgm:pt modelId="{3BE65896-51DB-45D9-861B-AFD20341420B}" type="parTrans" cxnId="{80CBFF4E-D477-4D17-BF60-ED279E6F0C2C}">
      <dgm:prSet/>
      <dgm:spPr/>
      <dgm:t>
        <a:bodyPr/>
        <a:lstStyle/>
        <a:p>
          <a:endParaRPr lang="en-US" sz="2800"/>
        </a:p>
      </dgm:t>
    </dgm:pt>
    <dgm:pt modelId="{765AB29D-B01E-4358-92B4-5F1D54C2AAEA}" type="sibTrans" cxnId="{80CBFF4E-D477-4D17-BF60-ED279E6F0C2C}">
      <dgm:prSet/>
      <dgm:spPr/>
      <dgm:t>
        <a:bodyPr/>
        <a:lstStyle/>
        <a:p>
          <a:endParaRPr lang="en-US" sz="2400"/>
        </a:p>
      </dgm:t>
    </dgm:pt>
    <dgm:pt modelId="{F13D55A1-BD5D-4E28-90B0-24D2D1FBC3F2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2000" noProof="0" dirty="0">
              <a:solidFill>
                <a:schemeClr val="bg1"/>
              </a:solidFill>
            </a:rPr>
            <a:t>FFNN</a:t>
          </a:r>
        </a:p>
      </dgm:t>
    </dgm:pt>
    <dgm:pt modelId="{CA775694-29CC-491A-9305-EF877B389283}" type="parTrans" cxnId="{D15EA76E-008A-451A-8112-8C7ACAD0B83F}">
      <dgm:prSet/>
      <dgm:spPr/>
      <dgm:t>
        <a:bodyPr/>
        <a:lstStyle/>
        <a:p>
          <a:endParaRPr lang="en-US" sz="2000"/>
        </a:p>
      </dgm:t>
    </dgm:pt>
    <dgm:pt modelId="{4E49C81B-BF75-4B58-96B5-2A55DB563836}" type="sibTrans" cxnId="{D15EA76E-008A-451A-8112-8C7ACAD0B83F}">
      <dgm:prSet/>
      <dgm:spPr/>
      <dgm:t>
        <a:bodyPr/>
        <a:lstStyle/>
        <a:p>
          <a:endParaRPr lang="en-US"/>
        </a:p>
      </dgm:t>
    </dgm:pt>
    <dgm:pt modelId="{0EDEC328-D30B-44ED-9FDB-1171AADC20C3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it-IT" sz="2000" noProof="0">
              <a:solidFill>
                <a:schemeClr val="bg1"/>
              </a:solidFill>
            </a:rPr>
            <a:t>NNUE + World Model</a:t>
          </a:r>
          <a:endParaRPr lang="en-US" sz="2000" noProof="0" dirty="0">
            <a:solidFill>
              <a:schemeClr val="bg1"/>
            </a:solidFill>
          </a:endParaRPr>
        </a:p>
      </dgm:t>
    </dgm:pt>
    <dgm:pt modelId="{176BC801-0922-4B89-B0A3-AD1A9C153410}" type="parTrans" cxnId="{97B2BB2A-E41E-4C1A-82D2-092229434A6F}">
      <dgm:prSet/>
      <dgm:spPr/>
      <dgm:t>
        <a:bodyPr/>
        <a:lstStyle/>
        <a:p>
          <a:endParaRPr lang="en-US" sz="2000"/>
        </a:p>
      </dgm:t>
    </dgm:pt>
    <dgm:pt modelId="{1F8336BC-E3EF-4A3A-AB91-CB26032C4815}" type="sibTrans" cxnId="{97B2BB2A-E41E-4C1A-82D2-092229434A6F}">
      <dgm:prSet/>
      <dgm:spPr/>
      <dgm:t>
        <a:bodyPr/>
        <a:lstStyle/>
        <a:p>
          <a:endParaRPr lang="en-US"/>
        </a:p>
      </dgm:t>
    </dgm:pt>
    <dgm:pt modelId="{DCAA6D48-0C9E-4862-8E14-A9FB2DD6315C}" type="pres">
      <dgm:prSet presAssocID="{1050D57B-69E6-4E12-A0E1-7576B1BBDD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3B67AD-2EF6-4018-AB14-8EED120EB6EA}" type="pres">
      <dgm:prSet presAssocID="{30E7067D-7E79-4BE4-AB81-D75C75C83501}" presName="hierRoot1" presStyleCnt="0"/>
      <dgm:spPr/>
    </dgm:pt>
    <dgm:pt modelId="{F01A6033-C82B-43AE-9CCE-D99DB2418B18}" type="pres">
      <dgm:prSet presAssocID="{30E7067D-7E79-4BE4-AB81-D75C75C83501}" presName="composite" presStyleCnt="0"/>
      <dgm:spPr/>
    </dgm:pt>
    <dgm:pt modelId="{E6E784C3-5707-4D95-81E3-69802AF605BA}" type="pres">
      <dgm:prSet presAssocID="{30E7067D-7E79-4BE4-AB81-D75C75C83501}" presName="background" presStyleLbl="node0" presStyleIdx="0" presStyleCnt="1"/>
      <dgm:spPr>
        <a:solidFill>
          <a:srgbClr val="0E1B2C">
            <a:alpha val="9000"/>
          </a:srgbClr>
        </a:solidFill>
        <a:ln>
          <a:noFill/>
        </a:ln>
      </dgm:spPr>
    </dgm:pt>
    <dgm:pt modelId="{C51F5431-96AF-4C34-B39E-FBEE6F4D9392}" type="pres">
      <dgm:prSet presAssocID="{30E7067D-7E79-4BE4-AB81-D75C75C83501}" presName="text" presStyleLbl="fgAcc0" presStyleIdx="0" presStyleCnt="1" custScaleX="181439" custScaleY="149147" custLinFactNeighborY="903">
        <dgm:presLayoutVars>
          <dgm:chPref val="3"/>
        </dgm:presLayoutVars>
      </dgm:prSet>
      <dgm:spPr/>
    </dgm:pt>
    <dgm:pt modelId="{0489322C-7EAA-41A8-B7D8-9F1E2F55E3A4}" type="pres">
      <dgm:prSet presAssocID="{30E7067D-7E79-4BE4-AB81-D75C75C83501}" presName="hierChild2" presStyleCnt="0"/>
      <dgm:spPr/>
    </dgm:pt>
    <dgm:pt modelId="{F4C82769-0AF7-44FA-86F2-E264A7AA01D1}" type="pres">
      <dgm:prSet presAssocID="{CA775694-29CC-491A-9305-EF877B389283}" presName="Name10" presStyleLbl="parChTrans1D2" presStyleIdx="0" presStyleCnt="2" custSzX="1446904" custSzY="441735"/>
      <dgm:spPr/>
    </dgm:pt>
    <dgm:pt modelId="{91594D18-8C5D-495B-9602-7E199174DC49}" type="pres">
      <dgm:prSet presAssocID="{F13D55A1-BD5D-4E28-90B0-24D2D1FBC3F2}" presName="hierRoot2" presStyleCnt="0"/>
      <dgm:spPr/>
    </dgm:pt>
    <dgm:pt modelId="{4ED536FB-7101-42C0-95E8-CB8EB101D3B8}" type="pres">
      <dgm:prSet presAssocID="{F13D55A1-BD5D-4E28-90B0-24D2D1FBC3F2}" presName="composite2" presStyleCnt="0"/>
      <dgm:spPr/>
    </dgm:pt>
    <dgm:pt modelId="{3284AD81-45C9-42A6-A07A-0AE561E2125E}" type="pres">
      <dgm:prSet presAssocID="{F13D55A1-BD5D-4E28-90B0-24D2D1FBC3F2}" presName="background2" presStyleLbl="node2" presStyleIdx="0" presStyleCnt="2"/>
      <dgm:spPr>
        <a:solidFill>
          <a:srgbClr val="0E1B2C">
            <a:alpha val="9000"/>
          </a:srgbClr>
        </a:solidFill>
        <a:ln>
          <a:noFill/>
        </a:ln>
      </dgm:spPr>
    </dgm:pt>
    <dgm:pt modelId="{BBA14444-CD0B-4022-8231-42C82CD8BBB5}" type="pres">
      <dgm:prSet presAssocID="{F13D55A1-BD5D-4E28-90B0-24D2D1FBC3F2}" presName="text2" presStyleLbl="fgAcc2" presStyleIdx="0" presStyleCnt="2" custScaleX="176636" custScaleY="149147" custLinFactNeighborY="903">
        <dgm:presLayoutVars>
          <dgm:chPref val="3"/>
        </dgm:presLayoutVars>
      </dgm:prSet>
      <dgm:spPr/>
    </dgm:pt>
    <dgm:pt modelId="{9101027E-5C01-459C-8065-CCDA2F862488}" type="pres">
      <dgm:prSet presAssocID="{F13D55A1-BD5D-4E28-90B0-24D2D1FBC3F2}" presName="hierChild3" presStyleCnt="0"/>
      <dgm:spPr/>
    </dgm:pt>
    <dgm:pt modelId="{44D9C41F-67FE-4C06-BC79-531A4480C42A}" type="pres">
      <dgm:prSet presAssocID="{0CBFAC0F-397F-4E64-A345-E5F0F7F210C9}" presName="Name10" presStyleLbl="parChTrans1D2" presStyleIdx="1" presStyleCnt="2" custSzX="1412956" custSzY="441735"/>
      <dgm:spPr/>
    </dgm:pt>
    <dgm:pt modelId="{3DC88FAC-6939-4660-8C53-8325E4EC3712}" type="pres">
      <dgm:prSet presAssocID="{63B707AC-AFF1-4021-96BB-BF71327F8E45}" presName="hierRoot2" presStyleCnt="0"/>
      <dgm:spPr/>
    </dgm:pt>
    <dgm:pt modelId="{CBA17450-6B5F-419B-B025-ADA0037D9307}" type="pres">
      <dgm:prSet presAssocID="{63B707AC-AFF1-4021-96BB-BF71327F8E45}" presName="composite2" presStyleCnt="0"/>
      <dgm:spPr/>
    </dgm:pt>
    <dgm:pt modelId="{C864B6A1-3B1E-4EDC-B09E-3A41D8024851}" type="pres">
      <dgm:prSet presAssocID="{63B707AC-AFF1-4021-96BB-BF71327F8E45}" presName="background2" presStyleLbl="node2" presStyleIdx="1" presStyleCnt="2"/>
      <dgm:spPr>
        <a:solidFill>
          <a:srgbClr val="0E1B2C">
            <a:alpha val="9000"/>
          </a:srgbClr>
        </a:solidFill>
        <a:ln>
          <a:noFill/>
        </a:ln>
      </dgm:spPr>
    </dgm:pt>
    <dgm:pt modelId="{7E51865C-D224-497E-B1F7-706B91BC3094}" type="pres">
      <dgm:prSet presAssocID="{63B707AC-AFF1-4021-96BB-BF71327F8E45}" presName="text2" presStyleLbl="fgAcc2" presStyleIdx="1" presStyleCnt="2" custScaleX="181439" custScaleY="149147" custLinFactNeighborY="903">
        <dgm:presLayoutVars>
          <dgm:chPref val="3"/>
        </dgm:presLayoutVars>
      </dgm:prSet>
      <dgm:spPr/>
    </dgm:pt>
    <dgm:pt modelId="{D4C1B10F-7B7B-4C1F-8DF8-6EE15FE4327B}" type="pres">
      <dgm:prSet presAssocID="{63B707AC-AFF1-4021-96BB-BF71327F8E45}" presName="hierChild3" presStyleCnt="0"/>
      <dgm:spPr/>
    </dgm:pt>
    <dgm:pt modelId="{7A43CF83-2A7E-480E-85A8-FF9E51B5F58E}" type="pres">
      <dgm:prSet presAssocID="{A095E9BE-44A1-49D6-B274-33E0C4321DC1}" presName="Name17" presStyleLbl="parChTrans1D3" presStyleIdx="0" presStyleCnt="5" custSzY="433026"/>
      <dgm:spPr/>
    </dgm:pt>
    <dgm:pt modelId="{CD96CA73-BEAE-497A-A1E9-6D5392196251}" type="pres">
      <dgm:prSet presAssocID="{3E5805E2-F735-42DD-B919-C60561CE795B}" presName="hierRoot3" presStyleCnt="0"/>
      <dgm:spPr/>
    </dgm:pt>
    <dgm:pt modelId="{828B04FC-1992-4CC7-8ADE-3D9A552667DD}" type="pres">
      <dgm:prSet presAssocID="{3E5805E2-F735-42DD-B919-C60561CE795B}" presName="composite3" presStyleCnt="0"/>
      <dgm:spPr/>
    </dgm:pt>
    <dgm:pt modelId="{F7C63C39-3523-41EA-8897-22E8DB05B454}" type="pres">
      <dgm:prSet presAssocID="{3E5805E2-F735-42DD-B919-C60561CE795B}" presName="background3" presStyleLbl="node3" presStyleIdx="0" presStyleCnt="5"/>
      <dgm:spPr>
        <a:solidFill>
          <a:srgbClr val="DFDBD5"/>
        </a:solidFill>
        <a:ln>
          <a:noFill/>
        </a:ln>
      </dgm:spPr>
    </dgm:pt>
    <dgm:pt modelId="{32D4381C-5A0B-4F67-A3EA-70B98BA43D19}" type="pres">
      <dgm:prSet presAssocID="{3E5805E2-F735-42DD-B919-C60561CE795B}" presName="text3" presStyleLbl="fgAcc3" presStyleIdx="0" presStyleCnt="5" custScaleX="158531" custScaleY="149147">
        <dgm:presLayoutVars>
          <dgm:chPref val="3"/>
        </dgm:presLayoutVars>
      </dgm:prSet>
      <dgm:spPr/>
    </dgm:pt>
    <dgm:pt modelId="{F5D9E1AD-F2D3-439D-9D08-172359C73174}" type="pres">
      <dgm:prSet presAssocID="{3E5805E2-F735-42DD-B919-C60561CE795B}" presName="hierChild4" presStyleCnt="0"/>
      <dgm:spPr/>
    </dgm:pt>
    <dgm:pt modelId="{2E5371B1-A5A4-4543-8A4B-ECB0DC1B07E3}" type="pres">
      <dgm:prSet presAssocID="{D11D42F6-54F0-4E1A-BA4C-188B6FD06F06}" presName="Name23" presStyleLbl="parChTrans1D4" presStyleIdx="0" presStyleCnt="1" custSzX="120431" custSzY="426786"/>
      <dgm:spPr/>
    </dgm:pt>
    <dgm:pt modelId="{149424C0-D3D9-4992-B485-2FF1260B48C6}" type="pres">
      <dgm:prSet presAssocID="{43A1FEF3-D057-457B-BFB4-344D5909E836}" presName="hierRoot4" presStyleCnt="0"/>
      <dgm:spPr/>
    </dgm:pt>
    <dgm:pt modelId="{16F33F17-996D-4152-8C7E-C69DDF112AB7}" type="pres">
      <dgm:prSet presAssocID="{43A1FEF3-D057-457B-BFB4-344D5909E836}" presName="composite4" presStyleCnt="0"/>
      <dgm:spPr/>
    </dgm:pt>
    <dgm:pt modelId="{78E42B3D-3BA4-46A7-B27D-C8E75E0C6D67}" type="pres">
      <dgm:prSet presAssocID="{43A1FEF3-D057-457B-BFB4-344D5909E836}" presName="background4" presStyleLbl="node4" presStyleIdx="0" presStyleCnt="1"/>
      <dgm:spPr>
        <a:solidFill>
          <a:srgbClr val="0E1B2C">
            <a:alpha val="9000"/>
          </a:srgbClr>
        </a:solidFill>
        <a:ln>
          <a:noFill/>
        </a:ln>
      </dgm:spPr>
    </dgm:pt>
    <dgm:pt modelId="{E9354974-5E74-4C24-95A2-B3A729DF768B}" type="pres">
      <dgm:prSet presAssocID="{43A1FEF3-D057-457B-BFB4-344D5909E836}" presName="text4" presStyleLbl="fgAcc4" presStyleIdx="0" presStyleCnt="1" custScaleX="181439" custScaleY="149147" custLinFactNeighborY="-1550">
        <dgm:presLayoutVars>
          <dgm:chPref val="3"/>
        </dgm:presLayoutVars>
      </dgm:prSet>
      <dgm:spPr/>
    </dgm:pt>
    <dgm:pt modelId="{A05A6133-0E57-4B48-8BC8-EBB0CF27835E}" type="pres">
      <dgm:prSet presAssocID="{43A1FEF3-D057-457B-BFB4-344D5909E836}" presName="hierChild5" presStyleCnt="0"/>
      <dgm:spPr/>
    </dgm:pt>
    <dgm:pt modelId="{9B846F12-3511-460D-9F6D-6AFDCCC94AD1}" type="pres">
      <dgm:prSet presAssocID="{428110F6-0E22-4FEB-9CDA-DABDE28B60B9}" presName="Name17" presStyleLbl="parChTrans1D3" presStyleIdx="1" presStyleCnt="5" custSzY="433026"/>
      <dgm:spPr/>
    </dgm:pt>
    <dgm:pt modelId="{18DD3083-30B5-4005-821C-BF2134B649AB}" type="pres">
      <dgm:prSet presAssocID="{9D41F34A-98F9-4904-ACAE-935B8B8FF86A}" presName="hierRoot3" presStyleCnt="0"/>
      <dgm:spPr/>
    </dgm:pt>
    <dgm:pt modelId="{EE4204BE-02F4-46FF-85A1-B5D861C0DE49}" type="pres">
      <dgm:prSet presAssocID="{9D41F34A-98F9-4904-ACAE-935B8B8FF86A}" presName="composite3" presStyleCnt="0"/>
      <dgm:spPr/>
    </dgm:pt>
    <dgm:pt modelId="{E9665B0E-FD45-4078-BC6F-16056E3CC932}" type="pres">
      <dgm:prSet presAssocID="{9D41F34A-98F9-4904-ACAE-935B8B8FF86A}" presName="background3" presStyleLbl="node3" presStyleIdx="1" presStyleCnt="5"/>
      <dgm:spPr>
        <a:solidFill>
          <a:srgbClr val="DFDBD5"/>
        </a:solidFill>
        <a:ln>
          <a:noFill/>
        </a:ln>
      </dgm:spPr>
    </dgm:pt>
    <dgm:pt modelId="{46B5F4B8-3DD7-4492-A69C-EBDF50946CE4}" type="pres">
      <dgm:prSet presAssocID="{9D41F34A-98F9-4904-ACAE-935B8B8FF86A}" presName="text3" presStyleLbl="fgAcc3" presStyleIdx="1" presStyleCnt="5" custScaleX="158531" custScaleY="149147">
        <dgm:presLayoutVars>
          <dgm:chPref val="3"/>
        </dgm:presLayoutVars>
      </dgm:prSet>
      <dgm:spPr/>
    </dgm:pt>
    <dgm:pt modelId="{39149A97-13F1-49B1-9C23-5F6666706528}" type="pres">
      <dgm:prSet presAssocID="{9D41F34A-98F9-4904-ACAE-935B8B8FF86A}" presName="hierChild4" presStyleCnt="0"/>
      <dgm:spPr/>
    </dgm:pt>
    <dgm:pt modelId="{AD99DFDD-E7AF-4357-9BF5-162251A08343}" type="pres">
      <dgm:prSet presAssocID="{3BE65896-51DB-45D9-861B-AFD20341420B}" presName="Name17" presStyleLbl="parChTrans1D3" presStyleIdx="2" presStyleCnt="5" custSzY="433026"/>
      <dgm:spPr/>
    </dgm:pt>
    <dgm:pt modelId="{56A2545E-517B-41D6-A9A5-644C502BB6C7}" type="pres">
      <dgm:prSet presAssocID="{9F308B7B-5E19-45AD-9040-52D2F22CE0DF}" presName="hierRoot3" presStyleCnt="0"/>
      <dgm:spPr/>
    </dgm:pt>
    <dgm:pt modelId="{7FB76C93-0330-4F7B-98F0-562E7E6604BB}" type="pres">
      <dgm:prSet presAssocID="{9F308B7B-5E19-45AD-9040-52D2F22CE0DF}" presName="composite3" presStyleCnt="0"/>
      <dgm:spPr/>
    </dgm:pt>
    <dgm:pt modelId="{6BCD92BE-C918-4AAF-9E16-71966D8D1FF0}" type="pres">
      <dgm:prSet presAssocID="{9F308B7B-5E19-45AD-9040-52D2F22CE0DF}" presName="background3" presStyleLbl="node3" presStyleIdx="2" presStyleCnt="5"/>
      <dgm:spPr>
        <a:solidFill>
          <a:srgbClr val="DFDBD5"/>
        </a:solidFill>
        <a:ln>
          <a:noFill/>
        </a:ln>
      </dgm:spPr>
    </dgm:pt>
    <dgm:pt modelId="{8C4686AF-361C-4AAC-9ECE-DEEA8244C0FE}" type="pres">
      <dgm:prSet presAssocID="{9F308B7B-5E19-45AD-9040-52D2F22CE0DF}" presName="text3" presStyleLbl="fgAcc3" presStyleIdx="2" presStyleCnt="5" custScaleX="158531" custScaleY="149147">
        <dgm:presLayoutVars>
          <dgm:chPref val="3"/>
        </dgm:presLayoutVars>
      </dgm:prSet>
      <dgm:spPr/>
    </dgm:pt>
    <dgm:pt modelId="{779A72AF-422D-4146-81C0-06C74ED6D232}" type="pres">
      <dgm:prSet presAssocID="{9F308B7B-5E19-45AD-9040-52D2F22CE0DF}" presName="hierChild4" presStyleCnt="0"/>
      <dgm:spPr/>
    </dgm:pt>
    <dgm:pt modelId="{12AED1AE-D936-4152-841E-7D5B5AC3AE8F}" type="pres">
      <dgm:prSet presAssocID="{7DB75869-CCC1-41BF-8CD8-3714A34E501C}" presName="Name17" presStyleLbl="parChTrans1D3" presStyleIdx="3" presStyleCnt="5" custSzX="120431" custSzY="441735"/>
      <dgm:spPr/>
    </dgm:pt>
    <dgm:pt modelId="{6D6719EB-FEE1-4A47-8336-7FC6D6337453}" type="pres">
      <dgm:prSet presAssocID="{4ADFECF3-3CD8-4240-B629-0F6131C0EACB}" presName="hierRoot3" presStyleCnt="0"/>
      <dgm:spPr/>
    </dgm:pt>
    <dgm:pt modelId="{57097CAE-7289-497D-ABBF-645B0A9E53B3}" type="pres">
      <dgm:prSet presAssocID="{4ADFECF3-3CD8-4240-B629-0F6131C0EACB}" presName="composite3" presStyleCnt="0"/>
      <dgm:spPr/>
    </dgm:pt>
    <dgm:pt modelId="{02ADEBF8-B56F-49D9-9826-6FB0F525A038}" type="pres">
      <dgm:prSet presAssocID="{4ADFECF3-3CD8-4240-B629-0F6131C0EACB}" presName="background3" presStyleLbl="node3" presStyleIdx="3" presStyleCnt="5"/>
      <dgm:spPr>
        <a:solidFill>
          <a:srgbClr val="0E1B2C">
            <a:alpha val="9000"/>
          </a:srgbClr>
        </a:solidFill>
        <a:ln>
          <a:noFill/>
        </a:ln>
      </dgm:spPr>
    </dgm:pt>
    <dgm:pt modelId="{B25E925F-F4A3-46C3-BCFA-84B6E2542749}" type="pres">
      <dgm:prSet presAssocID="{4ADFECF3-3CD8-4240-B629-0F6131C0EACB}" presName="text3" presStyleLbl="fgAcc3" presStyleIdx="3" presStyleCnt="5" custScaleX="154357" custScaleY="149147" custLinFactNeighborY="903">
        <dgm:presLayoutVars>
          <dgm:chPref val="3"/>
        </dgm:presLayoutVars>
      </dgm:prSet>
      <dgm:spPr/>
    </dgm:pt>
    <dgm:pt modelId="{61CD13CA-37A4-466E-962B-4B999BF0C61C}" type="pres">
      <dgm:prSet presAssocID="{4ADFECF3-3CD8-4240-B629-0F6131C0EACB}" presName="hierChild4" presStyleCnt="0"/>
      <dgm:spPr/>
    </dgm:pt>
    <dgm:pt modelId="{FAD1C388-444B-426A-8A0C-37B8FDEA4FFD}" type="pres">
      <dgm:prSet presAssocID="{176BC801-0922-4B89-B0A3-AD1A9C153410}" presName="Name17" presStyleLbl="parChTrans1D3" presStyleIdx="4" presStyleCnt="5" custSzY="433026"/>
      <dgm:spPr/>
    </dgm:pt>
    <dgm:pt modelId="{5F402880-BF03-4038-BCB0-80D667CEF891}" type="pres">
      <dgm:prSet presAssocID="{0EDEC328-D30B-44ED-9FDB-1171AADC20C3}" presName="hierRoot3" presStyleCnt="0"/>
      <dgm:spPr/>
    </dgm:pt>
    <dgm:pt modelId="{EFD04E72-E8F0-4E7F-9EA4-1FFA2C1BE79E}" type="pres">
      <dgm:prSet presAssocID="{0EDEC328-D30B-44ED-9FDB-1171AADC20C3}" presName="composite3" presStyleCnt="0"/>
      <dgm:spPr/>
    </dgm:pt>
    <dgm:pt modelId="{FA392122-2B1D-41DD-8555-8BAB1FDD8662}" type="pres">
      <dgm:prSet presAssocID="{0EDEC328-D30B-44ED-9FDB-1171AADC20C3}" presName="background3" presStyleLbl="node3" presStyleIdx="4" presStyleCnt="5"/>
      <dgm:spPr>
        <a:solidFill>
          <a:srgbClr val="DFDBD5"/>
        </a:solidFill>
      </dgm:spPr>
    </dgm:pt>
    <dgm:pt modelId="{2F6BEA32-CAF3-4FE2-810C-E393D5EBD197}" type="pres">
      <dgm:prSet presAssocID="{0EDEC328-D30B-44ED-9FDB-1171AADC20C3}" presName="text3" presStyleLbl="fgAcc3" presStyleIdx="4" presStyleCnt="5" custScaleX="144352" custScaleY="149147">
        <dgm:presLayoutVars>
          <dgm:chPref val="3"/>
        </dgm:presLayoutVars>
      </dgm:prSet>
      <dgm:spPr/>
    </dgm:pt>
    <dgm:pt modelId="{E1E8C301-A4B5-408B-9CF6-019EE1E4408E}" type="pres">
      <dgm:prSet presAssocID="{0EDEC328-D30B-44ED-9FDB-1171AADC20C3}" presName="hierChild4" presStyleCnt="0"/>
      <dgm:spPr/>
    </dgm:pt>
  </dgm:ptLst>
  <dgm:cxnLst>
    <dgm:cxn modelId="{C9F23F0F-27DA-47C7-9AB6-63D5844339D7}" type="presOf" srcId="{3BE65896-51DB-45D9-861B-AFD20341420B}" destId="{AD99DFDD-E7AF-4357-9BF5-162251A08343}" srcOrd="0" destOrd="0" presId="urn:microsoft.com/office/officeart/2005/8/layout/hierarchy1"/>
    <dgm:cxn modelId="{9041D015-235F-4B3E-B373-F02BCA6C5114}" type="presOf" srcId="{3E5805E2-F735-42DD-B919-C60561CE795B}" destId="{32D4381C-5A0B-4F67-A3EA-70B98BA43D19}" srcOrd="0" destOrd="0" presId="urn:microsoft.com/office/officeart/2005/8/layout/hierarchy1"/>
    <dgm:cxn modelId="{B42A6120-9D69-41A9-A0BB-7EDBC50EE738}" type="presOf" srcId="{0EDEC328-D30B-44ED-9FDB-1171AADC20C3}" destId="{2F6BEA32-CAF3-4FE2-810C-E393D5EBD197}" srcOrd="0" destOrd="0" presId="urn:microsoft.com/office/officeart/2005/8/layout/hierarchy1"/>
    <dgm:cxn modelId="{D5320121-61C3-440D-9B43-504ADAB2DD7F}" srcId="{63B707AC-AFF1-4021-96BB-BF71327F8E45}" destId="{4ADFECF3-3CD8-4240-B629-0F6131C0EACB}" srcOrd="3" destOrd="0" parTransId="{7DB75869-CCC1-41BF-8CD8-3714A34E501C}" sibTransId="{8DD041C3-D5C3-4012-B5DF-DC9777ED2804}"/>
    <dgm:cxn modelId="{9C177329-D707-4AFD-B03C-8746B3E01D26}" srcId="{3E5805E2-F735-42DD-B919-C60561CE795B}" destId="{43A1FEF3-D057-457B-BFB4-344D5909E836}" srcOrd="0" destOrd="0" parTransId="{D11D42F6-54F0-4E1A-BA4C-188B6FD06F06}" sibTransId="{8C1711DF-D9EB-4F5D-9479-934EFFFF6989}"/>
    <dgm:cxn modelId="{97B2BB2A-E41E-4C1A-82D2-092229434A6F}" srcId="{63B707AC-AFF1-4021-96BB-BF71327F8E45}" destId="{0EDEC328-D30B-44ED-9FDB-1171AADC20C3}" srcOrd="4" destOrd="0" parTransId="{176BC801-0922-4B89-B0A3-AD1A9C153410}" sibTransId="{1F8336BC-E3EF-4A3A-AB91-CB26032C4815}"/>
    <dgm:cxn modelId="{EA48702C-4590-47D1-B32E-10A2CF994040}" srcId="{63B707AC-AFF1-4021-96BB-BF71327F8E45}" destId="{3E5805E2-F735-42DD-B919-C60561CE795B}" srcOrd="0" destOrd="0" parTransId="{A095E9BE-44A1-49D6-B274-33E0C4321DC1}" sibTransId="{7FA6F055-0E41-45C1-8961-AA7EE09AF190}"/>
    <dgm:cxn modelId="{8B466241-2926-4E7B-B9D2-9091EEB7046A}" type="presOf" srcId="{43A1FEF3-D057-457B-BFB4-344D5909E836}" destId="{E9354974-5E74-4C24-95A2-B3A729DF768B}" srcOrd="0" destOrd="0" presId="urn:microsoft.com/office/officeart/2005/8/layout/hierarchy1"/>
    <dgm:cxn modelId="{9E1BC14C-3BB0-457F-9593-2AD6D1619B42}" type="presOf" srcId="{F13D55A1-BD5D-4E28-90B0-24D2D1FBC3F2}" destId="{BBA14444-CD0B-4022-8231-42C82CD8BBB5}" srcOrd="0" destOrd="0" presId="urn:microsoft.com/office/officeart/2005/8/layout/hierarchy1"/>
    <dgm:cxn modelId="{9225046D-69A1-4B05-B201-F7B5F2176E66}" type="presOf" srcId="{428110F6-0E22-4FEB-9CDA-DABDE28B60B9}" destId="{9B846F12-3511-460D-9F6D-6AFDCCC94AD1}" srcOrd="0" destOrd="0" presId="urn:microsoft.com/office/officeart/2005/8/layout/hierarchy1"/>
    <dgm:cxn modelId="{D15EA76E-008A-451A-8112-8C7ACAD0B83F}" srcId="{30E7067D-7E79-4BE4-AB81-D75C75C83501}" destId="{F13D55A1-BD5D-4E28-90B0-24D2D1FBC3F2}" srcOrd="0" destOrd="0" parTransId="{CA775694-29CC-491A-9305-EF877B389283}" sibTransId="{4E49C81B-BF75-4B58-96B5-2A55DB563836}"/>
    <dgm:cxn modelId="{80CBFF4E-D477-4D17-BF60-ED279E6F0C2C}" srcId="{63B707AC-AFF1-4021-96BB-BF71327F8E45}" destId="{9F308B7B-5E19-45AD-9040-52D2F22CE0DF}" srcOrd="2" destOrd="0" parTransId="{3BE65896-51DB-45D9-861B-AFD20341420B}" sibTransId="{765AB29D-B01E-4358-92B4-5F1D54C2AAEA}"/>
    <dgm:cxn modelId="{51396A81-83D4-45F5-8203-1C306C2CBF02}" type="presOf" srcId="{9D41F34A-98F9-4904-ACAE-935B8B8FF86A}" destId="{46B5F4B8-3DD7-4492-A69C-EBDF50946CE4}" srcOrd="0" destOrd="0" presId="urn:microsoft.com/office/officeart/2005/8/layout/hierarchy1"/>
    <dgm:cxn modelId="{B852FC89-F740-48A6-9FAC-920163E215BE}" type="presOf" srcId="{D11D42F6-54F0-4E1A-BA4C-188B6FD06F06}" destId="{2E5371B1-A5A4-4543-8A4B-ECB0DC1B07E3}" srcOrd="0" destOrd="0" presId="urn:microsoft.com/office/officeart/2005/8/layout/hierarchy1"/>
    <dgm:cxn modelId="{05559D8F-5825-4303-9F3D-D5202E967E43}" type="presOf" srcId="{9F308B7B-5E19-45AD-9040-52D2F22CE0DF}" destId="{8C4686AF-361C-4AAC-9ECE-DEEA8244C0FE}" srcOrd="0" destOrd="0" presId="urn:microsoft.com/office/officeart/2005/8/layout/hierarchy1"/>
    <dgm:cxn modelId="{BD52FD94-4279-4333-845A-AB778467348D}" type="presOf" srcId="{0CBFAC0F-397F-4E64-A345-E5F0F7F210C9}" destId="{44D9C41F-67FE-4C06-BC79-531A4480C42A}" srcOrd="0" destOrd="0" presId="urn:microsoft.com/office/officeart/2005/8/layout/hierarchy1"/>
    <dgm:cxn modelId="{D455D7A3-05EC-49FA-A1D0-B72E1D3E4631}" type="presOf" srcId="{7DB75869-CCC1-41BF-8CD8-3714A34E501C}" destId="{12AED1AE-D936-4152-841E-7D5B5AC3AE8F}" srcOrd="0" destOrd="0" presId="urn:microsoft.com/office/officeart/2005/8/layout/hierarchy1"/>
    <dgm:cxn modelId="{9E0A67AB-E35C-45D4-BFB2-E2F79BB2B044}" type="presOf" srcId="{CA775694-29CC-491A-9305-EF877B389283}" destId="{F4C82769-0AF7-44FA-86F2-E264A7AA01D1}" srcOrd="0" destOrd="0" presId="urn:microsoft.com/office/officeart/2005/8/layout/hierarchy1"/>
    <dgm:cxn modelId="{D06E49B0-88E9-4FB3-9B02-62B30982FA7C}" srcId="{30E7067D-7E79-4BE4-AB81-D75C75C83501}" destId="{63B707AC-AFF1-4021-96BB-BF71327F8E45}" srcOrd="1" destOrd="0" parTransId="{0CBFAC0F-397F-4E64-A345-E5F0F7F210C9}" sibTransId="{CE9D0679-F08C-416F-8566-34162956421B}"/>
    <dgm:cxn modelId="{F36FBFB4-345C-4397-A246-44DF623C4DF2}" type="presOf" srcId="{176BC801-0922-4B89-B0A3-AD1A9C153410}" destId="{FAD1C388-444B-426A-8A0C-37B8FDEA4FFD}" srcOrd="0" destOrd="0" presId="urn:microsoft.com/office/officeart/2005/8/layout/hierarchy1"/>
    <dgm:cxn modelId="{730739B6-DBB8-4D2E-9DAD-5147CE48AE16}" type="presOf" srcId="{1050D57B-69E6-4E12-A0E1-7576B1BBDDE2}" destId="{DCAA6D48-0C9E-4862-8E14-A9FB2DD6315C}" srcOrd="0" destOrd="0" presId="urn:microsoft.com/office/officeart/2005/8/layout/hierarchy1"/>
    <dgm:cxn modelId="{1408E5BE-22C7-4DC5-9378-C5E3B76C68A2}" srcId="{1050D57B-69E6-4E12-A0E1-7576B1BBDDE2}" destId="{30E7067D-7E79-4BE4-AB81-D75C75C83501}" srcOrd="0" destOrd="0" parTransId="{BAC0BCF6-020A-46A4-ADB1-E0C67C6E079B}" sibTransId="{0CA8FA3A-6552-42B8-B0C2-28C50482FA00}"/>
    <dgm:cxn modelId="{A4FF7ABF-65E3-426E-AAF3-D3FED2450751}" type="presOf" srcId="{A095E9BE-44A1-49D6-B274-33E0C4321DC1}" destId="{7A43CF83-2A7E-480E-85A8-FF9E51B5F58E}" srcOrd="0" destOrd="0" presId="urn:microsoft.com/office/officeart/2005/8/layout/hierarchy1"/>
    <dgm:cxn modelId="{08288BCE-D1C2-4D43-B7C2-848CD574598D}" type="presOf" srcId="{4ADFECF3-3CD8-4240-B629-0F6131C0EACB}" destId="{B25E925F-F4A3-46C3-BCFA-84B6E2542749}" srcOrd="0" destOrd="0" presId="urn:microsoft.com/office/officeart/2005/8/layout/hierarchy1"/>
    <dgm:cxn modelId="{9BC382E6-4FAB-41E1-A67A-F168E8D98266}" srcId="{63B707AC-AFF1-4021-96BB-BF71327F8E45}" destId="{9D41F34A-98F9-4904-ACAE-935B8B8FF86A}" srcOrd="1" destOrd="0" parTransId="{428110F6-0E22-4FEB-9CDA-DABDE28B60B9}" sibTransId="{F7666557-B1BD-4C7D-AB68-C4EECD6A0C9D}"/>
    <dgm:cxn modelId="{CE4502F9-B562-4671-84BC-99391BA29066}" type="presOf" srcId="{30E7067D-7E79-4BE4-AB81-D75C75C83501}" destId="{C51F5431-96AF-4C34-B39E-FBEE6F4D9392}" srcOrd="0" destOrd="0" presId="urn:microsoft.com/office/officeart/2005/8/layout/hierarchy1"/>
    <dgm:cxn modelId="{9686DCFE-442B-40EC-A0D8-7EA4383D6F69}" type="presOf" srcId="{63B707AC-AFF1-4021-96BB-BF71327F8E45}" destId="{7E51865C-D224-497E-B1F7-706B91BC3094}" srcOrd="0" destOrd="0" presId="urn:microsoft.com/office/officeart/2005/8/layout/hierarchy1"/>
    <dgm:cxn modelId="{1EDDFF10-6163-4252-8739-1993450F82CE}" type="presParOf" srcId="{DCAA6D48-0C9E-4862-8E14-A9FB2DD6315C}" destId="{AD3B67AD-2EF6-4018-AB14-8EED120EB6EA}" srcOrd="0" destOrd="0" presId="urn:microsoft.com/office/officeart/2005/8/layout/hierarchy1"/>
    <dgm:cxn modelId="{8BDBB19E-3D1B-43D9-BB23-88929D9785D3}" type="presParOf" srcId="{AD3B67AD-2EF6-4018-AB14-8EED120EB6EA}" destId="{F01A6033-C82B-43AE-9CCE-D99DB2418B18}" srcOrd="0" destOrd="0" presId="urn:microsoft.com/office/officeart/2005/8/layout/hierarchy1"/>
    <dgm:cxn modelId="{3D832A17-3977-492F-92EA-0B5E13279B6F}" type="presParOf" srcId="{F01A6033-C82B-43AE-9CCE-D99DB2418B18}" destId="{E6E784C3-5707-4D95-81E3-69802AF605BA}" srcOrd="0" destOrd="0" presId="urn:microsoft.com/office/officeart/2005/8/layout/hierarchy1"/>
    <dgm:cxn modelId="{2DEC4413-9390-484A-A62F-7AC9D784570A}" type="presParOf" srcId="{F01A6033-C82B-43AE-9CCE-D99DB2418B18}" destId="{C51F5431-96AF-4C34-B39E-FBEE6F4D9392}" srcOrd="1" destOrd="0" presId="urn:microsoft.com/office/officeart/2005/8/layout/hierarchy1"/>
    <dgm:cxn modelId="{35936E3F-8931-4D2B-8039-5E0F98E2DE1D}" type="presParOf" srcId="{AD3B67AD-2EF6-4018-AB14-8EED120EB6EA}" destId="{0489322C-7EAA-41A8-B7D8-9F1E2F55E3A4}" srcOrd="1" destOrd="0" presId="urn:microsoft.com/office/officeart/2005/8/layout/hierarchy1"/>
    <dgm:cxn modelId="{C24CE13E-832D-4D29-B01C-FF66B170002B}" type="presParOf" srcId="{0489322C-7EAA-41A8-B7D8-9F1E2F55E3A4}" destId="{F4C82769-0AF7-44FA-86F2-E264A7AA01D1}" srcOrd="0" destOrd="0" presId="urn:microsoft.com/office/officeart/2005/8/layout/hierarchy1"/>
    <dgm:cxn modelId="{5ED2396E-4981-405A-BA09-17B6F475554A}" type="presParOf" srcId="{0489322C-7EAA-41A8-B7D8-9F1E2F55E3A4}" destId="{91594D18-8C5D-495B-9602-7E199174DC49}" srcOrd="1" destOrd="0" presId="urn:microsoft.com/office/officeart/2005/8/layout/hierarchy1"/>
    <dgm:cxn modelId="{F3B7B8F1-1FDB-458E-A864-CFA4AC95BEF4}" type="presParOf" srcId="{91594D18-8C5D-495B-9602-7E199174DC49}" destId="{4ED536FB-7101-42C0-95E8-CB8EB101D3B8}" srcOrd="0" destOrd="0" presId="urn:microsoft.com/office/officeart/2005/8/layout/hierarchy1"/>
    <dgm:cxn modelId="{5971DC4D-6E88-4489-BA3A-6B63AE242A75}" type="presParOf" srcId="{4ED536FB-7101-42C0-95E8-CB8EB101D3B8}" destId="{3284AD81-45C9-42A6-A07A-0AE561E2125E}" srcOrd="0" destOrd="0" presId="urn:microsoft.com/office/officeart/2005/8/layout/hierarchy1"/>
    <dgm:cxn modelId="{C5887FC1-8C60-4C2B-AA42-D7B6715FFF39}" type="presParOf" srcId="{4ED536FB-7101-42C0-95E8-CB8EB101D3B8}" destId="{BBA14444-CD0B-4022-8231-42C82CD8BBB5}" srcOrd="1" destOrd="0" presId="urn:microsoft.com/office/officeart/2005/8/layout/hierarchy1"/>
    <dgm:cxn modelId="{D8B8DB38-D855-425D-A53D-67E6651E7214}" type="presParOf" srcId="{91594D18-8C5D-495B-9602-7E199174DC49}" destId="{9101027E-5C01-459C-8065-CCDA2F862488}" srcOrd="1" destOrd="0" presId="urn:microsoft.com/office/officeart/2005/8/layout/hierarchy1"/>
    <dgm:cxn modelId="{01CFBC59-BE05-4D19-A4D3-31A7B1E54757}" type="presParOf" srcId="{0489322C-7EAA-41A8-B7D8-9F1E2F55E3A4}" destId="{44D9C41F-67FE-4C06-BC79-531A4480C42A}" srcOrd="2" destOrd="0" presId="urn:microsoft.com/office/officeart/2005/8/layout/hierarchy1"/>
    <dgm:cxn modelId="{1602BF9C-54AC-48C6-AFCC-F1BAA0DF1410}" type="presParOf" srcId="{0489322C-7EAA-41A8-B7D8-9F1E2F55E3A4}" destId="{3DC88FAC-6939-4660-8C53-8325E4EC3712}" srcOrd="3" destOrd="0" presId="urn:microsoft.com/office/officeart/2005/8/layout/hierarchy1"/>
    <dgm:cxn modelId="{DD89073D-995D-4A3F-8606-34C69409EEA0}" type="presParOf" srcId="{3DC88FAC-6939-4660-8C53-8325E4EC3712}" destId="{CBA17450-6B5F-419B-B025-ADA0037D9307}" srcOrd="0" destOrd="0" presId="urn:microsoft.com/office/officeart/2005/8/layout/hierarchy1"/>
    <dgm:cxn modelId="{3C116673-7291-45CE-AC5F-7F1B2C6821D6}" type="presParOf" srcId="{CBA17450-6B5F-419B-B025-ADA0037D9307}" destId="{C864B6A1-3B1E-4EDC-B09E-3A41D8024851}" srcOrd="0" destOrd="0" presId="urn:microsoft.com/office/officeart/2005/8/layout/hierarchy1"/>
    <dgm:cxn modelId="{3A66827F-2DFB-41F7-996D-642820A14E77}" type="presParOf" srcId="{CBA17450-6B5F-419B-B025-ADA0037D9307}" destId="{7E51865C-D224-497E-B1F7-706B91BC3094}" srcOrd="1" destOrd="0" presId="urn:microsoft.com/office/officeart/2005/8/layout/hierarchy1"/>
    <dgm:cxn modelId="{9C60AB98-0733-4E3D-93A4-70C685E24D0F}" type="presParOf" srcId="{3DC88FAC-6939-4660-8C53-8325E4EC3712}" destId="{D4C1B10F-7B7B-4C1F-8DF8-6EE15FE4327B}" srcOrd="1" destOrd="0" presId="urn:microsoft.com/office/officeart/2005/8/layout/hierarchy1"/>
    <dgm:cxn modelId="{EEB7E080-C47B-4777-8108-0ADC805306D3}" type="presParOf" srcId="{D4C1B10F-7B7B-4C1F-8DF8-6EE15FE4327B}" destId="{7A43CF83-2A7E-480E-85A8-FF9E51B5F58E}" srcOrd="0" destOrd="0" presId="urn:microsoft.com/office/officeart/2005/8/layout/hierarchy1"/>
    <dgm:cxn modelId="{9C3CD36A-0426-4F20-A2F9-3CB362BFDE8F}" type="presParOf" srcId="{D4C1B10F-7B7B-4C1F-8DF8-6EE15FE4327B}" destId="{CD96CA73-BEAE-497A-A1E9-6D5392196251}" srcOrd="1" destOrd="0" presId="urn:microsoft.com/office/officeart/2005/8/layout/hierarchy1"/>
    <dgm:cxn modelId="{0D3EF4D1-C13D-471A-BAA7-819778E70DC5}" type="presParOf" srcId="{CD96CA73-BEAE-497A-A1E9-6D5392196251}" destId="{828B04FC-1992-4CC7-8ADE-3D9A552667DD}" srcOrd="0" destOrd="0" presId="urn:microsoft.com/office/officeart/2005/8/layout/hierarchy1"/>
    <dgm:cxn modelId="{2A01545C-E1B5-4187-B343-DC6A5554A7AA}" type="presParOf" srcId="{828B04FC-1992-4CC7-8ADE-3D9A552667DD}" destId="{F7C63C39-3523-41EA-8897-22E8DB05B454}" srcOrd="0" destOrd="0" presId="urn:microsoft.com/office/officeart/2005/8/layout/hierarchy1"/>
    <dgm:cxn modelId="{3AB88E24-E1C2-4A1B-8717-4CAE0D5D51BA}" type="presParOf" srcId="{828B04FC-1992-4CC7-8ADE-3D9A552667DD}" destId="{32D4381C-5A0B-4F67-A3EA-70B98BA43D19}" srcOrd="1" destOrd="0" presId="urn:microsoft.com/office/officeart/2005/8/layout/hierarchy1"/>
    <dgm:cxn modelId="{09675AB6-367F-4715-8B26-961E778395AE}" type="presParOf" srcId="{CD96CA73-BEAE-497A-A1E9-6D5392196251}" destId="{F5D9E1AD-F2D3-439D-9D08-172359C73174}" srcOrd="1" destOrd="0" presId="urn:microsoft.com/office/officeart/2005/8/layout/hierarchy1"/>
    <dgm:cxn modelId="{2EB660A4-BBD0-4075-9E1A-336A07CD2673}" type="presParOf" srcId="{F5D9E1AD-F2D3-439D-9D08-172359C73174}" destId="{2E5371B1-A5A4-4543-8A4B-ECB0DC1B07E3}" srcOrd="0" destOrd="0" presId="urn:microsoft.com/office/officeart/2005/8/layout/hierarchy1"/>
    <dgm:cxn modelId="{D99501F3-A3A9-4B4B-A0CD-B26FDAF9BB82}" type="presParOf" srcId="{F5D9E1AD-F2D3-439D-9D08-172359C73174}" destId="{149424C0-D3D9-4992-B485-2FF1260B48C6}" srcOrd="1" destOrd="0" presId="urn:microsoft.com/office/officeart/2005/8/layout/hierarchy1"/>
    <dgm:cxn modelId="{8E8F1ABC-FFC4-4C32-9FAD-5785C682D1A1}" type="presParOf" srcId="{149424C0-D3D9-4992-B485-2FF1260B48C6}" destId="{16F33F17-996D-4152-8C7E-C69DDF112AB7}" srcOrd="0" destOrd="0" presId="urn:microsoft.com/office/officeart/2005/8/layout/hierarchy1"/>
    <dgm:cxn modelId="{85000ABE-57A4-416A-BEDB-547CC01CBFA9}" type="presParOf" srcId="{16F33F17-996D-4152-8C7E-C69DDF112AB7}" destId="{78E42B3D-3BA4-46A7-B27D-C8E75E0C6D67}" srcOrd="0" destOrd="0" presId="urn:microsoft.com/office/officeart/2005/8/layout/hierarchy1"/>
    <dgm:cxn modelId="{AF8D9F61-96FD-40BA-A91B-3CCB8BB27E8B}" type="presParOf" srcId="{16F33F17-996D-4152-8C7E-C69DDF112AB7}" destId="{E9354974-5E74-4C24-95A2-B3A729DF768B}" srcOrd="1" destOrd="0" presId="urn:microsoft.com/office/officeart/2005/8/layout/hierarchy1"/>
    <dgm:cxn modelId="{A32E5F24-7AD3-4A5F-A1A0-EE68FAF72E81}" type="presParOf" srcId="{149424C0-D3D9-4992-B485-2FF1260B48C6}" destId="{A05A6133-0E57-4B48-8BC8-EBB0CF27835E}" srcOrd="1" destOrd="0" presId="urn:microsoft.com/office/officeart/2005/8/layout/hierarchy1"/>
    <dgm:cxn modelId="{817B45AC-69AE-4637-B5F4-A8D05E4BE00A}" type="presParOf" srcId="{D4C1B10F-7B7B-4C1F-8DF8-6EE15FE4327B}" destId="{9B846F12-3511-460D-9F6D-6AFDCCC94AD1}" srcOrd="2" destOrd="0" presId="urn:microsoft.com/office/officeart/2005/8/layout/hierarchy1"/>
    <dgm:cxn modelId="{6877FAF1-9E73-4AD6-956F-9E9ECC823F56}" type="presParOf" srcId="{D4C1B10F-7B7B-4C1F-8DF8-6EE15FE4327B}" destId="{18DD3083-30B5-4005-821C-BF2134B649AB}" srcOrd="3" destOrd="0" presId="urn:microsoft.com/office/officeart/2005/8/layout/hierarchy1"/>
    <dgm:cxn modelId="{50BB378C-630C-41AF-A897-A7B1808928E4}" type="presParOf" srcId="{18DD3083-30B5-4005-821C-BF2134B649AB}" destId="{EE4204BE-02F4-46FF-85A1-B5D861C0DE49}" srcOrd="0" destOrd="0" presId="urn:microsoft.com/office/officeart/2005/8/layout/hierarchy1"/>
    <dgm:cxn modelId="{AF8A1E86-0A18-401C-A8BF-0372948835B4}" type="presParOf" srcId="{EE4204BE-02F4-46FF-85A1-B5D861C0DE49}" destId="{E9665B0E-FD45-4078-BC6F-16056E3CC932}" srcOrd="0" destOrd="0" presId="urn:microsoft.com/office/officeart/2005/8/layout/hierarchy1"/>
    <dgm:cxn modelId="{9051194F-28CC-4175-944B-4A784FCB9919}" type="presParOf" srcId="{EE4204BE-02F4-46FF-85A1-B5D861C0DE49}" destId="{46B5F4B8-3DD7-4492-A69C-EBDF50946CE4}" srcOrd="1" destOrd="0" presId="urn:microsoft.com/office/officeart/2005/8/layout/hierarchy1"/>
    <dgm:cxn modelId="{FD203506-FDCD-49D0-B674-7999B40023E8}" type="presParOf" srcId="{18DD3083-30B5-4005-821C-BF2134B649AB}" destId="{39149A97-13F1-49B1-9C23-5F6666706528}" srcOrd="1" destOrd="0" presId="urn:microsoft.com/office/officeart/2005/8/layout/hierarchy1"/>
    <dgm:cxn modelId="{089943B6-6D33-44C2-AD56-793115C11112}" type="presParOf" srcId="{D4C1B10F-7B7B-4C1F-8DF8-6EE15FE4327B}" destId="{AD99DFDD-E7AF-4357-9BF5-162251A08343}" srcOrd="4" destOrd="0" presId="urn:microsoft.com/office/officeart/2005/8/layout/hierarchy1"/>
    <dgm:cxn modelId="{216BABEC-A867-4052-8721-017F7BF01E3F}" type="presParOf" srcId="{D4C1B10F-7B7B-4C1F-8DF8-6EE15FE4327B}" destId="{56A2545E-517B-41D6-A9A5-644C502BB6C7}" srcOrd="5" destOrd="0" presId="urn:microsoft.com/office/officeart/2005/8/layout/hierarchy1"/>
    <dgm:cxn modelId="{8B178E22-A744-4FB6-A63A-815D4D88ABBE}" type="presParOf" srcId="{56A2545E-517B-41D6-A9A5-644C502BB6C7}" destId="{7FB76C93-0330-4F7B-98F0-562E7E6604BB}" srcOrd="0" destOrd="0" presId="urn:microsoft.com/office/officeart/2005/8/layout/hierarchy1"/>
    <dgm:cxn modelId="{F02B4FCF-7F13-4646-9CCF-9E099D791F61}" type="presParOf" srcId="{7FB76C93-0330-4F7B-98F0-562E7E6604BB}" destId="{6BCD92BE-C918-4AAF-9E16-71966D8D1FF0}" srcOrd="0" destOrd="0" presId="urn:microsoft.com/office/officeart/2005/8/layout/hierarchy1"/>
    <dgm:cxn modelId="{7A3E4B74-1CA3-42A2-96D9-8DFB99F0E9EC}" type="presParOf" srcId="{7FB76C93-0330-4F7B-98F0-562E7E6604BB}" destId="{8C4686AF-361C-4AAC-9ECE-DEEA8244C0FE}" srcOrd="1" destOrd="0" presId="urn:microsoft.com/office/officeart/2005/8/layout/hierarchy1"/>
    <dgm:cxn modelId="{D12C2516-E053-4C25-B530-583BAF3DF570}" type="presParOf" srcId="{56A2545E-517B-41D6-A9A5-644C502BB6C7}" destId="{779A72AF-422D-4146-81C0-06C74ED6D232}" srcOrd="1" destOrd="0" presId="urn:microsoft.com/office/officeart/2005/8/layout/hierarchy1"/>
    <dgm:cxn modelId="{A823671C-669D-48A5-9324-0956FD58EA1B}" type="presParOf" srcId="{D4C1B10F-7B7B-4C1F-8DF8-6EE15FE4327B}" destId="{12AED1AE-D936-4152-841E-7D5B5AC3AE8F}" srcOrd="6" destOrd="0" presId="urn:microsoft.com/office/officeart/2005/8/layout/hierarchy1"/>
    <dgm:cxn modelId="{E9AD1B37-BBA4-4123-908E-7A8488B2959A}" type="presParOf" srcId="{D4C1B10F-7B7B-4C1F-8DF8-6EE15FE4327B}" destId="{6D6719EB-FEE1-4A47-8336-7FC6D6337453}" srcOrd="7" destOrd="0" presId="urn:microsoft.com/office/officeart/2005/8/layout/hierarchy1"/>
    <dgm:cxn modelId="{733DE99B-51EB-47C7-ADC3-29789DE7ABD9}" type="presParOf" srcId="{6D6719EB-FEE1-4A47-8336-7FC6D6337453}" destId="{57097CAE-7289-497D-ABBF-645B0A9E53B3}" srcOrd="0" destOrd="0" presId="urn:microsoft.com/office/officeart/2005/8/layout/hierarchy1"/>
    <dgm:cxn modelId="{9B3BC6A6-6079-4A9D-A0D5-F1F8510255CB}" type="presParOf" srcId="{57097CAE-7289-497D-ABBF-645B0A9E53B3}" destId="{02ADEBF8-B56F-49D9-9826-6FB0F525A038}" srcOrd="0" destOrd="0" presId="urn:microsoft.com/office/officeart/2005/8/layout/hierarchy1"/>
    <dgm:cxn modelId="{47FFB7E8-8B51-4766-93D3-ED3E65356F65}" type="presParOf" srcId="{57097CAE-7289-497D-ABBF-645B0A9E53B3}" destId="{B25E925F-F4A3-46C3-BCFA-84B6E2542749}" srcOrd="1" destOrd="0" presId="urn:microsoft.com/office/officeart/2005/8/layout/hierarchy1"/>
    <dgm:cxn modelId="{41A7FD40-15B9-40BB-AB5C-97A47FD4946A}" type="presParOf" srcId="{6D6719EB-FEE1-4A47-8336-7FC6D6337453}" destId="{61CD13CA-37A4-466E-962B-4B999BF0C61C}" srcOrd="1" destOrd="0" presId="urn:microsoft.com/office/officeart/2005/8/layout/hierarchy1"/>
    <dgm:cxn modelId="{1BF834C5-1FCC-429E-B72B-52B6D7399971}" type="presParOf" srcId="{D4C1B10F-7B7B-4C1F-8DF8-6EE15FE4327B}" destId="{FAD1C388-444B-426A-8A0C-37B8FDEA4FFD}" srcOrd="8" destOrd="0" presId="urn:microsoft.com/office/officeart/2005/8/layout/hierarchy1"/>
    <dgm:cxn modelId="{A24257D5-72B0-4BCD-8FE7-D122FEAE0AC5}" type="presParOf" srcId="{D4C1B10F-7B7B-4C1F-8DF8-6EE15FE4327B}" destId="{5F402880-BF03-4038-BCB0-80D667CEF891}" srcOrd="9" destOrd="0" presId="urn:microsoft.com/office/officeart/2005/8/layout/hierarchy1"/>
    <dgm:cxn modelId="{4020F483-A07D-45BB-A874-BFF2A83EC8E0}" type="presParOf" srcId="{5F402880-BF03-4038-BCB0-80D667CEF891}" destId="{EFD04E72-E8F0-4E7F-9EA4-1FFA2C1BE79E}" srcOrd="0" destOrd="0" presId="urn:microsoft.com/office/officeart/2005/8/layout/hierarchy1"/>
    <dgm:cxn modelId="{688F32E9-5ACA-4F37-819C-7805AA3344CA}" type="presParOf" srcId="{EFD04E72-E8F0-4E7F-9EA4-1FFA2C1BE79E}" destId="{FA392122-2B1D-41DD-8555-8BAB1FDD8662}" srcOrd="0" destOrd="0" presId="urn:microsoft.com/office/officeart/2005/8/layout/hierarchy1"/>
    <dgm:cxn modelId="{376D70E1-A9B0-4E33-8770-096E67A005C1}" type="presParOf" srcId="{EFD04E72-E8F0-4E7F-9EA4-1FFA2C1BE79E}" destId="{2F6BEA32-CAF3-4FE2-810C-E393D5EBD197}" srcOrd="1" destOrd="0" presId="urn:microsoft.com/office/officeart/2005/8/layout/hierarchy1"/>
    <dgm:cxn modelId="{B2BE5067-F30D-4FAE-8BE1-C4BA0996BD71}" type="presParOf" srcId="{5F402880-BF03-4038-BCB0-80D667CEF891}" destId="{E1E8C301-A4B5-408B-9CF6-019EE1E4408E}" srcOrd="1" destOrd="0" presId="urn:microsoft.com/office/officeart/2005/8/layout/hierarchy1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244423-770B-4E49-8D44-278C5BE702BB}" type="doc">
      <dgm:prSet loTypeId="urn:microsoft.com/office/officeart/2008/layout/VerticalCurvedList" loCatId="list" qsTypeId="urn:microsoft.com/office/officeart/2005/8/quickstyle/simple2#1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90A56262-DCF1-4ADF-9CE1-2D7F20CF0A94}">
      <dgm:prSet custT="1"/>
      <dgm:spPr>
        <a:solidFill>
          <a:srgbClr val="002060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Some partitions produce </a:t>
          </a:r>
          <a:r>
            <a:rPr lang="en-US" sz="1600" b="1" noProof="0" dirty="0">
              <a:solidFill>
                <a:schemeClr val="bg1"/>
              </a:solidFill>
            </a:rPr>
            <a:t>very effective experts</a:t>
          </a:r>
        </a:p>
      </dgm:t>
    </dgm:pt>
    <dgm:pt modelId="{BB212685-9D6D-4144-8F9A-B6679DDD1D8B}" type="parTrans" cxnId="{CE374D2A-9259-4B1A-B46C-442DD6252BEE}">
      <dgm:prSet/>
      <dgm:spPr/>
      <dgm:t>
        <a:bodyPr/>
        <a:lstStyle/>
        <a:p>
          <a:endParaRPr lang="en-US" sz="1600"/>
        </a:p>
      </dgm:t>
    </dgm:pt>
    <dgm:pt modelId="{EBD1D499-0615-464B-A736-CD70BAAC331E}" type="sibTrans" cxnId="{CE374D2A-9259-4B1A-B46C-442DD6252BEE}">
      <dgm:prSet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endParaRPr lang="en-US" sz="1600"/>
        </a:p>
      </dgm:t>
    </dgm:pt>
    <dgm:pt modelId="{683B0057-73C3-4569-89A8-8D12444CC0D8}">
      <dgm:prSet custT="1"/>
      <dgm:spPr>
        <a:solidFill>
          <a:srgbClr val="002060"/>
        </a:solidFill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Many partitions produce </a:t>
          </a:r>
          <a:r>
            <a:rPr lang="en-US" sz="1600" b="1" noProof="0" dirty="0">
              <a:solidFill>
                <a:schemeClr val="bg1"/>
              </a:solidFill>
            </a:rPr>
            <a:t>modest improvements</a:t>
          </a:r>
        </a:p>
      </dgm:t>
    </dgm:pt>
    <dgm:pt modelId="{6AFBE145-D5FB-469A-A490-87B658B96E1E}" type="parTrans" cxnId="{A0A95247-8329-44FE-9E7C-0DF3EBFA4D7C}">
      <dgm:prSet/>
      <dgm:spPr/>
      <dgm:t>
        <a:bodyPr/>
        <a:lstStyle/>
        <a:p>
          <a:endParaRPr lang="en-US" sz="1600"/>
        </a:p>
      </dgm:t>
    </dgm:pt>
    <dgm:pt modelId="{BEADF8B8-523C-40BC-92EE-95C3F7A37D82}" type="sibTrans" cxnId="{A0A95247-8329-44FE-9E7C-0DF3EBFA4D7C}">
      <dgm:prSet/>
      <dgm:spPr/>
      <dgm:t>
        <a:bodyPr/>
        <a:lstStyle/>
        <a:p>
          <a:endParaRPr lang="en-US" sz="1600"/>
        </a:p>
      </dgm:t>
    </dgm:pt>
    <dgm:pt modelId="{6221E7AE-457D-4440-BBB2-1DBEA0831D42}">
      <dgm:prSet custT="1"/>
      <dgm:spPr>
        <a:solidFill>
          <a:srgbClr val="002060"/>
        </a:solidFill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The depth of the </a:t>
          </a:r>
          <a:r>
            <a:rPr lang="en-US" sz="1600" b="1" noProof="0" dirty="0">
              <a:solidFill>
                <a:schemeClr val="bg1"/>
              </a:solidFill>
            </a:rPr>
            <a:t>loss </a:t>
          </a:r>
          <a:r>
            <a:rPr lang="en-US" sz="1600" b="1" noProof="0" dirty="0" err="1">
              <a:solidFill>
                <a:schemeClr val="bg1"/>
              </a:solidFill>
            </a:rPr>
            <a:t>basen</a:t>
          </a:r>
          <a:r>
            <a:rPr lang="en-US" sz="1600" b="1" noProof="0" dirty="0">
              <a:solidFill>
                <a:schemeClr val="bg1"/>
              </a:solidFill>
            </a:rPr>
            <a:t> </a:t>
          </a:r>
          <a:r>
            <a:rPr lang="en-US" sz="1600" noProof="0" dirty="0">
              <a:solidFill>
                <a:schemeClr val="bg1"/>
              </a:solidFill>
            </a:rPr>
            <a:t>is </a:t>
          </a:r>
          <a:r>
            <a:rPr lang="en-US" sz="1600" noProof="0" dirty="0" err="1">
              <a:solidFill>
                <a:schemeClr val="bg1"/>
              </a:solidFill>
            </a:rPr>
            <a:t>rougly</a:t>
          </a:r>
          <a:r>
            <a:rPr lang="en-US" sz="1600" noProof="0" dirty="0">
              <a:solidFill>
                <a:schemeClr val="bg1"/>
              </a:solidFill>
            </a:rPr>
            <a:t> proportional to the initial magnitude of the </a:t>
          </a:r>
          <a:r>
            <a:rPr lang="en-US" sz="1600" b="1" noProof="0" dirty="0">
              <a:solidFill>
                <a:schemeClr val="bg1"/>
              </a:solidFill>
            </a:rPr>
            <a:t>gradient</a:t>
          </a:r>
        </a:p>
      </dgm:t>
    </dgm:pt>
    <dgm:pt modelId="{A7C37C80-3CD0-4898-BFA0-19C0B593B2C6}" type="parTrans" cxnId="{CBAC0D8D-FA8B-4CA8-80D3-7283A6C8E3C9}">
      <dgm:prSet/>
      <dgm:spPr/>
      <dgm:t>
        <a:bodyPr/>
        <a:lstStyle/>
        <a:p>
          <a:endParaRPr lang="en-US" sz="1600"/>
        </a:p>
      </dgm:t>
    </dgm:pt>
    <dgm:pt modelId="{6FB75B68-0048-4A4D-A668-03F67084800D}" type="sibTrans" cxnId="{CBAC0D8D-FA8B-4CA8-80D3-7283A6C8E3C9}">
      <dgm:prSet/>
      <dgm:spPr/>
      <dgm:t>
        <a:bodyPr/>
        <a:lstStyle/>
        <a:p>
          <a:endParaRPr lang="en-US" sz="1600"/>
        </a:p>
      </dgm:t>
    </dgm:pt>
    <dgm:pt modelId="{CE0252A1-51ED-42D9-8251-89ABB98E1FF0}" type="pres">
      <dgm:prSet presAssocID="{3F244423-770B-4E49-8D44-278C5BE702BB}" presName="Name0" presStyleCnt="0">
        <dgm:presLayoutVars>
          <dgm:chMax val="7"/>
          <dgm:chPref val="7"/>
          <dgm:dir/>
        </dgm:presLayoutVars>
      </dgm:prSet>
      <dgm:spPr/>
    </dgm:pt>
    <dgm:pt modelId="{BA5B16AD-0E8C-475F-8306-C908B5904CF5}" type="pres">
      <dgm:prSet presAssocID="{3F244423-770B-4E49-8D44-278C5BE702BB}" presName="Name1" presStyleCnt="0"/>
      <dgm:spPr/>
    </dgm:pt>
    <dgm:pt modelId="{5C92A746-8F9C-41E8-B1E8-79751E631834}" type="pres">
      <dgm:prSet presAssocID="{3F244423-770B-4E49-8D44-278C5BE702BB}" presName="cycle" presStyleCnt="0"/>
      <dgm:spPr/>
    </dgm:pt>
    <dgm:pt modelId="{414CDBC6-5DD8-4FE2-8F3D-BEAE6069D64D}" type="pres">
      <dgm:prSet presAssocID="{3F244423-770B-4E49-8D44-278C5BE702BB}" presName="srcNode" presStyleLbl="node1" presStyleIdx="0" presStyleCnt="3"/>
      <dgm:spPr/>
    </dgm:pt>
    <dgm:pt modelId="{75ED2FD7-17A6-4AA6-B1CE-D6634C5E4505}" type="pres">
      <dgm:prSet presAssocID="{3F244423-770B-4E49-8D44-278C5BE702BB}" presName="conn" presStyleLbl="parChTrans1D2" presStyleIdx="0" presStyleCnt="1" custLinFactNeighborX="-52689" custLinFactNeighborY="2059"/>
      <dgm:spPr/>
    </dgm:pt>
    <dgm:pt modelId="{245C8B4C-933C-41BA-9CFC-CBA845D59522}" type="pres">
      <dgm:prSet presAssocID="{3F244423-770B-4E49-8D44-278C5BE702BB}" presName="extraNode" presStyleLbl="node1" presStyleIdx="0" presStyleCnt="3"/>
      <dgm:spPr/>
    </dgm:pt>
    <dgm:pt modelId="{ED3F0C5A-C044-462D-ABDF-09142CA62219}" type="pres">
      <dgm:prSet presAssocID="{3F244423-770B-4E49-8D44-278C5BE702BB}" presName="dstNode" presStyleLbl="node1" presStyleIdx="0" presStyleCnt="3"/>
      <dgm:spPr/>
    </dgm:pt>
    <dgm:pt modelId="{8C55CCE0-E827-4B86-861E-A5749FC2AD16}" type="pres">
      <dgm:prSet presAssocID="{90A56262-DCF1-4ADF-9CE1-2D7F20CF0A94}" presName="text_1" presStyleLbl="node1" presStyleIdx="0" presStyleCnt="3">
        <dgm:presLayoutVars>
          <dgm:bulletEnabled val="1"/>
        </dgm:presLayoutVars>
      </dgm:prSet>
      <dgm:spPr/>
    </dgm:pt>
    <dgm:pt modelId="{A300139A-BC76-4616-B250-5B11AEA00D02}" type="pres">
      <dgm:prSet presAssocID="{90A56262-DCF1-4ADF-9CE1-2D7F20CF0A94}" presName="accent_1" presStyleCnt="0"/>
      <dgm:spPr/>
    </dgm:pt>
    <dgm:pt modelId="{DD1F8BB0-EA66-40BA-BFF5-2CA3595E2806}" type="pres">
      <dgm:prSet presAssocID="{90A56262-DCF1-4ADF-9CE1-2D7F20CF0A94}" presName="accentRepeatNode" presStyleLbl="solidFgAcc1" presStyleIdx="0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  <dgm:pt modelId="{BDDE1B80-D7AF-4304-8F07-3111B0D8AE05}" type="pres">
      <dgm:prSet presAssocID="{683B0057-73C3-4569-89A8-8D12444CC0D8}" presName="text_2" presStyleLbl="node1" presStyleIdx="1" presStyleCnt="3">
        <dgm:presLayoutVars>
          <dgm:bulletEnabled val="1"/>
        </dgm:presLayoutVars>
      </dgm:prSet>
      <dgm:spPr/>
    </dgm:pt>
    <dgm:pt modelId="{128EFDBE-FDA2-4232-B416-8D1D5650B50B}" type="pres">
      <dgm:prSet presAssocID="{683B0057-73C3-4569-89A8-8D12444CC0D8}" presName="accent_2" presStyleCnt="0"/>
      <dgm:spPr/>
    </dgm:pt>
    <dgm:pt modelId="{52A5448B-6F90-4A2D-924A-7275D19FDBE6}" type="pres">
      <dgm:prSet presAssocID="{683B0057-73C3-4569-89A8-8D12444CC0D8}" presName="accentRepeatNode" presStyleLbl="solidFgAcc1" presStyleIdx="1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  <dgm:pt modelId="{C84F83AF-9758-48A3-9805-AE9EB9DBF52D}" type="pres">
      <dgm:prSet presAssocID="{6221E7AE-457D-4440-BBB2-1DBEA0831D42}" presName="text_3" presStyleLbl="node1" presStyleIdx="2" presStyleCnt="3">
        <dgm:presLayoutVars>
          <dgm:bulletEnabled val="1"/>
        </dgm:presLayoutVars>
      </dgm:prSet>
      <dgm:spPr/>
    </dgm:pt>
    <dgm:pt modelId="{23526013-F796-4EB1-B859-37BA9B634789}" type="pres">
      <dgm:prSet presAssocID="{6221E7AE-457D-4440-BBB2-1DBEA0831D42}" presName="accent_3" presStyleCnt="0"/>
      <dgm:spPr/>
    </dgm:pt>
    <dgm:pt modelId="{4644D4AE-7AA4-462A-8947-2AB341901E3C}" type="pres">
      <dgm:prSet presAssocID="{6221E7AE-457D-4440-BBB2-1DBEA0831D42}" presName="accentRepeatNode" presStyleLbl="solidFgAcc1" presStyleIdx="2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</dgm:ptLst>
  <dgm:cxnLst>
    <dgm:cxn modelId="{D5437B16-6F2C-4070-8856-EB1E3989FC49}" type="presOf" srcId="{683B0057-73C3-4569-89A8-8D12444CC0D8}" destId="{BDDE1B80-D7AF-4304-8F07-3111B0D8AE05}" srcOrd="0" destOrd="0" presId="urn:microsoft.com/office/officeart/2008/layout/VerticalCurvedList"/>
    <dgm:cxn modelId="{03980718-8290-4334-B1B7-3880DC73754E}" type="presOf" srcId="{90A56262-DCF1-4ADF-9CE1-2D7F20CF0A94}" destId="{8C55CCE0-E827-4B86-861E-A5749FC2AD16}" srcOrd="0" destOrd="0" presId="urn:microsoft.com/office/officeart/2008/layout/VerticalCurvedList"/>
    <dgm:cxn modelId="{CE374D2A-9259-4B1A-B46C-442DD6252BEE}" srcId="{3F244423-770B-4E49-8D44-278C5BE702BB}" destId="{90A56262-DCF1-4ADF-9CE1-2D7F20CF0A94}" srcOrd="0" destOrd="0" parTransId="{BB212685-9D6D-4144-8F9A-B6679DDD1D8B}" sibTransId="{EBD1D499-0615-464B-A736-CD70BAAC331E}"/>
    <dgm:cxn modelId="{22636C5E-8105-4A32-9CDB-19FB80F128C1}" type="presOf" srcId="{EBD1D499-0615-464B-A736-CD70BAAC331E}" destId="{75ED2FD7-17A6-4AA6-B1CE-D6634C5E4505}" srcOrd="0" destOrd="0" presId="urn:microsoft.com/office/officeart/2008/layout/VerticalCurvedList"/>
    <dgm:cxn modelId="{A0A95247-8329-44FE-9E7C-0DF3EBFA4D7C}" srcId="{3F244423-770B-4E49-8D44-278C5BE702BB}" destId="{683B0057-73C3-4569-89A8-8D12444CC0D8}" srcOrd="1" destOrd="0" parTransId="{6AFBE145-D5FB-469A-A490-87B658B96E1E}" sibTransId="{BEADF8B8-523C-40BC-92EE-95C3F7A37D82}"/>
    <dgm:cxn modelId="{AAF0B154-5E50-4DCA-9A65-9CF7C7A2BD83}" type="presOf" srcId="{6221E7AE-457D-4440-BBB2-1DBEA0831D42}" destId="{C84F83AF-9758-48A3-9805-AE9EB9DBF52D}" srcOrd="0" destOrd="0" presId="urn:microsoft.com/office/officeart/2008/layout/VerticalCurvedList"/>
    <dgm:cxn modelId="{CBAC0D8D-FA8B-4CA8-80D3-7283A6C8E3C9}" srcId="{3F244423-770B-4E49-8D44-278C5BE702BB}" destId="{6221E7AE-457D-4440-BBB2-1DBEA0831D42}" srcOrd="2" destOrd="0" parTransId="{A7C37C80-3CD0-4898-BFA0-19C0B593B2C6}" sibTransId="{6FB75B68-0048-4A4D-A668-03F67084800D}"/>
    <dgm:cxn modelId="{49A458BA-38B0-4282-B5C1-527278B2D4EF}" type="presOf" srcId="{3F244423-770B-4E49-8D44-278C5BE702BB}" destId="{CE0252A1-51ED-42D9-8251-89ABB98E1FF0}" srcOrd="0" destOrd="0" presId="urn:microsoft.com/office/officeart/2008/layout/VerticalCurvedList"/>
    <dgm:cxn modelId="{34EB44B7-EA6C-4D82-8048-D5F758B94072}" type="presParOf" srcId="{CE0252A1-51ED-42D9-8251-89ABB98E1FF0}" destId="{BA5B16AD-0E8C-475F-8306-C908B5904CF5}" srcOrd="0" destOrd="0" presId="urn:microsoft.com/office/officeart/2008/layout/VerticalCurvedList"/>
    <dgm:cxn modelId="{1DEF7D03-6A5F-4BAC-A452-71924A4B83DB}" type="presParOf" srcId="{BA5B16AD-0E8C-475F-8306-C908B5904CF5}" destId="{5C92A746-8F9C-41E8-B1E8-79751E631834}" srcOrd="0" destOrd="0" presId="urn:microsoft.com/office/officeart/2008/layout/VerticalCurvedList"/>
    <dgm:cxn modelId="{CB27D293-73ED-4AF2-8CE7-4B60AB930511}" type="presParOf" srcId="{5C92A746-8F9C-41E8-B1E8-79751E631834}" destId="{414CDBC6-5DD8-4FE2-8F3D-BEAE6069D64D}" srcOrd="0" destOrd="0" presId="urn:microsoft.com/office/officeart/2008/layout/VerticalCurvedList"/>
    <dgm:cxn modelId="{34E75F91-132D-478F-B40A-9C0C1DB9DEF0}" type="presParOf" srcId="{5C92A746-8F9C-41E8-B1E8-79751E631834}" destId="{75ED2FD7-17A6-4AA6-B1CE-D6634C5E4505}" srcOrd="1" destOrd="0" presId="urn:microsoft.com/office/officeart/2008/layout/VerticalCurvedList"/>
    <dgm:cxn modelId="{1EE6830F-2998-46EA-8538-EDEF4C03678A}" type="presParOf" srcId="{5C92A746-8F9C-41E8-B1E8-79751E631834}" destId="{245C8B4C-933C-41BA-9CFC-CBA845D59522}" srcOrd="2" destOrd="0" presId="urn:microsoft.com/office/officeart/2008/layout/VerticalCurvedList"/>
    <dgm:cxn modelId="{5C6170D9-2759-4F3F-BB51-FC5989A71588}" type="presParOf" srcId="{5C92A746-8F9C-41E8-B1E8-79751E631834}" destId="{ED3F0C5A-C044-462D-ABDF-09142CA62219}" srcOrd="3" destOrd="0" presId="urn:microsoft.com/office/officeart/2008/layout/VerticalCurvedList"/>
    <dgm:cxn modelId="{14466040-C8EB-41EB-9068-493E47C3B1F9}" type="presParOf" srcId="{BA5B16AD-0E8C-475F-8306-C908B5904CF5}" destId="{8C55CCE0-E827-4B86-861E-A5749FC2AD16}" srcOrd="1" destOrd="0" presId="urn:microsoft.com/office/officeart/2008/layout/VerticalCurvedList"/>
    <dgm:cxn modelId="{8DFF7E4E-8E92-4920-A389-5B32482A4986}" type="presParOf" srcId="{BA5B16AD-0E8C-475F-8306-C908B5904CF5}" destId="{A300139A-BC76-4616-B250-5B11AEA00D02}" srcOrd="2" destOrd="0" presId="urn:microsoft.com/office/officeart/2008/layout/VerticalCurvedList"/>
    <dgm:cxn modelId="{02B6373A-E932-41D4-BE39-BD3E6D4C9515}" type="presParOf" srcId="{A300139A-BC76-4616-B250-5B11AEA00D02}" destId="{DD1F8BB0-EA66-40BA-BFF5-2CA3595E2806}" srcOrd="0" destOrd="0" presId="urn:microsoft.com/office/officeart/2008/layout/VerticalCurvedList"/>
    <dgm:cxn modelId="{0BAFE0C2-CBF8-4362-98B3-F094F24C0D62}" type="presParOf" srcId="{BA5B16AD-0E8C-475F-8306-C908B5904CF5}" destId="{BDDE1B80-D7AF-4304-8F07-3111B0D8AE05}" srcOrd="3" destOrd="0" presId="urn:microsoft.com/office/officeart/2008/layout/VerticalCurvedList"/>
    <dgm:cxn modelId="{C36A9054-6EC7-4E7E-A875-6743E2ADE45F}" type="presParOf" srcId="{BA5B16AD-0E8C-475F-8306-C908B5904CF5}" destId="{128EFDBE-FDA2-4232-B416-8D1D5650B50B}" srcOrd="4" destOrd="0" presId="urn:microsoft.com/office/officeart/2008/layout/VerticalCurvedList"/>
    <dgm:cxn modelId="{190EB527-DE95-43F0-ADD8-E2494D5BACE5}" type="presParOf" srcId="{128EFDBE-FDA2-4232-B416-8D1D5650B50B}" destId="{52A5448B-6F90-4A2D-924A-7275D19FDBE6}" srcOrd="0" destOrd="0" presId="urn:microsoft.com/office/officeart/2008/layout/VerticalCurvedList"/>
    <dgm:cxn modelId="{9618F8D6-4542-4604-B0A5-91C38B6622D2}" type="presParOf" srcId="{BA5B16AD-0E8C-475F-8306-C908B5904CF5}" destId="{C84F83AF-9758-48A3-9805-AE9EB9DBF52D}" srcOrd="5" destOrd="0" presId="urn:microsoft.com/office/officeart/2008/layout/VerticalCurvedList"/>
    <dgm:cxn modelId="{427B461E-DE51-4B35-ABBA-2C0B6E90A644}" type="presParOf" srcId="{BA5B16AD-0E8C-475F-8306-C908B5904CF5}" destId="{23526013-F796-4EB1-B859-37BA9B634789}" srcOrd="6" destOrd="0" presId="urn:microsoft.com/office/officeart/2008/layout/VerticalCurvedList"/>
    <dgm:cxn modelId="{7DED6F24-1781-4235-B68C-6FCCB2CE0B6B}" type="presParOf" srcId="{23526013-F796-4EB1-B859-37BA9B634789}" destId="{4644D4AE-7AA4-462A-8947-2AB341901E3C}" srcOrd="0" destOrd="0" presId="urn:microsoft.com/office/officeart/2008/layout/VerticalCurve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r>
                <a:rPr lang="en-US" noProof="0" dirty="0"/>
                <a:t> experts</a:t>
              </a:r>
            </a:p>
          </dgm:t>
        </dgm:pt>
      </mc:Choice>
      <mc:Fallback xmlns="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noProof="0" dirty="0"/>
                <a:t> experts</a:t>
              </a:r>
            </a:p>
          </dgm:t>
        </dgm:pt>
      </mc:Fallback>
    </mc:AlternateConten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’=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 </m:t>
                  </m:r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Choice>
      <mc:Fallback xmlns="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:r>
                <a:rPr lang="en-US" i="0" noProof="0">
                  <a:latin typeface="Cambria Math" panose="02040503050406030204" pitchFamily="18" charset="0"/>
                </a:rPr>
                <a:t>𝐵’=𝐵</a:t>
              </a:r>
              <a:r>
                <a:rPr lang="en-US" b="0" i="0" noProof="0">
                  <a:latin typeface="Cambria Math" panose="02040503050406030204" pitchFamily="18" charset="0"/>
                </a:rPr>
                <a:t> 𝑘_𝑟𝑒𝑓𝑖𝑛𝑒𝑚𝑒𝑛𝑡</a:t>
              </a:r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Fallback>
    </mc:AlternateConten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endParaRPr lang="en-US" noProof="0" dirty="0"/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endParaRPr lang="en-US" noProof="0" dirty="0"/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blipFill>
          <a:blip xmlns:r="http://schemas.openxmlformats.org/officeDocument/2006/relationships" r:embed="rId2"/>
          <a:stretch>
            <a:fillRect t="-2885" b="-961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r>
                <a:rPr lang="en-US" noProof="0" dirty="0"/>
                <a:t> experts</a:t>
              </a:r>
            </a:p>
          </dgm:t>
        </dgm:pt>
      </mc:Choice>
      <mc:Fallback xmlns="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noProof="0" dirty="0"/>
                <a:t> experts</a:t>
              </a:r>
            </a:p>
          </dgm:t>
        </dgm:pt>
      </mc:Fallback>
    </mc:AlternateConten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’=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 </m:t>
                  </m:r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Choice>
      <mc:Fallback xmlns="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:r>
                <a:rPr lang="en-US" i="0" noProof="0">
                  <a:latin typeface="Cambria Math" panose="02040503050406030204" pitchFamily="18" charset="0"/>
                </a:rPr>
                <a:t>𝐵’=𝐵</a:t>
              </a:r>
              <a:r>
                <a:rPr lang="en-US" b="0" i="0" noProof="0">
                  <a:latin typeface="Cambria Math" panose="02040503050406030204" pitchFamily="18" charset="0"/>
                </a:rPr>
                <a:t> 𝑘_𝑟𝑒𝑓𝑖𝑛𝑒𝑚𝑒𝑛𝑡</a:t>
              </a:r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Fallback>
    </mc:AlternateConten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endParaRPr lang="en-US" noProof="0" dirty="0"/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endParaRPr lang="en-US" noProof="0" dirty="0"/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blipFill>
          <a:blip xmlns:r="http://schemas.openxmlformats.org/officeDocument/2006/relationships" r:embed="rId2"/>
          <a:stretch>
            <a:fillRect t="-2885" b="-961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More clusters = Less points in the cluster </a:t>
          </a:r>
        </a:p>
        <a:p>
          <a:r>
            <a:rPr lang="en-US" noProof="0" dirty="0"/>
            <a:t>= More aligned sample gradients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solidFill>
          <a:srgbClr val="002060"/>
        </a:solidFill>
      </dgm:spPr>
      <dgm:t>
        <a:bodyPr/>
        <a:lstStyle/>
        <a:p>
          <a:pPr algn="l"/>
          <a:r>
            <a:rPr lang="en-US" noProof="0" dirty="0"/>
            <a:t>Downside: the dispatcher gets really big!</a:t>
          </a:r>
        </a:p>
        <a:p>
          <a:pPr algn="l"/>
          <a:r>
            <a:rPr lang="en-US" noProof="0" dirty="0"/>
            <a:t>… but that is OK.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</a:t>
          </a:r>
          <a:r>
            <a:rPr lang="en-US" b="1" i="0" noProof="0" dirty="0"/>
            <a:t>hundreds of  partitions </a:t>
          </a:r>
          <a:r>
            <a:rPr lang="en-US" i="0" noProof="0" dirty="0"/>
            <a:t>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on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′</m:t>
                  </m:r>
                </m:oMath>
              </a14:m>
              <a:r>
                <a:rPr lang="en-US" noProof="0" dirty="0"/>
                <a:t> is not important</a:t>
              </a:r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on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b="0" i="0" noProof="0">
                  <a:latin typeface="Cambria Math" panose="02040503050406030204" pitchFamily="18" charset="0"/>
                </a:rPr>
                <a:t>′</a:t>
              </a:r>
              <a:r>
                <a:rPr lang="en-US" noProof="0" dirty="0"/>
                <a:t> is not important</a:t>
              </a:r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BA7CF568-D827-404F-83EF-DE2A0F5DA945}" type="pres">
      <dgm:prSet presAssocID="{EC767A62-18A4-4BBD-8D30-C4B12C4C0645}" presName="text_2" presStyleLbl="node1" presStyleIdx="1" presStyleCnt="4">
        <dgm:presLayoutVars>
          <dgm:bulletEnabled val="1"/>
        </dgm:presLayoutVars>
      </dgm:prSet>
      <dgm:spPr/>
    </dgm:pt>
    <dgm:pt modelId="{244593FC-E0E4-47B8-A343-69F06F009CA1}" type="pres">
      <dgm:prSet presAssocID="{EC767A62-18A4-4BBD-8D30-C4B12C4C0645}" presName="accent_2" presStyleCnt="0"/>
      <dgm:spPr/>
    </dgm:pt>
    <dgm:pt modelId="{71C501C7-2686-421D-945D-142B4331F832}" type="pres">
      <dgm:prSet presAssocID="{EC767A62-18A4-4BBD-8D30-C4B12C4C0645}" presName="accentRepeatNode" presStyleLbl="solidFgAcc1" presStyleIdx="1" presStyleCnt="4"/>
      <dgm:spPr/>
    </dgm:pt>
    <dgm:pt modelId="{EEEBC823-6327-41E3-9498-077EC66E6394}" type="pres">
      <dgm:prSet presAssocID="{798C188D-18B1-4B26-9FDC-409C045ED262}" presName="text_3" presStyleLbl="node1" presStyleIdx="2" presStyleCnt="4">
        <dgm:presLayoutVars>
          <dgm:bulletEnabled val="1"/>
        </dgm:presLayoutVars>
      </dgm:prSet>
      <dgm:spPr/>
    </dgm:pt>
    <dgm:pt modelId="{49BFF199-3E8B-43C7-B962-BC5846F8BE32}" type="pres">
      <dgm:prSet presAssocID="{798C188D-18B1-4B26-9FDC-409C045ED262}" presName="accent_3" presStyleCnt="0"/>
      <dgm:spPr/>
    </dgm:pt>
    <dgm:pt modelId="{204B6F6D-7B1C-4CAD-9ADE-CB573A37270F}" type="pres">
      <dgm:prSet presAssocID="{798C188D-18B1-4B26-9FDC-409C045ED262}" presName="accentRepeatNode" presStyleLbl="solidFgAcc1" presStyleIdx="2" presStyleCnt="4"/>
      <dgm:spPr/>
    </dgm:pt>
    <dgm:pt modelId="{F31F4AD6-69DA-4570-AC70-E2D69C9751D4}" type="pres">
      <dgm:prSet presAssocID="{AB5E8C35-0BA6-47F1-922E-88BDC09C3B77}" presName="text_4" presStyleLbl="node1" presStyleIdx="3" presStyleCnt="4">
        <dgm:presLayoutVars>
          <dgm:bulletEnabled val="1"/>
        </dgm:presLayoutVars>
      </dgm:prSet>
      <dgm:spPr/>
    </dgm:pt>
    <dgm:pt modelId="{583F5170-7157-4533-8EC9-683840561B10}" type="pres">
      <dgm:prSet presAssocID="{AB5E8C35-0BA6-47F1-922E-88BDC09C3B77}" presName="accent_4" presStyleCnt="0"/>
      <dgm:spPr/>
    </dgm:pt>
    <dgm:pt modelId="{A806FBA3-8774-4FCA-A268-8CC8209F5AAF}" type="pres">
      <dgm:prSet presAssocID="{AB5E8C35-0BA6-47F1-922E-88BDC09C3B77}" presName="accentRepeatNode" presStyleLbl="solidFgAcc1" presStyleIdx="3" presStyleCnt="4"/>
      <dgm:spPr/>
    </dgm:pt>
  </dgm:ptLst>
  <dgm:cxnLst>
    <dgm:cxn modelId="{289B4725-00CF-43BB-93C2-E6DF82692BD7}" type="presOf" srcId="{798C188D-18B1-4B26-9FDC-409C045ED262}" destId="{EEEBC823-6327-41E3-9498-077EC66E6394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41962841-4CE6-4F1A-A683-D3F0597896C7}" type="presOf" srcId="{AB5E8C35-0BA6-47F1-922E-88BDC09C3B77}" destId="{F31F4AD6-69DA-4570-AC70-E2D69C9751D4}" srcOrd="0" destOrd="0" presId="urn:microsoft.com/office/officeart/2008/layout/VerticalCurvedList"/>
    <dgm:cxn modelId="{2BB9554D-9C84-4D98-AFA2-E36693826526}" type="presOf" srcId="{98864F5B-8B93-4C6F-8496-DE05CE4F312A}" destId="{DB97A614-0CD1-4D1C-9AC4-CDF076F83FBC}" srcOrd="0" destOrd="0" presId="urn:microsoft.com/office/officeart/2008/layout/VerticalCurvedList"/>
    <dgm:cxn modelId="{82B44F6F-EA98-42F5-B5BD-54BFC1BEEF91}" type="presOf" srcId="{EC767A62-18A4-4BBD-8D30-C4B12C4C0645}" destId="{BA7CF568-D827-404F-83EF-DE2A0F5DA945}" srcOrd="0" destOrd="0" presId="urn:microsoft.com/office/officeart/2008/layout/VerticalCurvedList"/>
    <dgm:cxn modelId="{A44DCB51-490E-4DE8-BA17-8D78CB4E3EF6}" srcId="{E7F2E059-6D38-4141-8C61-A3619F9306B6}" destId="{EC767A62-18A4-4BBD-8D30-C4B12C4C0645}" srcOrd="1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2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3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4E89CDAD-74AD-4EF1-80AE-F9D633FF51C2}" type="presOf" srcId="{B488A91D-3011-4FC1-9C07-0F82E3A86A9B}" destId="{6B1155D6-2615-4C01-A103-5C865AD5DBB0}" srcOrd="0" destOrd="0" presId="urn:microsoft.com/office/officeart/2008/layout/VerticalCurvedList"/>
    <dgm:cxn modelId="{A96EB865-1A5E-4343-A3F5-D08119E47D28}" type="presParOf" srcId="{D8859118-FAD5-4BF1-97EC-C98EC4F71A05}" destId="{03023755-3772-4464-85AC-CE927BA663F3}" srcOrd="0" destOrd="0" presId="urn:microsoft.com/office/officeart/2008/layout/VerticalCurvedList"/>
    <dgm:cxn modelId="{F279C54A-7ABE-4724-B73A-7388C89B85BB}" type="presParOf" srcId="{03023755-3772-4464-85AC-CE927BA663F3}" destId="{1AFCD2CA-8B4E-4898-A39F-54B810AE832A}" srcOrd="0" destOrd="0" presId="urn:microsoft.com/office/officeart/2008/layout/VerticalCurvedList"/>
    <dgm:cxn modelId="{09A0D9A6-3DE0-41D9-A204-4F17A655DED8}" type="presParOf" srcId="{1AFCD2CA-8B4E-4898-A39F-54B810AE832A}" destId="{330500F8-CC30-4831-A561-3F33A2DB40B0}" srcOrd="0" destOrd="0" presId="urn:microsoft.com/office/officeart/2008/layout/VerticalCurvedList"/>
    <dgm:cxn modelId="{E98B26CA-328B-4837-96D0-81C090F4F3B4}" type="presParOf" srcId="{1AFCD2CA-8B4E-4898-A39F-54B810AE832A}" destId="{DB97A614-0CD1-4D1C-9AC4-CDF076F83FBC}" srcOrd="1" destOrd="0" presId="urn:microsoft.com/office/officeart/2008/layout/VerticalCurvedList"/>
    <dgm:cxn modelId="{7E45A221-F914-4A15-8F33-C72313D62B3F}" type="presParOf" srcId="{1AFCD2CA-8B4E-4898-A39F-54B810AE832A}" destId="{15D63AA4-CD32-4A9F-8A52-67A874CA55EB}" srcOrd="2" destOrd="0" presId="urn:microsoft.com/office/officeart/2008/layout/VerticalCurvedList"/>
    <dgm:cxn modelId="{F765BF61-7473-4C96-A1F5-2B19C69229BA}" type="presParOf" srcId="{1AFCD2CA-8B4E-4898-A39F-54B810AE832A}" destId="{6C93834D-A338-48CA-8879-44B0F7A10B41}" srcOrd="3" destOrd="0" presId="urn:microsoft.com/office/officeart/2008/layout/VerticalCurvedList"/>
    <dgm:cxn modelId="{744D681A-F809-4E9E-8442-8CFF64182500}" type="presParOf" srcId="{03023755-3772-4464-85AC-CE927BA663F3}" destId="{6B1155D6-2615-4C01-A103-5C865AD5DBB0}" srcOrd="1" destOrd="0" presId="urn:microsoft.com/office/officeart/2008/layout/VerticalCurvedList"/>
    <dgm:cxn modelId="{A4231645-0E1D-479D-9735-FA686952CC1E}" type="presParOf" srcId="{03023755-3772-4464-85AC-CE927BA663F3}" destId="{BDC0F71C-4597-4FDD-980D-36316462213B}" srcOrd="2" destOrd="0" presId="urn:microsoft.com/office/officeart/2008/layout/VerticalCurvedList"/>
    <dgm:cxn modelId="{215EF849-C59D-4992-B5C8-179202E305CD}" type="presParOf" srcId="{BDC0F71C-4597-4FDD-980D-36316462213B}" destId="{A5E440D7-B800-4036-A379-8B30AB2CA8F8}" srcOrd="0" destOrd="0" presId="urn:microsoft.com/office/officeart/2008/layout/VerticalCurvedList"/>
    <dgm:cxn modelId="{A3490C26-0867-48BF-99E6-8E22100DD942}" type="presParOf" srcId="{03023755-3772-4464-85AC-CE927BA663F3}" destId="{BA7CF568-D827-404F-83EF-DE2A0F5DA945}" srcOrd="3" destOrd="0" presId="urn:microsoft.com/office/officeart/2008/layout/VerticalCurvedList"/>
    <dgm:cxn modelId="{731B1DB7-3E81-4A89-9094-71273A95B339}" type="presParOf" srcId="{03023755-3772-4464-85AC-CE927BA663F3}" destId="{244593FC-E0E4-47B8-A343-69F06F009CA1}" srcOrd="4" destOrd="0" presId="urn:microsoft.com/office/officeart/2008/layout/VerticalCurvedList"/>
    <dgm:cxn modelId="{2E60C828-4E92-435E-8A50-C3A4236C5CC4}" type="presParOf" srcId="{244593FC-E0E4-47B8-A343-69F06F009CA1}" destId="{71C501C7-2686-421D-945D-142B4331F832}" srcOrd="0" destOrd="0" presId="urn:microsoft.com/office/officeart/2008/layout/VerticalCurvedList"/>
    <dgm:cxn modelId="{F88C2AA1-8415-4BDA-B778-160AAB6080FA}" type="presParOf" srcId="{03023755-3772-4464-85AC-CE927BA663F3}" destId="{EEEBC823-6327-41E3-9498-077EC66E6394}" srcOrd="5" destOrd="0" presId="urn:microsoft.com/office/officeart/2008/layout/VerticalCurvedList"/>
    <dgm:cxn modelId="{B08E0403-EE8B-4489-A805-9332A72E9A1A}" type="presParOf" srcId="{03023755-3772-4464-85AC-CE927BA663F3}" destId="{49BFF199-3E8B-43C7-B962-BC5846F8BE32}" srcOrd="6" destOrd="0" presId="urn:microsoft.com/office/officeart/2008/layout/VerticalCurvedList"/>
    <dgm:cxn modelId="{BEEAFD29-FAA3-46DD-B621-B821BF3ED166}" type="presParOf" srcId="{49BFF199-3E8B-43C7-B962-BC5846F8BE32}" destId="{204B6F6D-7B1C-4CAD-9ADE-CB573A37270F}" srcOrd="0" destOrd="0" presId="urn:microsoft.com/office/officeart/2008/layout/VerticalCurvedList"/>
    <dgm:cxn modelId="{1DA07759-6B2A-44E8-BED4-2B8C17DED75F}" type="presParOf" srcId="{03023755-3772-4464-85AC-CE927BA663F3}" destId="{F31F4AD6-69DA-4570-AC70-E2D69C9751D4}" srcOrd="7" destOrd="0" presId="urn:microsoft.com/office/officeart/2008/layout/VerticalCurvedList"/>
    <dgm:cxn modelId="{B0321D9A-5EC9-4001-AF2D-FF8EAAF60252}" type="presParOf" srcId="{03023755-3772-4464-85AC-CE927BA663F3}" destId="{583F5170-7157-4533-8EC9-683840561B10}" srcOrd="8" destOrd="0" presId="urn:microsoft.com/office/officeart/2008/layout/VerticalCurvedList"/>
    <dgm:cxn modelId="{5E3254A3-97FF-47DE-A2F8-17B6F6796F7B}" type="presParOf" srcId="{583F5170-7157-4533-8EC9-683840561B10}" destId="{A806FBA3-8774-4FCA-A268-8CC8209F5AA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More clusters = Less points in the cluster </a:t>
          </a:r>
        </a:p>
        <a:p>
          <a:r>
            <a:rPr lang="en-US" noProof="0" dirty="0"/>
            <a:t>= More aligned sample gradients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solidFill>
          <a:srgbClr val="002060"/>
        </a:solidFill>
      </dgm:spPr>
      <dgm:t>
        <a:bodyPr/>
        <a:lstStyle/>
        <a:p>
          <a:pPr algn="l"/>
          <a:r>
            <a:rPr lang="en-US" noProof="0" dirty="0"/>
            <a:t>Downside: the dispatcher gets really big!</a:t>
          </a:r>
        </a:p>
        <a:p>
          <a:pPr algn="l"/>
          <a:r>
            <a:rPr lang="en-US" noProof="0" dirty="0"/>
            <a:t>… but that is OK.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</a:t>
          </a:r>
          <a:r>
            <a:rPr lang="en-US" b="1" i="0" noProof="0" dirty="0"/>
            <a:t>hundreds of  partitions </a:t>
          </a:r>
          <a:r>
            <a:rPr lang="en-US" i="0" noProof="0" dirty="0"/>
            <a:t>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BA7CF568-D827-404F-83EF-DE2A0F5DA945}" type="pres">
      <dgm:prSet presAssocID="{EC767A62-18A4-4BBD-8D30-C4B12C4C0645}" presName="text_2" presStyleLbl="node1" presStyleIdx="1" presStyleCnt="4">
        <dgm:presLayoutVars>
          <dgm:bulletEnabled val="1"/>
        </dgm:presLayoutVars>
      </dgm:prSet>
      <dgm:spPr/>
    </dgm:pt>
    <dgm:pt modelId="{244593FC-E0E4-47B8-A343-69F06F009CA1}" type="pres">
      <dgm:prSet presAssocID="{EC767A62-18A4-4BBD-8D30-C4B12C4C0645}" presName="accent_2" presStyleCnt="0"/>
      <dgm:spPr/>
    </dgm:pt>
    <dgm:pt modelId="{71C501C7-2686-421D-945D-142B4331F832}" type="pres">
      <dgm:prSet presAssocID="{EC767A62-18A4-4BBD-8D30-C4B12C4C0645}" presName="accentRepeatNode" presStyleLbl="solidFgAcc1" presStyleIdx="1" presStyleCnt="4"/>
      <dgm:spPr/>
    </dgm:pt>
    <dgm:pt modelId="{EEEBC823-6327-41E3-9498-077EC66E6394}" type="pres">
      <dgm:prSet presAssocID="{798C188D-18B1-4B26-9FDC-409C045ED262}" presName="text_3" presStyleLbl="node1" presStyleIdx="2" presStyleCnt="4">
        <dgm:presLayoutVars>
          <dgm:bulletEnabled val="1"/>
        </dgm:presLayoutVars>
      </dgm:prSet>
      <dgm:spPr/>
    </dgm:pt>
    <dgm:pt modelId="{49BFF199-3E8B-43C7-B962-BC5846F8BE32}" type="pres">
      <dgm:prSet presAssocID="{798C188D-18B1-4B26-9FDC-409C045ED262}" presName="accent_3" presStyleCnt="0"/>
      <dgm:spPr/>
    </dgm:pt>
    <dgm:pt modelId="{204B6F6D-7B1C-4CAD-9ADE-CB573A37270F}" type="pres">
      <dgm:prSet presAssocID="{798C188D-18B1-4B26-9FDC-409C045ED262}" presName="accentRepeatNode" presStyleLbl="solidFgAcc1" presStyleIdx="2" presStyleCnt="4"/>
      <dgm:spPr/>
    </dgm:pt>
    <dgm:pt modelId="{F31F4AD6-69DA-4570-AC70-E2D69C9751D4}" type="pres">
      <dgm:prSet presAssocID="{AB5E8C35-0BA6-47F1-922E-88BDC09C3B77}" presName="text_4" presStyleLbl="node1" presStyleIdx="3" presStyleCnt="4">
        <dgm:presLayoutVars>
          <dgm:bulletEnabled val="1"/>
        </dgm:presLayoutVars>
      </dgm:prSet>
      <dgm:spPr/>
    </dgm:pt>
    <dgm:pt modelId="{583F5170-7157-4533-8EC9-683840561B10}" type="pres">
      <dgm:prSet presAssocID="{AB5E8C35-0BA6-47F1-922E-88BDC09C3B77}" presName="accent_4" presStyleCnt="0"/>
      <dgm:spPr/>
    </dgm:pt>
    <dgm:pt modelId="{A806FBA3-8774-4FCA-A268-8CC8209F5AAF}" type="pres">
      <dgm:prSet presAssocID="{AB5E8C35-0BA6-47F1-922E-88BDC09C3B77}" presName="accentRepeatNode" presStyleLbl="solidFgAcc1" presStyleIdx="3" presStyleCnt="4"/>
      <dgm:spPr/>
    </dgm:pt>
  </dgm:ptLst>
  <dgm:cxnLst>
    <dgm:cxn modelId="{289B4725-00CF-43BB-93C2-E6DF82692BD7}" type="presOf" srcId="{798C188D-18B1-4B26-9FDC-409C045ED262}" destId="{EEEBC823-6327-41E3-9498-077EC66E6394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41962841-4CE6-4F1A-A683-D3F0597896C7}" type="presOf" srcId="{AB5E8C35-0BA6-47F1-922E-88BDC09C3B77}" destId="{F31F4AD6-69DA-4570-AC70-E2D69C9751D4}" srcOrd="0" destOrd="0" presId="urn:microsoft.com/office/officeart/2008/layout/VerticalCurvedList"/>
    <dgm:cxn modelId="{2BB9554D-9C84-4D98-AFA2-E36693826526}" type="presOf" srcId="{98864F5B-8B93-4C6F-8496-DE05CE4F312A}" destId="{DB97A614-0CD1-4D1C-9AC4-CDF076F83FBC}" srcOrd="0" destOrd="0" presId="urn:microsoft.com/office/officeart/2008/layout/VerticalCurvedList"/>
    <dgm:cxn modelId="{82B44F6F-EA98-42F5-B5BD-54BFC1BEEF91}" type="presOf" srcId="{EC767A62-18A4-4BBD-8D30-C4B12C4C0645}" destId="{BA7CF568-D827-404F-83EF-DE2A0F5DA945}" srcOrd="0" destOrd="0" presId="urn:microsoft.com/office/officeart/2008/layout/VerticalCurvedList"/>
    <dgm:cxn modelId="{A44DCB51-490E-4DE8-BA17-8D78CB4E3EF6}" srcId="{E7F2E059-6D38-4141-8C61-A3619F9306B6}" destId="{EC767A62-18A4-4BBD-8D30-C4B12C4C0645}" srcOrd="1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2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3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4E89CDAD-74AD-4EF1-80AE-F9D633FF51C2}" type="presOf" srcId="{B488A91D-3011-4FC1-9C07-0F82E3A86A9B}" destId="{6B1155D6-2615-4C01-A103-5C865AD5DBB0}" srcOrd="0" destOrd="0" presId="urn:microsoft.com/office/officeart/2008/layout/VerticalCurvedList"/>
    <dgm:cxn modelId="{A96EB865-1A5E-4343-A3F5-D08119E47D28}" type="presParOf" srcId="{D8859118-FAD5-4BF1-97EC-C98EC4F71A05}" destId="{03023755-3772-4464-85AC-CE927BA663F3}" srcOrd="0" destOrd="0" presId="urn:microsoft.com/office/officeart/2008/layout/VerticalCurvedList"/>
    <dgm:cxn modelId="{F279C54A-7ABE-4724-B73A-7388C89B85BB}" type="presParOf" srcId="{03023755-3772-4464-85AC-CE927BA663F3}" destId="{1AFCD2CA-8B4E-4898-A39F-54B810AE832A}" srcOrd="0" destOrd="0" presId="urn:microsoft.com/office/officeart/2008/layout/VerticalCurvedList"/>
    <dgm:cxn modelId="{09A0D9A6-3DE0-41D9-A204-4F17A655DED8}" type="presParOf" srcId="{1AFCD2CA-8B4E-4898-A39F-54B810AE832A}" destId="{330500F8-CC30-4831-A561-3F33A2DB40B0}" srcOrd="0" destOrd="0" presId="urn:microsoft.com/office/officeart/2008/layout/VerticalCurvedList"/>
    <dgm:cxn modelId="{E98B26CA-328B-4837-96D0-81C090F4F3B4}" type="presParOf" srcId="{1AFCD2CA-8B4E-4898-A39F-54B810AE832A}" destId="{DB97A614-0CD1-4D1C-9AC4-CDF076F83FBC}" srcOrd="1" destOrd="0" presId="urn:microsoft.com/office/officeart/2008/layout/VerticalCurvedList"/>
    <dgm:cxn modelId="{7E45A221-F914-4A15-8F33-C72313D62B3F}" type="presParOf" srcId="{1AFCD2CA-8B4E-4898-A39F-54B810AE832A}" destId="{15D63AA4-CD32-4A9F-8A52-67A874CA55EB}" srcOrd="2" destOrd="0" presId="urn:microsoft.com/office/officeart/2008/layout/VerticalCurvedList"/>
    <dgm:cxn modelId="{F765BF61-7473-4C96-A1F5-2B19C69229BA}" type="presParOf" srcId="{1AFCD2CA-8B4E-4898-A39F-54B810AE832A}" destId="{6C93834D-A338-48CA-8879-44B0F7A10B41}" srcOrd="3" destOrd="0" presId="urn:microsoft.com/office/officeart/2008/layout/VerticalCurvedList"/>
    <dgm:cxn modelId="{744D681A-F809-4E9E-8442-8CFF64182500}" type="presParOf" srcId="{03023755-3772-4464-85AC-CE927BA663F3}" destId="{6B1155D6-2615-4C01-A103-5C865AD5DBB0}" srcOrd="1" destOrd="0" presId="urn:microsoft.com/office/officeart/2008/layout/VerticalCurvedList"/>
    <dgm:cxn modelId="{A4231645-0E1D-479D-9735-FA686952CC1E}" type="presParOf" srcId="{03023755-3772-4464-85AC-CE927BA663F3}" destId="{BDC0F71C-4597-4FDD-980D-36316462213B}" srcOrd="2" destOrd="0" presId="urn:microsoft.com/office/officeart/2008/layout/VerticalCurvedList"/>
    <dgm:cxn modelId="{215EF849-C59D-4992-B5C8-179202E305CD}" type="presParOf" srcId="{BDC0F71C-4597-4FDD-980D-36316462213B}" destId="{A5E440D7-B800-4036-A379-8B30AB2CA8F8}" srcOrd="0" destOrd="0" presId="urn:microsoft.com/office/officeart/2008/layout/VerticalCurvedList"/>
    <dgm:cxn modelId="{A3490C26-0867-48BF-99E6-8E22100DD942}" type="presParOf" srcId="{03023755-3772-4464-85AC-CE927BA663F3}" destId="{BA7CF568-D827-404F-83EF-DE2A0F5DA945}" srcOrd="3" destOrd="0" presId="urn:microsoft.com/office/officeart/2008/layout/VerticalCurvedList"/>
    <dgm:cxn modelId="{731B1DB7-3E81-4A89-9094-71273A95B339}" type="presParOf" srcId="{03023755-3772-4464-85AC-CE927BA663F3}" destId="{244593FC-E0E4-47B8-A343-69F06F009CA1}" srcOrd="4" destOrd="0" presId="urn:microsoft.com/office/officeart/2008/layout/VerticalCurvedList"/>
    <dgm:cxn modelId="{2E60C828-4E92-435E-8A50-C3A4236C5CC4}" type="presParOf" srcId="{244593FC-E0E4-47B8-A343-69F06F009CA1}" destId="{71C501C7-2686-421D-945D-142B4331F832}" srcOrd="0" destOrd="0" presId="urn:microsoft.com/office/officeart/2008/layout/VerticalCurvedList"/>
    <dgm:cxn modelId="{F88C2AA1-8415-4BDA-B778-160AAB6080FA}" type="presParOf" srcId="{03023755-3772-4464-85AC-CE927BA663F3}" destId="{EEEBC823-6327-41E3-9498-077EC66E6394}" srcOrd="5" destOrd="0" presId="urn:microsoft.com/office/officeart/2008/layout/VerticalCurvedList"/>
    <dgm:cxn modelId="{B08E0403-EE8B-4489-A805-9332A72E9A1A}" type="presParOf" srcId="{03023755-3772-4464-85AC-CE927BA663F3}" destId="{49BFF199-3E8B-43C7-B962-BC5846F8BE32}" srcOrd="6" destOrd="0" presId="urn:microsoft.com/office/officeart/2008/layout/VerticalCurvedList"/>
    <dgm:cxn modelId="{BEEAFD29-FAA3-46DD-B621-B821BF3ED166}" type="presParOf" srcId="{49BFF199-3E8B-43C7-B962-BC5846F8BE32}" destId="{204B6F6D-7B1C-4CAD-9ADE-CB573A37270F}" srcOrd="0" destOrd="0" presId="urn:microsoft.com/office/officeart/2008/layout/VerticalCurvedList"/>
    <dgm:cxn modelId="{1DA07759-6B2A-44E8-BED4-2B8C17DED75F}" type="presParOf" srcId="{03023755-3772-4464-85AC-CE927BA663F3}" destId="{F31F4AD6-69DA-4570-AC70-E2D69C9751D4}" srcOrd="7" destOrd="0" presId="urn:microsoft.com/office/officeart/2008/layout/VerticalCurvedList"/>
    <dgm:cxn modelId="{B0321D9A-5EC9-4001-AF2D-FF8EAAF60252}" type="presParOf" srcId="{03023755-3772-4464-85AC-CE927BA663F3}" destId="{583F5170-7157-4533-8EC9-683840561B10}" srcOrd="8" destOrd="0" presId="urn:microsoft.com/office/officeart/2008/layout/VerticalCurvedList"/>
    <dgm:cxn modelId="{5E3254A3-97FF-47DE-A2F8-17B6F6796F7B}" type="presParOf" srcId="{583F5170-7157-4533-8EC9-683840561B10}" destId="{A806FBA3-8774-4FCA-A268-8CC8209F5AA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8A285B-9DE1-4139-8AEA-E7FD7FA953BA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6BB656E-09C1-435C-816A-D720A838D5A1}">
          <dgm:prSet phldrT="[Text]"/>
          <dgm:spPr>
            <a:solidFill>
              <a:srgbClr val="002060"/>
            </a:solidFill>
          </dgm:spPr>
          <dgm:t>
            <a:bodyPr/>
            <a:lstStyle/>
            <a:p>
              <a:r>
                <a:rPr lang="it-IT" dirty="0"/>
                <a:t>Re-</a:t>
              </a:r>
              <a:r>
                <a:rPr lang="it-IT" dirty="0" err="1"/>
                <a:t>run</a:t>
              </a:r>
              <a:r>
                <a:rPr lang="it-IT" dirty="0"/>
                <a:t> the training with </a:t>
              </a:r>
              <a:r>
                <a:rPr lang="it-IT" dirty="0" err="1"/>
                <a:t>higher</a:t>
              </a:r>
              <a:r>
                <a:rPr lang="it-IT" dirty="0"/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dirty="0"/>
            </a:p>
          </dgm:t>
        </dgm:pt>
      </mc:Choice>
      <mc:Fallback xmlns="">
        <dgm:pt modelId="{36BB656E-09C1-435C-816A-D720A838D5A1}">
          <dgm:prSet phldrT="[Text]"/>
          <dgm:spPr>
            <a:solidFill>
              <a:srgbClr val="002060"/>
            </a:solidFill>
          </dgm:spPr>
          <dgm:t>
            <a:bodyPr/>
            <a:lstStyle/>
            <a:p>
              <a:r>
                <a:rPr lang="it-IT" dirty="0"/>
                <a:t>Re-</a:t>
              </a:r>
              <a:r>
                <a:rPr lang="it-IT" dirty="0" err="1"/>
                <a:t>run</a:t>
              </a:r>
              <a:r>
                <a:rPr lang="it-IT" dirty="0"/>
                <a:t> the training with </a:t>
              </a:r>
              <a:r>
                <a:rPr lang="it-IT" dirty="0" err="1"/>
                <a:t>higher</a:t>
              </a:r>
              <a:r>
                <a:rPr lang="it-IT" dirty="0"/>
                <a:t> </a:t>
              </a:r>
              <a:r>
                <a:rPr lang="en-US" b="0" i="0" noProof="0">
                  <a:latin typeface="Cambria Math" panose="02040503050406030204" pitchFamily="18" charset="0"/>
                </a:rPr>
                <a:t>𝑘_𝑟𝑒𝑓𝑖𝑛𝑒𝑚𝑒𝑛𝑡</a:t>
              </a:r>
              <a:endParaRPr lang="en-US" dirty="0"/>
            </a:p>
          </dgm:t>
        </dgm:pt>
      </mc:Fallback>
    </mc:AlternateContent>
    <dgm:pt modelId="{D7303E6D-583C-4DAD-96DF-BAA98E14D82F}" type="parTrans" cxnId="{DB1BDB59-1DBB-4BEB-82B3-2A1F1508EE76}">
      <dgm:prSet/>
      <dgm:spPr/>
      <dgm:t>
        <a:bodyPr/>
        <a:lstStyle/>
        <a:p>
          <a:endParaRPr lang="en-US"/>
        </a:p>
      </dgm:t>
    </dgm:pt>
    <dgm:pt modelId="{A00E0F53-F2F2-4894-93E1-68863F3CADDC}" type="sibTrans" cxnId="{DB1BDB59-1DBB-4BEB-82B3-2A1F1508EE76}">
      <dgm:prSet/>
      <dgm:spPr/>
      <dgm:t>
        <a:bodyPr/>
        <a:lstStyle/>
        <a:p>
          <a:endParaRPr lang="en-US"/>
        </a:p>
      </dgm:t>
    </dgm:pt>
    <dgm:pt modelId="{106F2319-3FE5-4358-9847-BBCFA6DBA0AA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Tweak the </a:t>
          </a:r>
          <a:r>
            <a:rPr lang="it-IT" dirty="0" err="1"/>
            <a:t>architecture</a:t>
          </a:r>
          <a:endParaRPr lang="en-US" dirty="0"/>
        </a:p>
      </dgm:t>
    </dgm:pt>
    <dgm:pt modelId="{CB074B63-F5D7-4B46-A208-3BCCA1B689A0}" type="parTrans" cxnId="{0ACAEC95-C4CF-4947-998C-43579562DB63}">
      <dgm:prSet/>
      <dgm:spPr/>
      <dgm:t>
        <a:bodyPr/>
        <a:lstStyle/>
        <a:p>
          <a:endParaRPr lang="en-US"/>
        </a:p>
      </dgm:t>
    </dgm:pt>
    <dgm:pt modelId="{BEEA8D15-C42A-4ACC-99B3-6654B5EA8446}" type="sibTrans" cxnId="{0ACAEC95-C4CF-4947-998C-43579562DB63}">
      <dgm:prSet/>
      <dgm:spPr/>
      <dgm:t>
        <a:bodyPr/>
        <a:lstStyle/>
        <a:p>
          <a:endParaRPr lang="en-US"/>
        </a:p>
      </dgm:t>
    </dgm:pt>
    <dgm:pt modelId="{89E18655-D4BB-49E6-900E-FB18797FD348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Clustering on input to make the </a:t>
          </a:r>
          <a:r>
            <a:rPr lang="it-IT" b="1" dirty="0"/>
            <a:t>big </a:t>
          </a:r>
          <a:r>
            <a:rPr lang="it-IT" b="1" dirty="0" err="1"/>
            <a:t>dispatcher</a:t>
          </a:r>
          <a:r>
            <a:rPr lang="it-IT" dirty="0"/>
            <a:t> an </a:t>
          </a:r>
          <a:r>
            <a:rPr lang="it-IT" b="1" i="1" dirty="0"/>
            <a:t>accumulator</a:t>
          </a:r>
          <a:endParaRPr lang="en-US" b="1" i="1" dirty="0"/>
        </a:p>
      </dgm:t>
    </dgm:pt>
    <dgm:pt modelId="{31E4B2C9-3E39-4B22-9794-5AA463107B18}" type="parTrans" cxnId="{E833C716-3A6F-4754-943F-F6DECA514F41}">
      <dgm:prSet/>
      <dgm:spPr/>
      <dgm:t>
        <a:bodyPr/>
        <a:lstStyle/>
        <a:p>
          <a:endParaRPr lang="en-US"/>
        </a:p>
      </dgm:t>
    </dgm:pt>
    <dgm:pt modelId="{CABDCAD8-CF18-4EF5-8BBE-4694DCB03ECC}" type="sibTrans" cxnId="{E833C716-3A6F-4754-943F-F6DECA514F41}">
      <dgm:prSet/>
      <dgm:spPr/>
      <dgm:t>
        <a:bodyPr/>
        <a:lstStyle/>
        <a:p>
          <a:endParaRPr lang="en-US"/>
        </a:p>
      </dgm:t>
    </dgm:pt>
    <dgm:pt modelId="{8981B3E1-2578-44CD-B01C-4CD6E4612239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 err="1"/>
            <a:t>Measure</a:t>
          </a:r>
          <a:r>
            <a:rPr lang="it-IT" dirty="0"/>
            <a:t> </a:t>
          </a:r>
          <a:r>
            <a:rPr lang="it-IT"/>
            <a:t>the results</a:t>
          </a:r>
          <a:endParaRPr lang="en-US" dirty="0"/>
        </a:p>
      </dgm:t>
    </dgm:pt>
    <dgm:pt modelId="{C0EDF6AC-4269-48E7-BB2D-789CB685265F}" type="parTrans" cxnId="{0683FD58-F709-424B-87D3-7C917637FDA0}">
      <dgm:prSet/>
      <dgm:spPr/>
      <dgm:t>
        <a:bodyPr/>
        <a:lstStyle/>
        <a:p>
          <a:endParaRPr lang="en-US"/>
        </a:p>
      </dgm:t>
    </dgm:pt>
    <dgm:pt modelId="{51EBD18C-49A5-489D-AEF3-E6A1A916D30F}" type="sibTrans" cxnId="{0683FD58-F709-424B-87D3-7C917637FDA0}">
      <dgm:prSet/>
      <dgm:spPr/>
      <dgm:t>
        <a:bodyPr/>
        <a:lstStyle/>
        <a:p>
          <a:endParaRPr lang="en-US"/>
        </a:p>
      </dgm:t>
    </dgm:pt>
    <dgm:pt modelId="{6CF64FC6-61DA-45EB-A336-6EC9FDAFFB8A}" type="pres">
      <dgm:prSet presAssocID="{9E8A285B-9DE1-4139-8AEA-E7FD7FA953BA}" presName="cycle" presStyleCnt="0">
        <dgm:presLayoutVars>
          <dgm:dir/>
          <dgm:resizeHandles val="exact"/>
        </dgm:presLayoutVars>
      </dgm:prSet>
      <dgm:spPr/>
    </dgm:pt>
    <dgm:pt modelId="{F1DF42D4-DC3D-4D33-9F3A-EDA97BA8DF2A}" type="pres">
      <dgm:prSet presAssocID="{36BB656E-09C1-435C-816A-D720A838D5A1}" presName="node" presStyleLbl="node1" presStyleIdx="0" presStyleCnt="4">
        <dgm:presLayoutVars>
          <dgm:bulletEnabled val="1"/>
        </dgm:presLayoutVars>
      </dgm:prSet>
      <dgm:spPr/>
    </dgm:pt>
    <dgm:pt modelId="{5797C5CD-BCCD-4629-8AC1-112A62C2434C}" type="pres">
      <dgm:prSet presAssocID="{36BB656E-09C1-435C-816A-D720A838D5A1}" presName="spNode" presStyleCnt="0"/>
      <dgm:spPr/>
    </dgm:pt>
    <dgm:pt modelId="{FCF14509-226F-4ED0-ACC7-BF418FBC1D7C}" type="pres">
      <dgm:prSet presAssocID="{A00E0F53-F2F2-4894-93E1-68863F3CADDC}" presName="sibTrans" presStyleLbl="sibTrans1D1" presStyleIdx="0" presStyleCnt="4"/>
      <dgm:spPr/>
    </dgm:pt>
    <dgm:pt modelId="{2C36EAEA-6D9F-4129-B6DE-C15A6D467A91}" type="pres">
      <dgm:prSet presAssocID="{106F2319-3FE5-4358-9847-BBCFA6DBA0AA}" presName="node" presStyleLbl="node1" presStyleIdx="1" presStyleCnt="4">
        <dgm:presLayoutVars>
          <dgm:bulletEnabled val="1"/>
        </dgm:presLayoutVars>
      </dgm:prSet>
      <dgm:spPr/>
    </dgm:pt>
    <dgm:pt modelId="{1B916F72-903A-465E-97B0-A8DF04EC911B}" type="pres">
      <dgm:prSet presAssocID="{106F2319-3FE5-4358-9847-BBCFA6DBA0AA}" presName="spNode" presStyleCnt="0"/>
      <dgm:spPr/>
    </dgm:pt>
    <dgm:pt modelId="{EDE01401-C5B8-4506-A61C-41C8926A50DF}" type="pres">
      <dgm:prSet presAssocID="{BEEA8D15-C42A-4ACC-99B3-6654B5EA8446}" presName="sibTrans" presStyleLbl="sibTrans1D1" presStyleIdx="1" presStyleCnt="4"/>
      <dgm:spPr/>
    </dgm:pt>
    <dgm:pt modelId="{228036DD-64E9-4106-9C52-E96365FAE3CD}" type="pres">
      <dgm:prSet presAssocID="{89E18655-D4BB-49E6-900E-FB18797FD348}" presName="node" presStyleLbl="node1" presStyleIdx="2" presStyleCnt="4">
        <dgm:presLayoutVars>
          <dgm:bulletEnabled val="1"/>
        </dgm:presLayoutVars>
      </dgm:prSet>
      <dgm:spPr/>
    </dgm:pt>
    <dgm:pt modelId="{9A645C7B-CDF0-41D0-A2F7-1AE23A98F292}" type="pres">
      <dgm:prSet presAssocID="{89E18655-D4BB-49E6-900E-FB18797FD348}" presName="spNode" presStyleCnt="0"/>
      <dgm:spPr/>
    </dgm:pt>
    <dgm:pt modelId="{1E96059B-92EA-4F99-AA97-E622395C23E2}" type="pres">
      <dgm:prSet presAssocID="{CABDCAD8-CF18-4EF5-8BBE-4694DCB03ECC}" presName="sibTrans" presStyleLbl="sibTrans1D1" presStyleIdx="2" presStyleCnt="4"/>
      <dgm:spPr/>
    </dgm:pt>
    <dgm:pt modelId="{27B72D7B-1342-4C74-B3C5-E2CAB6BFF77A}" type="pres">
      <dgm:prSet presAssocID="{8981B3E1-2578-44CD-B01C-4CD6E4612239}" presName="node" presStyleLbl="node1" presStyleIdx="3" presStyleCnt="4">
        <dgm:presLayoutVars>
          <dgm:bulletEnabled val="1"/>
        </dgm:presLayoutVars>
      </dgm:prSet>
      <dgm:spPr/>
    </dgm:pt>
    <dgm:pt modelId="{F73FA016-E116-418A-B9DF-75E358F0B519}" type="pres">
      <dgm:prSet presAssocID="{8981B3E1-2578-44CD-B01C-4CD6E4612239}" presName="spNode" presStyleCnt="0"/>
      <dgm:spPr/>
    </dgm:pt>
    <dgm:pt modelId="{775D57D1-8D31-46FF-9D99-843FF775AE45}" type="pres">
      <dgm:prSet presAssocID="{51EBD18C-49A5-489D-AEF3-E6A1A916D30F}" presName="sibTrans" presStyleLbl="sibTrans1D1" presStyleIdx="3" presStyleCnt="4"/>
      <dgm:spPr/>
    </dgm:pt>
  </dgm:ptLst>
  <dgm:cxnLst>
    <dgm:cxn modelId="{7C9FAE03-27AB-4EFB-93DB-89BE72BBFA41}" type="presOf" srcId="{BEEA8D15-C42A-4ACC-99B3-6654B5EA8446}" destId="{EDE01401-C5B8-4506-A61C-41C8926A50DF}" srcOrd="0" destOrd="0" presId="urn:microsoft.com/office/officeart/2005/8/layout/cycle5"/>
    <dgm:cxn modelId="{471A6711-EF76-4AF6-A460-984AF306B5A7}" type="presOf" srcId="{36BB656E-09C1-435C-816A-D720A838D5A1}" destId="{F1DF42D4-DC3D-4D33-9F3A-EDA97BA8DF2A}" srcOrd="0" destOrd="0" presId="urn:microsoft.com/office/officeart/2005/8/layout/cycle5"/>
    <dgm:cxn modelId="{E833C716-3A6F-4754-943F-F6DECA514F41}" srcId="{9E8A285B-9DE1-4139-8AEA-E7FD7FA953BA}" destId="{89E18655-D4BB-49E6-900E-FB18797FD348}" srcOrd="2" destOrd="0" parTransId="{31E4B2C9-3E39-4B22-9794-5AA463107B18}" sibTransId="{CABDCAD8-CF18-4EF5-8BBE-4694DCB03ECC}"/>
    <dgm:cxn modelId="{1C66CD5E-A418-4444-A701-429544206074}" type="presOf" srcId="{89E18655-D4BB-49E6-900E-FB18797FD348}" destId="{228036DD-64E9-4106-9C52-E96365FAE3CD}" srcOrd="0" destOrd="0" presId="urn:microsoft.com/office/officeart/2005/8/layout/cycle5"/>
    <dgm:cxn modelId="{C4596757-30E0-4C2B-AC62-DBD8A059D729}" type="presOf" srcId="{51EBD18C-49A5-489D-AEF3-E6A1A916D30F}" destId="{775D57D1-8D31-46FF-9D99-843FF775AE45}" srcOrd="0" destOrd="0" presId="urn:microsoft.com/office/officeart/2005/8/layout/cycle5"/>
    <dgm:cxn modelId="{0683FD58-F709-424B-87D3-7C917637FDA0}" srcId="{9E8A285B-9DE1-4139-8AEA-E7FD7FA953BA}" destId="{8981B3E1-2578-44CD-B01C-4CD6E4612239}" srcOrd="3" destOrd="0" parTransId="{C0EDF6AC-4269-48E7-BB2D-789CB685265F}" sibTransId="{51EBD18C-49A5-489D-AEF3-E6A1A916D30F}"/>
    <dgm:cxn modelId="{DB1BDB59-1DBB-4BEB-82B3-2A1F1508EE76}" srcId="{9E8A285B-9DE1-4139-8AEA-E7FD7FA953BA}" destId="{36BB656E-09C1-435C-816A-D720A838D5A1}" srcOrd="0" destOrd="0" parTransId="{D7303E6D-583C-4DAD-96DF-BAA98E14D82F}" sibTransId="{A00E0F53-F2F2-4894-93E1-68863F3CADDC}"/>
    <dgm:cxn modelId="{0ACAEC95-C4CF-4947-998C-43579562DB63}" srcId="{9E8A285B-9DE1-4139-8AEA-E7FD7FA953BA}" destId="{106F2319-3FE5-4358-9847-BBCFA6DBA0AA}" srcOrd="1" destOrd="0" parTransId="{CB074B63-F5D7-4B46-A208-3BCCA1B689A0}" sibTransId="{BEEA8D15-C42A-4ACC-99B3-6654B5EA8446}"/>
    <dgm:cxn modelId="{4CEDB0AC-B96C-4BDC-A478-FA33CF1AE697}" type="presOf" srcId="{8981B3E1-2578-44CD-B01C-4CD6E4612239}" destId="{27B72D7B-1342-4C74-B3C5-E2CAB6BFF77A}" srcOrd="0" destOrd="0" presId="urn:microsoft.com/office/officeart/2005/8/layout/cycle5"/>
    <dgm:cxn modelId="{6BC041B3-D0EE-4C1F-831D-9E7C19CAB410}" type="presOf" srcId="{A00E0F53-F2F2-4894-93E1-68863F3CADDC}" destId="{FCF14509-226F-4ED0-ACC7-BF418FBC1D7C}" srcOrd="0" destOrd="0" presId="urn:microsoft.com/office/officeart/2005/8/layout/cycle5"/>
    <dgm:cxn modelId="{F583FAB4-5E83-4464-A51F-48D6FC28E464}" type="presOf" srcId="{CABDCAD8-CF18-4EF5-8BBE-4694DCB03ECC}" destId="{1E96059B-92EA-4F99-AA97-E622395C23E2}" srcOrd="0" destOrd="0" presId="urn:microsoft.com/office/officeart/2005/8/layout/cycle5"/>
    <dgm:cxn modelId="{102AA2C1-6E5A-41D1-ABF1-57F70D2B1747}" type="presOf" srcId="{106F2319-3FE5-4358-9847-BBCFA6DBA0AA}" destId="{2C36EAEA-6D9F-4129-B6DE-C15A6D467A91}" srcOrd="0" destOrd="0" presId="urn:microsoft.com/office/officeart/2005/8/layout/cycle5"/>
    <dgm:cxn modelId="{F9C2B9F6-C020-4905-B0FD-32EDEB52280A}" type="presOf" srcId="{9E8A285B-9DE1-4139-8AEA-E7FD7FA953BA}" destId="{6CF64FC6-61DA-45EB-A336-6EC9FDAFFB8A}" srcOrd="0" destOrd="0" presId="urn:microsoft.com/office/officeart/2005/8/layout/cycle5"/>
    <dgm:cxn modelId="{4E0C7F46-40C0-48DC-809B-38C168850542}" type="presParOf" srcId="{6CF64FC6-61DA-45EB-A336-6EC9FDAFFB8A}" destId="{F1DF42D4-DC3D-4D33-9F3A-EDA97BA8DF2A}" srcOrd="0" destOrd="0" presId="urn:microsoft.com/office/officeart/2005/8/layout/cycle5"/>
    <dgm:cxn modelId="{6F49DC0E-4095-4727-8DEC-E3313BEAD1F8}" type="presParOf" srcId="{6CF64FC6-61DA-45EB-A336-6EC9FDAFFB8A}" destId="{5797C5CD-BCCD-4629-8AC1-112A62C2434C}" srcOrd="1" destOrd="0" presId="urn:microsoft.com/office/officeart/2005/8/layout/cycle5"/>
    <dgm:cxn modelId="{417A812E-36E3-4252-A917-5FF66D617E28}" type="presParOf" srcId="{6CF64FC6-61DA-45EB-A336-6EC9FDAFFB8A}" destId="{FCF14509-226F-4ED0-ACC7-BF418FBC1D7C}" srcOrd="2" destOrd="0" presId="urn:microsoft.com/office/officeart/2005/8/layout/cycle5"/>
    <dgm:cxn modelId="{E6723681-2AF9-40F4-A17F-0633A28635CA}" type="presParOf" srcId="{6CF64FC6-61DA-45EB-A336-6EC9FDAFFB8A}" destId="{2C36EAEA-6D9F-4129-B6DE-C15A6D467A91}" srcOrd="3" destOrd="0" presId="urn:microsoft.com/office/officeart/2005/8/layout/cycle5"/>
    <dgm:cxn modelId="{EA856286-86FD-4A0A-BE17-C60A413723A0}" type="presParOf" srcId="{6CF64FC6-61DA-45EB-A336-6EC9FDAFFB8A}" destId="{1B916F72-903A-465E-97B0-A8DF04EC911B}" srcOrd="4" destOrd="0" presId="urn:microsoft.com/office/officeart/2005/8/layout/cycle5"/>
    <dgm:cxn modelId="{2EC45DA2-D5C4-4025-AE5B-C7C8C6EB4587}" type="presParOf" srcId="{6CF64FC6-61DA-45EB-A336-6EC9FDAFFB8A}" destId="{EDE01401-C5B8-4506-A61C-41C8926A50DF}" srcOrd="5" destOrd="0" presId="urn:microsoft.com/office/officeart/2005/8/layout/cycle5"/>
    <dgm:cxn modelId="{EFC94B9C-B4C0-4135-9F3E-7FF3E901F81E}" type="presParOf" srcId="{6CF64FC6-61DA-45EB-A336-6EC9FDAFFB8A}" destId="{228036DD-64E9-4106-9C52-E96365FAE3CD}" srcOrd="6" destOrd="0" presId="urn:microsoft.com/office/officeart/2005/8/layout/cycle5"/>
    <dgm:cxn modelId="{197EE78E-9A80-4A89-BBBA-8A608A82E086}" type="presParOf" srcId="{6CF64FC6-61DA-45EB-A336-6EC9FDAFFB8A}" destId="{9A645C7B-CDF0-41D0-A2F7-1AE23A98F292}" srcOrd="7" destOrd="0" presId="urn:microsoft.com/office/officeart/2005/8/layout/cycle5"/>
    <dgm:cxn modelId="{79938FF0-BA28-4EA8-A435-1CB7F5492D05}" type="presParOf" srcId="{6CF64FC6-61DA-45EB-A336-6EC9FDAFFB8A}" destId="{1E96059B-92EA-4F99-AA97-E622395C23E2}" srcOrd="8" destOrd="0" presId="urn:microsoft.com/office/officeart/2005/8/layout/cycle5"/>
    <dgm:cxn modelId="{46532934-0DC1-4EF1-A233-DEFE772D9A05}" type="presParOf" srcId="{6CF64FC6-61DA-45EB-A336-6EC9FDAFFB8A}" destId="{27B72D7B-1342-4C74-B3C5-E2CAB6BFF77A}" srcOrd="9" destOrd="0" presId="urn:microsoft.com/office/officeart/2005/8/layout/cycle5"/>
    <dgm:cxn modelId="{1E4A5284-B0CA-43D2-9ADE-4CF8E1931AC8}" type="presParOf" srcId="{6CF64FC6-61DA-45EB-A336-6EC9FDAFFB8A}" destId="{F73FA016-E116-418A-B9DF-75E358F0B519}" srcOrd="10" destOrd="0" presId="urn:microsoft.com/office/officeart/2005/8/layout/cycle5"/>
    <dgm:cxn modelId="{ED3B7E6B-E7A8-4F1D-BD74-E7D61751C86B}" type="presParOf" srcId="{6CF64FC6-61DA-45EB-A336-6EC9FDAFFB8A}" destId="{775D57D1-8D31-46FF-9D99-843FF775AE4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8A285B-9DE1-4139-8AEA-E7FD7FA953BA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BB656E-09C1-435C-816A-D720A838D5A1}">
      <dgm:prSet phldrT="[Text]"/>
      <dgm:spPr>
        <a:blipFill>
          <a:blip xmlns:r="http://schemas.openxmlformats.org/officeDocument/2006/relationships" r:embed="rId1"/>
          <a:stretch>
            <a:fillRect r="-156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7303E6D-583C-4DAD-96DF-BAA98E14D82F}" type="parTrans" cxnId="{DB1BDB59-1DBB-4BEB-82B3-2A1F1508EE76}">
      <dgm:prSet/>
      <dgm:spPr/>
      <dgm:t>
        <a:bodyPr/>
        <a:lstStyle/>
        <a:p>
          <a:endParaRPr lang="en-US"/>
        </a:p>
      </dgm:t>
    </dgm:pt>
    <dgm:pt modelId="{A00E0F53-F2F2-4894-93E1-68863F3CADDC}" type="sibTrans" cxnId="{DB1BDB59-1DBB-4BEB-82B3-2A1F1508EE76}">
      <dgm:prSet/>
      <dgm:spPr/>
      <dgm:t>
        <a:bodyPr/>
        <a:lstStyle/>
        <a:p>
          <a:endParaRPr lang="en-US"/>
        </a:p>
      </dgm:t>
    </dgm:pt>
    <dgm:pt modelId="{106F2319-3FE5-4358-9847-BBCFA6DBA0AA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Tweak the </a:t>
          </a:r>
          <a:r>
            <a:rPr lang="it-IT" dirty="0" err="1"/>
            <a:t>architecture</a:t>
          </a:r>
          <a:endParaRPr lang="en-US" dirty="0"/>
        </a:p>
      </dgm:t>
    </dgm:pt>
    <dgm:pt modelId="{CB074B63-F5D7-4B46-A208-3BCCA1B689A0}" type="parTrans" cxnId="{0ACAEC95-C4CF-4947-998C-43579562DB63}">
      <dgm:prSet/>
      <dgm:spPr/>
      <dgm:t>
        <a:bodyPr/>
        <a:lstStyle/>
        <a:p>
          <a:endParaRPr lang="en-US"/>
        </a:p>
      </dgm:t>
    </dgm:pt>
    <dgm:pt modelId="{BEEA8D15-C42A-4ACC-99B3-6654B5EA8446}" type="sibTrans" cxnId="{0ACAEC95-C4CF-4947-998C-43579562DB63}">
      <dgm:prSet/>
      <dgm:spPr/>
      <dgm:t>
        <a:bodyPr/>
        <a:lstStyle/>
        <a:p>
          <a:endParaRPr lang="en-US"/>
        </a:p>
      </dgm:t>
    </dgm:pt>
    <dgm:pt modelId="{89E18655-D4BB-49E6-900E-FB18797FD348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Clustering on input to make the </a:t>
          </a:r>
          <a:r>
            <a:rPr lang="it-IT" b="1" dirty="0"/>
            <a:t>big </a:t>
          </a:r>
          <a:r>
            <a:rPr lang="it-IT" b="1" dirty="0" err="1"/>
            <a:t>dispatcher</a:t>
          </a:r>
          <a:r>
            <a:rPr lang="it-IT" dirty="0"/>
            <a:t> an </a:t>
          </a:r>
          <a:r>
            <a:rPr lang="it-IT" b="1" i="1" dirty="0"/>
            <a:t>accumulator</a:t>
          </a:r>
          <a:endParaRPr lang="en-US" b="1" i="1" dirty="0"/>
        </a:p>
      </dgm:t>
    </dgm:pt>
    <dgm:pt modelId="{31E4B2C9-3E39-4B22-9794-5AA463107B18}" type="parTrans" cxnId="{E833C716-3A6F-4754-943F-F6DECA514F41}">
      <dgm:prSet/>
      <dgm:spPr/>
      <dgm:t>
        <a:bodyPr/>
        <a:lstStyle/>
        <a:p>
          <a:endParaRPr lang="en-US"/>
        </a:p>
      </dgm:t>
    </dgm:pt>
    <dgm:pt modelId="{CABDCAD8-CF18-4EF5-8BBE-4694DCB03ECC}" type="sibTrans" cxnId="{E833C716-3A6F-4754-943F-F6DECA514F41}">
      <dgm:prSet/>
      <dgm:spPr/>
      <dgm:t>
        <a:bodyPr/>
        <a:lstStyle/>
        <a:p>
          <a:endParaRPr lang="en-US"/>
        </a:p>
      </dgm:t>
    </dgm:pt>
    <dgm:pt modelId="{8981B3E1-2578-44CD-B01C-4CD6E4612239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 err="1"/>
            <a:t>Measure</a:t>
          </a:r>
          <a:r>
            <a:rPr lang="it-IT" dirty="0"/>
            <a:t> </a:t>
          </a:r>
          <a:r>
            <a:rPr lang="it-IT"/>
            <a:t>the results</a:t>
          </a:r>
          <a:endParaRPr lang="en-US" dirty="0"/>
        </a:p>
      </dgm:t>
    </dgm:pt>
    <dgm:pt modelId="{C0EDF6AC-4269-48E7-BB2D-789CB685265F}" type="parTrans" cxnId="{0683FD58-F709-424B-87D3-7C917637FDA0}">
      <dgm:prSet/>
      <dgm:spPr/>
      <dgm:t>
        <a:bodyPr/>
        <a:lstStyle/>
        <a:p>
          <a:endParaRPr lang="en-US"/>
        </a:p>
      </dgm:t>
    </dgm:pt>
    <dgm:pt modelId="{51EBD18C-49A5-489D-AEF3-E6A1A916D30F}" type="sibTrans" cxnId="{0683FD58-F709-424B-87D3-7C917637FDA0}">
      <dgm:prSet/>
      <dgm:spPr/>
      <dgm:t>
        <a:bodyPr/>
        <a:lstStyle/>
        <a:p>
          <a:endParaRPr lang="en-US"/>
        </a:p>
      </dgm:t>
    </dgm:pt>
    <dgm:pt modelId="{6CF64FC6-61DA-45EB-A336-6EC9FDAFFB8A}" type="pres">
      <dgm:prSet presAssocID="{9E8A285B-9DE1-4139-8AEA-E7FD7FA953BA}" presName="cycle" presStyleCnt="0">
        <dgm:presLayoutVars>
          <dgm:dir/>
          <dgm:resizeHandles val="exact"/>
        </dgm:presLayoutVars>
      </dgm:prSet>
      <dgm:spPr/>
    </dgm:pt>
    <dgm:pt modelId="{F1DF42D4-DC3D-4D33-9F3A-EDA97BA8DF2A}" type="pres">
      <dgm:prSet presAssocID="{36BB656E-09C1-435C-816A-D720A838D5A1}" presName="node" presStyleLbl="node1" presStyleIdx="0" presStyleCnt="4">
        <dgm:presLayoutVars>
          <dgm:bulletEnabled val="1"/>
        </dgm:presLayoutVars>
      </dgm:prSet>
      <dgm:spPr/>
    </dgm:pt>
    <dgm:pt modelId="{5797C5CD-BCCD-4629-8AC1-112A62C2434C}" type="pres">
      <dgm:prSet presAssocID="{36BB656E-09C1-435C-816A-D720A838D5A1}" presName="spNode" presStyleCnt="0"/>
      <dgm:spPr/>
    </dgm:pt>
    <dgm:pt modelId="{FCF14509-226F-4ED0-ACC7-BF418FBC1D7C}" type="pres">
      <dgm:prSet presAssocID="{A00E0F53-F2F2-4894-93E1-68863F3CADDC}" presName="sibTrans" presStyleLbl="sibTrans1D1" presStyleIdx="0" presStyleCnt="4"/>
      <dgm:spPr/>
    </dgm:pt>
    <dgm:pt modelId="{2C36EAEA-6D9F-4129-B6DE-C15A6D467A91}" type="pres">
      <dgm:prSet presAssocID="{106F2319-3FE5-4358-9847-BBCFA6DBA0AA}" presName="node" presStyleLbl="node1" presStyleIdx="1" presStyleCnt="4">
        <dgm:presLayoutVars>
          <dgm:bulletEnabled val="1"/>
        </dgm:presLayoutVars>
      </dgm:prSet>
      <dgm:spPr/>
    </dgm:pt>
    <dgm:pt modelId="{1B916F72-903A-465E-97B0-A8DF04EC911B}" type="pres">
      <dgm:prSet presAssocID="{106F2319-3FE5-4358-9847-BBCFA6DBA0AA}" presName="spNode" presStyleCnt="0"/>
      <dgm:spPr/>
    </dgm:pt>
    <dgm:pt modelId="{EDE01401-C5B8-4506-A61C-41C8926A50DF}" type="pres">
      <dgm:prSet presAssocID="{BEEA8D15-C42A-4ACC-99B3-6654B5EA8446}" presName="sibTrans" presStyleLbl="sibTrans1D1" presStyleIdx="1" presStyleCnt="4"/>
      <dgm:spPr/>
    </dgm:pt>
    <dgm:pt modelId="{228036DD-64E9-4106-9C52-E96365FAE3CD}" type="pres">
      <dgm:prSet presAssocID="{89E18655-D4BB-49E6-900E-FB18797FD348}" presName="node" presStyleLbl="node1" presStyleIdx="2" presStyleCnt="4">
        <dgm:presLayoutVars>
          <dgm:bulletEnabled val="1"/>
        </dgm:presLayoutVars>
      </dgm:prSet>
      <dgm:spPr/>
    </dgm:pt>
    <dgm:pt modelId="{9A645C7B-CDF0-41D0-A2F7-1AE23A98F292}" type="pres">
      <dgm:prSet presAssocID="{89E18655-D4BB-49E6-900E-FB18797FD348}" presName="spNode" presStyleCnt="0"/>
      <dgm:spPr/>
    </dgm:pt>
    <dgm:pt modelId="{1E96059B-92EA-4F99-AA97-E622395C23E2}" type="pres">
      <dgm:prSet presAssocID="{CABDCAD8-CF18-4EF5-8BBE-4694DCB03ECC}" presName="sibTrans" presStyleLbl="sibTrans1D1" presStyleIdx="2" presStyleCnt="4"/>
      <dgm:spPr/>
    </dgm:pt>
    <dgm:pt modelId="{27B72D7B-1342-4C74-B3C5-E2CAB6BFF77A}" type="pres">
      <dgm:prSet presAssocID="{8981B3E1-2578-44CD-B01C-4CD6E4612239}" presName="node" presStyleLbl="node1" presStyleIdx="3" presStyleCnt="4">
        <dgm:presLayoutVars>
          <dgm:bulletEnabled val="1"/>
        </dgm:presLayoutVars>
      </dgm:prSet>
      <dgm:spPr/>
    </dgm:pt>
    <dgm:pt modelId="{F73FA016-E116-418A-B9DF-75E358F0B519}" type="pres">
      <dgm:prSet presAssocID="{8981B3E1-2578-44CD-B01C-4CD6E4612239}" presName="spNode" presStyleCnt="0"/>
      <dgm:spPr/>
    </dgm:pt>
    <dgm:pt modelId="{775D57D1-8D31-46FF-9D99-843FF775AE45}" type="pres">
      <dgm:prSet presAssocID="{51EBD18C-49A5-489D-AEF3-E6A1A916D30F}" presName="sibTrans" presStyleLbl="sibTrans1D1" presStyleIdx="3" presStyleCnt="4"/>
      <dgm:spPr/>
    </dgm:pt>
  </dgm:ptLst>
  <dgm:cxnLst>
    <dgm:cxn modelId="{7C9FAE03-27AB-4EFB-93DB-89BE72BBFA41}" type="presOf" srcId="{BEEA8D15-C42A-4ACC-99B3-6654B5EA8446}" destId="{EDE01401-C5B8-4506-A61C-41C8926A50DF}" srcOrd="0" destOrd="0" presId="urn:microsoft.com/office/officeart/2005/8/layout/cycle5"/>
    <dgm:cxn modelId="{471A6711-EF76-4AF6-A460-984AF306B5A7}" type="presOf" srcId="{36BB656E-09C1-435C-816A-D720A838D5A1}" destId="{F1DF42D4-DC3D-4D33-9F3A-EDA97BA8DF2A}" srcOrd="0" destOrd="0" presId="urn:microsoft.com/office/officeart/2005/8/layout/cycle5"/>
    <dgm:cxn modelId="{E833C716-3A6F-4754-943F-F6DECA514F41}" srcId="{9E8A285B-9DE1-4139-8AEA-E7FD7FA953BA}" destId="{89E18655-D4BB-49E6-900E-FB18797FD348}" srcOrd="2" destOrd="0" parTransId="{31E4B2C9-3E39-4B22-9794-5AA463107B18}" sibTransId="{CABDCAD8-CF18-4EF5-8BBE-4694DCB03ECC}"/>
    <dgm:cxn modelId="{1C66CD5E-A418-4444-A701-429544206074}" type="presOf" srcId="{89E18655-D4BB-49E6-900E-FB18797FD348}" destId="{228036DD-64E9-4106-9C52-E96365FAE3CD}" srcOrd="0" destOrd="0" presId="urn:microsoft.com/office/officeart/2005/8/layout/cycle5"/>
    <dgm:cxn modelId="{C4596757-30E0-4C2B-AC62-DBD8A059D729}" type="presOf" srcId="{51EBD18C-49A5-489D-AEF3-E6A1A916D30F}" destId="{775D57D1-8D31-46FF-9D99-843FF775AE45}" srcOrd="0" destOrd="0" presId="urn:microsoft.com/office/officeart/2005/8/layout/cycle5"/>
    <dgm:cxn modelId="{0683FD58-F709-424B-87D3-7C917637FDA0}" srcId="{9E8A285B-9DE1-4139-8AEA-E7FD7FA953BA}" destId="{8981B3E1-2578-44CD-B01C-4CD6E4612239}" srcOrd="3" destOrd="0" parTransId="{C0EDF6AC-4269-48E7-BB2D-789CB685265F}" sibTransId="{51EBD18C-49A5-489D-AEF3-E6A1A916D30F}"/>
    <dgm:cxn modelId="{DB1BDB59-1DBB-4BEB-82B3-2A1F1508EE76}" srcId="{9E8A285B-9DE1-4139-8AEA-E7FD7FA953BA}" destId="{36BB656E-09C1-435C-816A-D720A838D5A1}" srcOrd="0" destOrd="0" parTransId="{D7303E6D-583C-4DAD-96DF-BAA98E14D82F}" sibTransId="{A00E0F53-F2F2-4894-93E1-68863F3CADDC}"/>
    <dgm:cxn modelId="{0ACAEC95-C4CF-4947-998C-43579562DB63}" srcId="{9E8A285B-9DE1-4139-8AEA-E7FD7FA953BA}" destId="{106F2319-3FE5-4358-9847-BBCFA6DBA0AA}" srcOrd="1" destOrd="0" parTransId="{CB074B63-F5D7-4B46-A208-3BCCA1B689A0}" sibTransId="{BEEA8D15-C42A-4ACC-99B3-6654B5EA8446}"/>
    <dgm:cxn modelId="{4CEDB0AC-B96C-4BDC-A478-FA33CF1AE697}" type="presOf" srcId="{8981B3E1-2578-44CD-B01C-4CD6E4612239}" destId="{27B72D7B-1342-4C74-B3C5-E2CAB6BFF77A}" srcOrd="0" destOrd="0" presId="urn:microsoft.com/office/officeart/2005/8/layout/cycle5"/>
    <dgm:cxn modelId="{6BC041B3-D0EE-4C1F-831D-9E7C19CAB410}" type="presOf" srcId="{A00E0F53-F2F2-4894-93E1-68863F3CADDC}" destId="{FCF14509-226F-4ED0-ACC7-BF418FBC1D7C}" srcOrd="0" destOrd="0" presId="urn:microsoft.com/office/officeart/2005/8/layout/cycle5"/>
    <dgm:cxn modelId="{F583FAB4-5E83-4464-A51F-48D6FC28E464}" type="presOf" srcId="{CABDCAD8-CF18-4EF5-8BBE-4694DCB03ECC}" destId="{1E96059B-92EA-4F99-AA97-E622395C23E2}" srcOrd="0" destOrd="0" presId="urn:microsoft.com/office/officeart/2005/8/layout/cycle5"/>
    <dgm:cxn modelId="{102AA2C1-6E5A-41D1-ABF1-57F70D2B1747}" type="presOf" srcId="{106F2319-3FE5-4358-9847-BBCFA6DBA0AA}" destId="{2C36EAEA-6D9F-4129-B6DE-C15A6D467A91}" srcOrd="0" destOrd="0" presId="urn:microsoft.com/office/officeart/2005/8/layout/cycle5"/>
    <dgm:cxn modelId="{F9C2B9F6-C020-4905-B0FD-32EDEB52280A}" type="presOf" srcId="{9E8A285B-9DE1-4139-8AEA-E7FD7FA953BA}" destId="{6CF64FC6-61DA-45EB-A336-6EC9FDAFFB8A}" srcOrd="0" destOrd="0" presId="urn:microsoft.com/office/officeart/2005/8/layout/cycle5"/>
    <dgm:cxn modelId="{4E0C7F46-40C0-48DC-809B-38C168850542}" type="presParOf" srcId="{6CF64FC6-61DA-45EB-A336-6EC9FDAFFB8A}" destId="{F1DF42D4-DC3D-4D33-9F3A-EDA97BA8DF2A}" srcOrd="0" destOrd="0" presId="urn:microsoft.com/office/officeart/2005/8/layout/cycle5"/>
    <dgm:cxn modelId="{6F49DC0E-4095-4727-8DEC-E3313BEAD1F8}" type="presParOf" srcId="{6CF64FC6-61DA-45EB-A336-6EC9FDAFFB8A}" destId="{5797C5CD-BCCD-4629-8AC1-112A62C2434C}" srcOrd="1" destOrd="0" presId="urn:microsoft.com/office/officeart/2005/8/layout/cycle5"/>
    <dgm:cxn modelId="{417A812E-36E3-4252-A917-5FF66D617E28}" type="presParOf" srcId="{6CF64FC6-61DA-45EB-A336-6EC9FDAFFB8A}" destId="{FCF14509-226F-4ED0-ACC7-BF418FBC1D7C}" srcOrd="2" destOrd="0" presId="urn:microsoft.com/office/officeart/2005/8/layout/cycle5"/>
    <dgm:cxn modelId="{E6723681-2AF9-40F4-A17F-0633A28635CA}" type="presParOf" srcId="{6CF64FC6-61DA-45EB-A336-6EC9FDAFFB8A}" destId="{2C36EAEA-6D9F-4129-B6DE-C15A6D467A91}" srcOrd="3" destOrd="0" presId="urn:microsoft.com/office/officeart/2005/8/layout/cycle5"/>
    <dgm:cxn modelId="{EA856286-86FD-4A0A-BE17-C60A413723A0}" type="presParOf" srcId="{6CF64FC6-61DA-45EB-A336-6EC9FDAFFB8A}" destId="{1B916F72-903A-465E-97B0-A8DF04EC911B}" srcOrd="4" destOrd="0" presId="urn:microsoft.com/office/officeart/2005/8/layout/cycle5"/>
    <dgm:cxn modelId="{2EC45DA2-D5C4-4025-AE5B-C7C8C6EB4587}" type="presParOf" srcId="{6CF64FC6-61DA-45EB-A336-6EC9FDAFFB8A}" destId="{EDE01401-C5B8-4506-A61C-41C8926A50DF}" srcOrd="5" destOrd="0" presId="urn:microsoft.com/office/officeart/2005/8/layout/cycle5"/>
    <dgm:cxn modelId="{EFC94B9C-B4C0-4135-9F3E-7FF3E901F81E}" type="presParOf" srcId="{6CF64FC6-61DA-45EB-A336-6EC9FDAFFB8A}" destId="{228036DD-64E9-4106-9C52-E96365FAE3CD}" srcOrd="6" destOrd="0" presId="urn:microsoft.com/office/officeart/2005/8/layout/cycle5"/>
    <dgm:cxn modelId="{197EE78E-9A80-4A89-BBBA-8A608A82E086}" type="presParOf" srcId="{6CF64FC6-61DA-45EB-A336-6EC9FDAFFB8A}" destId="{9A645C7B-CDF0-41D0-A2F7-1AE23A98F292}" srcOrd="7" destOrd="0" presId="urn:microsoft.com/office/officeart/2005/8/layout/cycle5"/>
    <dgm:cxn modelId="{79938FF0-BA28-4EA8-A435-1CB7F5492D05}" type="presParOf" srcId="{6CF64FC6-61DA-45EB-A336-6EC9FDAFFB8A}" destId="{1E96059B-92EA-4F99-AA97-E622395C23E2}" srcOrd="8" destOrd="0" presId="urn:microsoft.com/office/officeart/2005/8/layout/cycle5"/>
    <dgm:cxn modelId="{46532934-0DC1-4EF1-A233-DEFE772D9A05}" type="presParOf" srcId="{6CF64FC6-61DA-45EB-A336-6EC9FDAFFB8A}" destId="{27B72D7B-1342-4C74-B3C5-E2CAB6BFF77A}" srcOrd="9" destOrd="0" presId="urn:microsoft.com/office/officeart/2005/8/layout/cycle5"/>
    <dgm:cxn modelId="{1E4A5284-B0CA-43D2-9ADE-4CF8E1931AC8}" type="presParOf" srcId="{6CF64FC6-61DA-45EB-A336-6EC9FDAFFB8A}" destId="{F73FA016-E116-418A-B9DF-75E358F0B519}" srcOrd="10" destOrd="0" presId="urn:microsoft.com/office/officeart/2005/8/layout/cycle5"/>
    <dgm:cxn modelId="{ED3B7E6B-E7A8-4F1D-BD74-E7D61751C86B}" type="presParOf" srcId="{6CF64FC6-61DA-45EB-A336-6EC9FDAFFB8A}" destId="{775D57D1-8D31-46FF-9D99-843FF775AE4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422176" y="286155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Input layer</a:t>
          </a:r>
          <a:endParaRPr lang="en-US" sz="3000" b="1" kern="1200" noProof="0" dirty="0"/>
        </a:p>
      </dsp:txBody>
      <dsp:txXfrm>
        <a:off x="422176" y="286155"/>
        <a:ext cx="4956893" cy="572609"/>
      </dsp:txXfrm>
    </dsp:sp>
    <dsp:sp modelId="{BB410DFF-4C35-4314-A387-2B59392F9AE6}">
      <dsp:nvSpPr>
        <dsp:cNvPr id="0" name=""/>
        <dsp:cNvSpPr/>
      </dsp:nvSpPr>
      <dsp:spPr>
        <a:xfrm>
          <a:off x="64295" y="214579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50466" y="1145218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Accumulator layer (L1)</a:t>
          </a:r>
        </a:p>
      </dsp:txBody>
      <dsp:txXfrm>
        <a:off x="750466" y="1145218"/>
        <a:ext cx="4628603" cy="572609"/>
      </dsp:txXfrm>
    </dsp:sp>
    <dsp:sp modelId="{BE07F9F1-10B8-459B-B1B0-1017D1429ED8}">
      <dsp:nvSpPr>
        <dsp:cNvPr id="0" name=""/>
        <dsp:cNvSpPr/>
      </dsp:nvSpPr>
      <dsp:spPr>
        <a:xfrm>
          <a:off x="392585" y="1073642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750466" y="2004281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L2 hidden layer</a:t>
          </a:r>
        </a:p>
      </dsp:txBody>
      <dsp:txXfrm>
        <a:off x="750466" y="2004281"/>
        <a:ext cx="4628603" cy="572609"/>
      </dsp:txXfrm>
    </dsp:sp>
    <dsp:sp modelId="{3E0DCCC9-E6AC-4019-B27A-611BC8EC0A31}">
      <dsp:nvSpPr>
        <dsp:cNvPr id="0" name=""/>
        <dsp:cNvSpPr/>
      </dsp:nvSpPr>
      <dsp:spPr>
        <a:xfrm>
          <a:off x="392585" y="1932705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8BD50-FB6F-42B2-BCC6-A15280DB03D3}">
      <dsp:nvSpPr>
        <dsp:cNvPr id="0" name=""/>
        <dsp:cNvSpPr/>
      </dsp:nvSpPr>
      <dsp:spPr>
        <a:xfrm>
          <a:off x="422176" y="2863344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Output layer</a:t>
          </a:r>
        </a:p>
      </dsp:txBody>
      <dsp:txXfrm>
        <a:off x="422176" y="2863344"/>
        <a:ext cx="4956893" cy="572609"/>
      </dsp:txXfrm>
    </dsp:sp>
    <dsp:sp modelId="{D609E633-48CC-4379-AF79-D761AE37ACBF}">
      <dsp:nvSpPr>
        <dsp:cNvPr id="0" name=""/>
        <dsp:cNvSpPr/>
      </dsp:nvSpPr>
      <dsp:spPr>
        <a:xfrm>
          <a:off x="64295" y="2791767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518207" y="372210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A </a:t>
          </a:r>
          <a:r>
            <a:rPr lang="en-US" sz="1900" b="1" kern="1200" noProof="0" dirty="0"/>
            <a:t>router decides which head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noProof="0" dirty="0"/>
            <a:t>should be called</a:t>
          </a:r>
        </a:p>
      </dsp:txBody>
      <dsp:txXfrm>
        <a:off x="518207" y="372210"/>
        <a:ext cx="4860863" cy="744421"/>
      </dsp:txXfrm>
    </dsp:sp>
    <dsp:sp modelId="{BB410DFF-4C35-4314-A387-2B59392F9AE6}">
      <dsp:nvSpPr>
        <dsp:cNvPr id="0" name=""/>
        <dsp:cNvSpPr/>
      </dsp:nvSpPr>
      <dsp:spPr>
        <a:xfrm>
          <a:off x="52943" y="279158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88804" y="1488843"/>
          <a:ext cx="4590265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Expert heads can occupy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a lot of memory</a:t>
          </a:r>
        </a:p>
      </dsp:txBody>
      <dsp:txXfrm>
        <a:off x="788804" y="1488843"/>
        <a:ext cx="4590265" cy="744421"/>
      </dsp:txXfrm>
    </dsp:sp>
    <dsp:sp modelId="{BE07F9F1-10B8-459B-B1B0-1017D1429ED8}">
      <dsp:nvSpPr>
        <dsp:cNvPr id="0" name=""/>
        <dsp:cNvSpPr/>
      </dsp:nvSpPr>
      <dsp:spPr>
        <a:xfrm>
          <a:off x="323540" y="1395790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518207" y="2605476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During inference, only one head called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(also the dispatcher)</a:t>
          </a:r>
        </a:p>
      </dsp:txBody>
      <dsp:txXfrm>
        <a:off x="518207" y="2605476"/>
        <a:ext cx="4860863" cy="744421"/>
      </dsp:txXfrm>
    </dsp:sp>
    <dsp:sp modelId="{3E0DCCC9-E6AC-4019-B27A-611BC8EC0A31}">
      <dsp:nvSpPr>
        <dsp:cNvPr id="0" name=""/>
        <dsp:cNvSpPr/>
      </dsp:nvSpPr>
      <dsp:spPr>
        <a:xfrm>
          <a:off x="52943" y="2512423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1C388-444B-426A-8A0C-37B8FDEA4FFD}">
      <dsp:nvSpPr>
        <dsp:cNvPr id="0" name=""/>
        <dsp:cNvSpPr/>
      </dsp:nvSpPr>
      <dsp:spPr>
        <a:xfrm>
          <a:off x="5751414" y="2716525"/>
          <a:ext cx="4454175" cy="353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510"/>
              </a:lnTo>
              <a:lnTo>
                <a:pt x="4454175" y="238510"/>
              </a:lnTo>
              <a:lnTo>
                <a:pt x="4454175" y="3533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AED1AE-D936-4152-841E-7D5B5AC3AE8F}">
      <dsp:nvSpPr>
        <dsp:cNvPr id="0" name=""/>
        <dsp:cNvSpPr/>
      </dsp:nvSpPr>
      <dsp:spPr>
        <a:xfrm>
          <a:off x="5751414" y="2716525"/>
          <a:ext cx="2327877" cy="3604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616"/>
              </a:lnTo>
              <a:lnTo>
                <a:pt x="2327877" y="245616"/>
              </a:lnTo>
              <a:lnTo>
                <a:pt x="2327877" y="3604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9DFDD-E7AF-4357-9BF5-162251A08343}">
      <dsp:nvSpPr>
        <dsp:cNvPr id="0" name=""/>
        <dsp:cNvSpPr/>
      </dsp:nvSpPr>
      <dsp:spPr>
        <a:xfrm>
          <a:off x="5751414" y="2716525"/>
          <a:ext cx="113721" cy="353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510"/>
              </a:lnTo>
              <a:lnTo>
                <a:pt x="113721" y="238510"/>
              </a:lnTo>
              <a:lnTo>
                <a:pt x="113721" y="3533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846F12-3511-460D-9F6D-6AFDCCC94AD1}">
      <dsp:nvSpPr>
        <dsp:cNvPr id="0" name=""/>
        <dsp:cNvSpPr/>
      </dsp:nvSpPr>
      <dsp:spPr>
        <a:xfrm>
          <a:off x="3625116" y="2716525"/>
          <a:ext cx="2126298" cy="353314"/>
        </a:xfrm>
        <a:custGeom>
          <a:avLst/>
          <a:gdLst/>
          <a:ahLst/>
          <a:cxnLst/>
          <a:rect l="0" t="0" r="0" b="0"/>
          <a:pathLst>
            <a:path>
              <a:moveTo>
                <a:pt x="2126298" y="0"/>
              </a:moveTo>
              <a:lnTo>
                <a:pt x="2126298" y="238510"/>
              </a:lnTo>
              <a:lnTo>
                <a:pt x="0" y="238510"/>
              </a:lnTo>
              <a:lnTo>
                <a:pt x="0" y="3533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371B1-A5A4-4543-8A4B-ECB0DC1B07E3}">
      <dsp:nvSpPr>
        <dsp:cNvPr id="0" name=""/>
        <dsp:cNvSpPr/>
      </dsp:nvSpPr>
      <dsp:spPr>
        <a:xfrm>
          <a:off x="1339376" y="4243532"/>
          <a:ext cx="91440" cy="348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82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3CF83-2A7E-480E-85A8-FF9E51B5F58E}">
      <dsp:nvSpPr>
        <dsp:cNvPr id="0" name=""/>
        <dsp:cNvSpPr/>
      </dsp:nvSpPr>
      <dsp:spPr>
        <a:xfrm>
          <a:off x="1385096" y="2716525"/>
          <a:ext cx="4366317" cy="353314"/>
        </a:xfrm>
        <a:custGeom>
          <a:avLst/>
          <a:gdLst/>
          <a:ahLst/>
          <a:cxnLst/>
          <a:rect l="0" t="0" r="0" b="0"/>
          <a:pathLst>
            <a:path>
              <a:moveTo>
                <a:pt x="4366317" y="0"/>
              </a:moveTo>
              <a:lnTo>
                <a:pt x="4366317" y="238510"/>
              </a:lnTo>
              <a:lnTo>
                <a:pt x="0" y="238510"/>
              </a:lnTo>
              <a:lnTo>
                <a:pt x="0" y="3533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9C41F-67FE-4C06-BC79-531A4480C42A}">
      <dsp:nvSpPr>
        <dsp:cNvPr id="0" name=""/>
        <dsp:cNvSpPr/>
      </dsp:nvSpPr>
      <dsp:spPr>
        <a:xfrm>
          <a:off x="4519219" y="1182413"/>
          <a:ext cx="1232194" cy="3604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616"/>
              </a:lnTo>
              <a:lnTo>
                <a:pt x="1232194" y="245616"/>
              </a:lnTo>
              <a:lnTo>
                <a:pt x="1232194" y="3604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82769-0AF7-44FA-86F2-E264A7AA01D1}">
      <dsp:nvSpPr>
        <dsp:cNvPr id="0" name=""/>
        <dsp:cNvSpPr/>
      </dsp:nvSpPr>
      <dsp:spPr>
        <a:xfrm>
          <a:off x="3257264" y="1182413"/>
          <a:ext cx="1261955" cy="360420"/>
        </a:xfrm>
        <a:custGeom>
          <a:avLst/>
          <a:gdLst/>
          <a:ahLst/>
          <a:cxnLst/>
          <a:rect l="0" t="0" r="0" b="0"/>
          <a:pathLst>
            <a:path>
              <a:moveTo>
                <a:pt x="1261955" y="0"/>
              </a:moveTo>
              <a:lnTo>
                <a:pt x="1261955" y="245616"/>
              </a:lnTo>
              <a:lnTo>
                <a:pt x="0" y="245616"/>
              </a:lnTo>
              <a:lnTo>
                <a:pt x="0" y="3604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E784C3-5707-4D95-81E3-69802AF605BA}">
      <dsp:nvSpPr>
        <dsp:cNvPr id="0" name=""/>
        <dsp:cNvSpPr/>
      </dsp:nvSpPr>
      <dsp:spPr>
        <a:xfrm>
          <a:off x="3394960" y="8721"/>
          <a:ext cx="2248518" cy="1173691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F5431-96AF-4C34-B39E-FBEE6F4D9392}">
      <dsp:nvSpPr>
        <dsp:cNvPr id="0" name=""/>
        <dsp:cNvSpPr/>
      </dsp:nvSpPr>
      <dsp:spPr>
        <a:xfrm>
          <a:off x="3532657" y="139533"/>
          <a:ext cx="2248518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Linear model</a:t>
          </a:r>
        </a:p>
      </dsp:txBody>
      <dsp:txXfrm>
        <a:off x="3567033" y="173909"/>
        <a:ext cx="2179766" cy="1104939"/>
      </dsp:txXfrm>
    </dsp:sp>
    <dsp:sp modelId="{3284AD81-45C9-42A6-A07A-0AE561E2125E}">
      <dsp:nvSpPr>
        <dsp:cNvPr id="0" name=""/>
        <dsp:cNvSpPr/>
      </dsp:nvSpPr>
      <dsp:spPr>
        <a:xfrm>
          <a:off x="2162766" y="1542833"/>
          <a:ext cx="2188996" cy="1173691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14444-CD0B-4022-8231-42C82CD8BBB5}">
      <dsp:nvSpPr>
        <dsp:cNvPr id="0" name=""/>
        <dsp:cNvSpPr/>
      </dsp:nvSpPr>
      <dsp:spPr>
        <a:xfrm>
          <a:off x="2300462" y="1673645"/>
          <a:ext cx="2188996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FFNN</a:t>
          </a:r>
        </a:p>
      </dsp:txBody>
      <dsp:txXfrm>
        <a:off x="2334838" y="1708021"/>
        <a:ext cx="2120244" cy="1104939"/>
      </dsp:txXfrm>
    </dsp:sp>
    <dsp:sp modelId="{C864B6A1-3B1E-4EDC-B09E-3A41D8024851}">
      <dsp:nvSpPr>
        <dsp:cNvPr id="0" name=""/>
        <dsp:cNvSpPr/>
      </dsp:nvSpPr>
      <dsp:spPr>
        <a:xfrm>
          <a:off x="4627155" y="1542833"/>
          <a:ext cx="2248518" cy="1173691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1865C-D224-497E-B1F7-706B91BC3094}">
      <dsp:nvSpPr>
        <dsp:cNvPr id="0" name=""/>
        <dsp:cNvSpPr/>
      </dsp:nvSpPr>
      <dsp:spPr>
        <a:xfrm>
          <a:off x="4764852" y="1673645"/>
          <a:ext cx="2248518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Base NNUE</a:t>
          </a:r>
        </a:p>
      </dsp:txBody>
      <dsp:txXfrm>
        <a:off x="4799228" y="1708021"/>
        <a:ext cx="2179766" cy="1104939"/>
      </dsp:txXfrm>
    </dsp:sp>
    <dsp:sp modelId="{F7C63C39-3523-41EA-8897-22E8DB05B454}">
      <dsp:nvSpPr>
        <dsp:cNvPr id="0" name=""/>
        <dsp:cNvSpPr/>
      </dsp:nvSpPr>
      <dsp:spPr>
        <a:xfrm>
          <a:off x="402783" y="3069840"/>
          <a:ext cx="1964626" cy="1173691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4381C-5A0B-4F67-A3EA-70B98BA43D19}">
      <dsp:nvSpPr>
        <dsp:cNvPr id="0" name=""/>
        <dsp:cNvSpPr/>
      </dsp:nvSpPr>
      <dsp:spPr>
        <a:xfrm>
          <a:off x="540480" y="3200652"/>
          <a:ext cx="1964626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NNUE </a:t>
          </a:r>
          <a:r>
            <a:rPr lang="en-US" sz="2000" kern="1200" noProof="0" dirty="0" err="1">
              <a:solidFill>
                <a:schemeClr val="bg1"/>
              </a:solidFill>
            </a:rPr>
            <a:t>MoE</a:t>
          </a:r>
          <a:r>
            <a:rPr lang="en-US" sz="2000" kern="1200" noProof="0" dirty="0">
              <a:solidFill>
                <a:schemeClr val="bg1"/>
              </a:solidFill>
            </a:rPr>
            <a:t> – L1 clustering</a:t>
          </a:r>
        </a:p>
      </dsp:txBody>
      <dsp:txXfrm>
        <a:off x="574856" y="3235028"/>
        <a:ext cx="1895874" cy="1104939"/>
      </dsp:txXfrm>
    </dsp:sp>
    <dsp:sp modelId="{78E42B3D-3BA4-46A7-B27D-C8E75E0C6D67}">
      <dsp:nvSpPr>
        <dsp:cNvPr id="0" name=""/>
        <dsp:cNvSpPr/>
      </dsp:nvSpPr>
      <dsp:spPr>
        <a:xfrm>
          <a:off x="260837" y="4591755"/>
          <a:ext cx="2248518" cy="1173691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54974-5E74-4C24-95A2-B3A729DF768B}">
      <dsp:nvSpPr>
        <dsp:cNvPr id="0" name=""/>
        <dsp:cNvSpPr/>
      </dsp:nvSpPr>
      <dsp:spPr>
        <a:xfrm>
          <a:off x="398534" y="4722567"/>
          <a:ext cx="2248518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KITSUNE</a:t>
          </a:r>
        </a:p>
      </dsp:txBody>
      <dsp:txXfrm>
        <a:off x="432910" y="4756943"/>
        <a:ext cx="2179766" cy="1104939"/>
      </dsp:txXfrm>
    </dsp:sp>
    <dsp:sp modelId="{E9665B0E-FD45-4078-BC6F-16056E3CC932}">
      <dsp:nvSpPr>
        <dsp:cNvPr id="0" name=""/>
        <dsp:cNvSpPr/>
      </dsp:nvSpPr>
      <dsp:spPr>
        <a:xfrm>
          <a:off x="2642803" y="3069840"/>
          <a:ext cx="1964626" cy="1173691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5F4B8-3DD7-4492-A69C-EBDF50946CE4}">
      <dsp:nvSpPr>
        <dsp:cNvPr id="0" name=""/>
        <dsp:cNvSpPr/>
      </dsp:nvSpPr>
      <dsp:spPr>
        <a:xfrm>
          <a:off x="2780499" y="3200652"/>
          <a:ext cx="1964626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NNUE </a:t>
          </a:r>
          <a:r>
            <a:rPr lang="en-US" sz="2000" b="1" kern="1200" noProof="0" dirty="0" err="1">
              <a:solidFill>
                <a:schemeClr val="bg1"/>
              </a:solidFill>
            </a:rPr>
            <a:t>MoE</a:t>
          </a:r>
          <a:r>
            <a:rPr lang="en-US" sz="2000" b="1" kern="1200" noProof="0" dirty="0">
              <a:solidFill>
                <a:schemeClr val="bg1"/>
              </a:solidFill>
            </a:rPr>
            <a:t> – sample gradient clustering</a:t>
          </a:r>
        </a:p>
      </dsp:txBody>
      <dsp:txXfrm>
        <a:off x="2814875" y="3235028"/>
        <a:ext cx="1895874" cy="1104939"/>
      </dsp:txXfrm>
    </dsp:sp>
    <dsp:sp modelId="{6BCD92BE-C918-4AAF-9E16-71966D8D1FF0}">
      <dsp:nvSpPr>
        <dsp:cNvPr id="0" name=""/>
        <dsp:cNvSpPr/>
      </dsp:nvSpPr>
      <dsp:spPr>
        <a:xfrm>
          <a:off x="4882823" y="3069840"/>
          <a:ext cx="1964626" cy="1173691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686AF-361C-4AAC-9ECE-DEEA8244C0FE}">
      <dsp:nvSpPr>
        <dsp:cNvPr id="0" name=""/>
        <dsp:cNvSpPr/>
      </dsp:nvSpPr>
      <dsp:spPr>
        <a:xfrm>
          <a:off x="5020519" y="3200652"/>
          <a:ext cx="1964626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NNUE </a:t>
          </a:r>
          <a:r>
            <a:rPr lang="en-US" sz="2000" kern="1200" noProof="0" dirty="0" err="1">
              <a:solidFill>
                <a:schemeClr val="bg1"/>
              </a:solidFill>
            </a:rPr>
            <a:t>MoE</a:t>
          </a:r>
          <a:r>
            <a:rPr lang="en-US" sz="2000" kern="1200" noProof="0" dirty="0">
              <a:solidFill>
                <a:schemeClr val="bg1"/>
              </a:solidFill>
            </a:rPr>
            <a:t> –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piece-count clustering</a:t>
          </a:r>
        </a:p>
      </dsp:txBody>
      <dsp:txXfrm>
        <a:off x="5054895" y="3235028"/>
        <a:ext cx="1895874" cy="1104939"/>
      </dsp:txXfrm>
    </dsp:sp>
    <dsp:sp modelId="{02ADEBF8-B56F-49D9-9826-6FB0F525A038}">
      <dsp:nvSpPr>
        <dsp:cNvPr id="0" name=""/>
        <dsp:cNvSpPr/>
      </dsp:nvSpPr>
      <dsp:spPr>
        <a:xfrm>
          <a:off x="7122842" y="3076946"/>
          <a:ext cx="1912899" cy="1173691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925F-F4A3-46C3-BCFA-84B6E2542749}">
      <dsp:nvSpPr>
        <dsp:cNvPr id="0" name=""/>
        <dsp:cNvSpPr/>
      </dsp:nvSpPr>
      <dsp:spPr>
        <a:xfrm>
          <a:off x="7260539" y="3207758"/>
          <a:ext cx="1912899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chemeClr val="bg1"/>
              </a:solidFill>
            </a:rPr>
            <a:t>NNUE </a:t>
          </a:r>
          <a:r>
            <a:rPr lang="en-US" sz="2000" kern="1200" noProof="0" dirty="0" err="1">
              <a:solidFill>
                <a:schemeClr val="bg1"/>
              </a:solidFill>
            </a:rPr>
            <a:t>MoE</a:t>
          </a:r>
          <a:r>
            <a:rPr lang="en-US" sz="2000" kern="1200" noProof="0" dirty="0">
              <a:solidFill>
                <a:schemeClr val="bg1"/>
              </a:solidFill>
            </a:rPr>
            <a:t> – input-clustering</a:t>
          </a:r>
        </a:p>
      </dsp:txBody>
      <dsp:txXfrm>
        <a:off x="7294915" y="3242134"/>
        <a:ext cx="1844147" cy="1104939"/>
      </dsp:txXfrm>
    </dsp:sp>
    <dsp:sp modelId="{FA392122-2B1D-41DD-8555-8BAB1FDD8662}">
      <dsp:nvSpPr>
        <dsp:cNvPr id="0" name=""/>
        <dsp:cNvSpPr/>
      </dsp:nvSpPr>
      <dsp:spPr>
        <a:xfrm>
          <a:off x="9311135" y="3069840"/>
          <a:ext cx="1788910" cy="1173691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BEA32-CAF3-4FE2-810C-E393D5EBD197}">
      <dsp:nvSpPr>
        <dsp:cNvPr id="0" name=""/>
        <dsp:cNvSpPr/>
      </dsp:nvSpPr>
      <dsp:spPr>
        <a:xfrm>
          <a:off x="9448831" y="3200652"/>
          <a:ext cx="1788910" cy="1173691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>
              <a:solidFill>
                <a:schemeClr val="bg1"/>
              </a:solidFill>
            </a:rPr>
            <a:t>NNUE + World Model</a:t>
          </a:r>
          <a:endParaRPr lang="en-US" sz="2000" kern="1200" noProof="0" dirty="0">
            <a:solidFill>
              <a:schemeClr val="bg1"/>
            </a:solidFill>
          </a:endParaRPr>
        </a:p>
      </dsp:txBody>
      <dsp:txXfrm>
        <a:off x="9483207" y="3235028"/>
        <a:ext cx="1720158" cy="11049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D2FD7-17A6-4AA6-B1CE-D6634C5E4505}">
      <dsp:nvSpPr>
        <dsp:cNvPr id="0" name=""/>
        <dsp:cNvSpPr/>
      </dsp:nvSpPr>
      <dsp:spPr>
        <a:xfrm>
          <a:off x="-3910803" y="-504526"/>
          <a:ext cx="4660828" cy="4660828"/>
        </a:xfrm>
        <a:prstGeom prst="blockArc">
          <a:avLst>
            <a:gd name="adj1" fmla="val 18900000"/>
            <a:gd name="adj2" fmla="val 2700000"/>
            <a:gd name="adj3" fmla="val 463"/>
          </a:avLst>
        </a:prstGeom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5CCE0-E827-4B86-861E-A5749FC2AD16}">
      <dsp:nvSpPr>
        <dsp:cNvPr id="0" name=""/>
        <dsp:cNvSpPr/>
      </dsp:nvSpPr>
      <dsp:spPr>
        <a:xfrm>
          <a:off x="482327" y="345984"/>
          <a:ext cx="484537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Some partitions produce </a:t>
          </a:r>
          <a:r>
            <a:rPr lang="en-US" sz="1600" b="1" kern="1200" noProof="0" dirty="0">
              <a:solidFill>
                <a:schemeClr val="bg1"/>
              </a:solidFill>
            </a:rPr>
            <a:t>very effective experts</a:t>
          </a:r>
        </a:p>
      </dsp:txBody>
      <dsp:txXfrm>
        <a:off x="482327" y="345984"/>
        <a:ext cx="4845376" cy="691968"/>
      </dsp:txXfrm>
    </dsp:sp>
    <dsp:sp modelId="{DD1F8BB0-EA66-40BA-BFF5-2CA3595E2806}">
      <dsp:nvSpPr>
        <dsp:cNvPr id="0" name=""/>
        <dsp:cNvSpPr/>
      </dsp:nvSpPr>
      <dsp:spPr>
        <a:xfrm>
          <a:off x="49847" y="259488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E1B80-D7AF-4304-8F07-3111B0D8AE05}">
      <dsp:nvSpPr>
        <dsp:cNvPr id="0" name=""/>
        <dsp:cNvSpPr/>
      </dsp:nvSpPr>
      <dsp:spPr>
        <a:xfrm>
          <a:off x="733858" y="1383937"/>
          <a:ext cx="459384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Many partitions produce </a:t>
          </a:r>
          <a:r>
            <a:rPr lang="en-US" sz="1600" b="1" kern="1200" noProof="0" dirty="0">
              <a:solidFill>
                <a:schemeClr val="bg1"/>
              </a:solidFill>
            </a:rPr>
            <a:t>modest improvements</a:t>
          </a:r>
        </a:p>
      </dsp:txBody>
      <dsp:txXfrm>
        <a:off x="733858" y="1383937"/>
        <a:ext cx="4593846" cy="691968"/>
      </dsp:txXfrm>
    </dsp:sp>
    <dsp:sp modelId="{52A5448B-6F90-4A2D-924A-7275D19FDBE6}">
      <dsp:nvSpPr>
        <dsp:cNvPr id="0" name=""/>
        <dsp:cNvSpPr/>
      </dsp:nvSpPr>
      <dsp:spPr>
        <a:xfrm>
          <a:off x="301377" y="1297441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F83AF-9758-48A3-9805-AE9EB9DBF52D}">
      <dsp:nvSpPr>
        <dsp:cNvPr id="0" name=""/>
        <dsp:cNvSpPr/>
      </dsp:nvSpPr>
      <dsp:spPr>
        <a:xfrm>
          <a:off x="482327" y="2421890"/>
          <a:ext cx="484537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The depth of the </a:t>
          </a:r>
          <a:r>
            <a:rPr lang="en-US" sz="1600" b="1" kern="1200" noProof="0" dirty="0">
              <a:solidFill>
                <a:schemeClr val="bg1"/>
              </a:solidFill>
            </a:rPr>
            <a:t>loss </a:t>
          </a:r>
          <a:r>
            <a:rPr lang="en-US" sz="1600" b="1" kern="1200" noProof="0" dirty="0" err="1">
              <a:solidFill>
                <a:schemeClr val="bg1"/>
              </a:solidFill>
            </a:rPr>
            <a:t>basen</a:t>
          </a:r>
          <a:r>
            <a:rPr lang="en-US" sz="1600" b="1" kern="1200" noProof="0" dirty="0">
              <a:solidFill>
                <a:schemeClr val="bg1"/>
              </a:solidFill>
            </a:rPr>
            <a:t> </a:t>
          </a:r>
          <a:r>
            <a:rPr lang="en-US" sz="1600" kern="1200" noProof="0" dirty="0">
              <a:solidFill>
                <a:schemeClr val="bg1"/>
              </a:solidFill>
            </a:rPr>
            <a:t>is </a:t>
          </a:r>
          <a:r>
            <a:rPr lang="en-US" sz="1600" kern="1200" noProof="0" dirty="0" err="1">
              <a:solidFill>
                <a:schemeClr val="bg1"/>
              </a:solidFill>
            </a:rPr>
            <a:t>rougly</a:t>
          </a:r>
          <a:r>
            <a:rPr lang="en-US" sz="1600" kern="1200" noProof="0" dirty="0">
              <a:solidFill>
                <a:schemeClr val="bg1"/>
              </a:solidFill>
            </a:rPr>
            <a:t> proportional to the initial magnitude of the </a:t>
          </a:r>
          <a:r>
            <a:rPr lang="en-US" sz="1600" b="1" kern="1200" noProof="0" dirty="0">
              <a:solidFill>
                <a:schemeClr val="bg1"/>
              </a:solidFill>
            </a:rPr>
            <a:t>gradient</a:t>
          </a:r>
        </a:p>
      </dsp:txBody>
      <dsp:txXfrm>
        <a:off x="482327" y="2421890"/>
        <a:ext cx="4845376" cy="691968"/>
      </dsp:txXfrm>
    </dsp:sp>
    <dsp:sp modelId="{4644D4AE-7AA4-462A-8947-2AB341901E3C}">
      <dsp:nvSpPr>
        <dsp:cNvPr id="0" name=""/>
        <dsp:cNvSpPr/>
      </dsp:nvSpPr>
      <dsp:spPr>
        <a:xfrm>
          <a:off x="49847" y="2335394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You want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r>
            <a:rPr lang="en-US" sz="1500" kern="1200" noProof="0" dirty="0"/>
            <a:t> experts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FD77-D938-4F13-8C7C-2EE4E6C3CB59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Partition the space to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’=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b="0" i="1" kern="1200" noProof="0" smtClean="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en-US" sz="15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500" kern="1200" noProof="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mini-clusters</a:t>
          </a:r>
        </a:p>
      </dsp:txBody>
      <dsp:txXfrm>
        <a:off x="813992" y="1243336"/>
        <a:ext cx="4793871" cy="621668"/>
      </dsp:txXfrm>
    </dsp:sp>
    <dsp:sp modelId="{A806FBA3-8774-4FCA-A268-8CC8209F5AAF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9BD8A-54EE-447B-ADE4-25EB25EF7EF3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Stitch </a:t>
          </a:r>
          <a:r>
            <a:rPr lang="en-US" sz="1500" i="0" kern="1200" noProof="0" dirty="0"/>
            <a:t>together the partitions with similar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average sample gradient</a:t>
          </a:r>
        </a:p>
      </dsp:txBody>
      <dsp:txXfrm>
        <a:off x="813992" y="2176000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27E14-1ECE-4C5B-8C92-AFC83511FB9E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Accuracy vs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endParaRPr lang="en-US" sz="1500" kern="1200" noProof="0" dirty="0"/>
        </a:p>
      </dsp:txBody>
      <dsp:txXfrm>
        <a:off x="457576" y="3108665"/>
        <a:ext cx="5150288" cy="621668"/>
      </dsp:txXfrm>
    </dsp:sp>
    <dsp:sp modelId="{204B6F6D-7B1C-4CAD-9ADE-CB573A37270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You want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r>
            <a:rPr lang="en-US" sz="1500" kern="1200" noProof="0" dirty="0"/>
            <a:t> experts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FD77-D938-4F13-8C7C-2EE4E6C3CB59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Partition the space to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’=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b="0" i="1" kern="1200" noProof="0" smtClean="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en-US" sz="15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500" kern="1200" noProof="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mini-clusters</a:t>
          </a:r>
        </a:p>
      </dsp:txBody>
      <dsp:txXfrm>
        <a:off x="813992" y="1243336"/>
        <a:ext cx="4793871" cy="621668"/>
      </dsp:txXfrm>
    </dsp:sp>
    <dsp:sp modelId="{A806FBA3-8774-4FCA-A268-8CC8209F5AAF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9BD8A-54EE-447B-ADE4-25EB25EF7EF3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Stitch </a:t>
          </a:r>
          <a:r>
            <a:rPr lang="en-US" sz="1500" i="0" kern="1200" noProof="0" dirty="0"/>
            <a:t>together the partitions with similar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average sample gradient</a:t>
          </a:r>
        </a:p>
      </dsp:txBody>
      <dsp:txXfrm>
        <a:off x="813992" y="2176000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27E14-1ECE-4C5B-8C92-AFC83511FB9E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Accuracy vs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endParaRPr lang="en-US" sz="1500" kern="1200" noProof="0" dirty="0"/>
        </a:p>
      </dsp:txBody>
      <dsp:txXfrm>
        <a:off x="457576" y="3108665"/>
        <a:ext cx="5150288" cy="621668"/>
      </dsp:txXfrm>
    </dsp:sp>
    <dsp:sp modelId="{204B6F6D-7B1C-4CAD-9ADE-CB573A37270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More clusters = Less points in the cluster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= More aligned sample gradients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CF568-D827-404F-83EF-DE2A0F5DA945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noProof="0" dirty="0"/>
            <a:t>Stitch </a:t>
          </a:r>
          <a:r>
            <a:rPr lang="en-US" sz="1600" i="0" kern="1200" noProof="0" dirty="0"/>
            <a:t>together </a:t>
          </a:r>
          <a:r>
            <a:rPr lang="en-US" sz="1600" b="1" i="0" kern="1200" noProof="0" dirty="0"/>
            <a:t>hundreds of  partitions </a:t>
          </a:r>
          <a:r>
            <a:rPr lang="en-US" sz="1600" i="0" kern="1200" noProof="0" dirty="0"/>
            <a:t>with similar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noProof="0" dirty="0"/>
            <a:t>average sample gradient</a:t>
          </a:r>
        </a:p>
      </dsp:txBody>
      <dsp:txXfrm>
        <a:off x="813992" y="1243336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BC823-6327-41E3-9498-077EC66E6394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Accuracy on </a:t>
          </a:r>
          <a14:m xmlns:a14="http://schemas.microsoft.com/office/drawing/2010/main">
            <m:oMath xmlns:m="http://schemas.openxmlformats.org/officeDocument/2006/math">
              <m:r>
                <a:rPr lang="en-US" sz="16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600" b="0" i="1" kern="1200" noProof="0" smtClean="0">
                  <a:latin typeface="Cambria Math" panose="02040503050406030204" pitchFamily="18" charset="0"/>
                </a:rPr>
                <m:t>′</m:t>
              </m:r>
            </m:oMath>
          </a14:m>
          <a:r>
            <a:rPr lang="en-US" sz="1600" kern="1200" noProof="0" dirty="0"/>
            <a:t> is not important</a:t>
          </a:r>
        </a:p>
      </dsp:txBody>
      <dsp:txXfrm>
        <a:off x="813992" y="2176000"/>
        <a:ext cx="4793871" cy="621668"/>
      </dsp:txXfrm>
    </dsp:sp>
    <dsp:sp modelId="{204B6F6D-7B1C-4CAD-9ADE-CB573A37270F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F4AD6-69DA-4570-AC70-E2D69C9751D4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Downside: the dispatcher gets really big!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… but that is OK.</a:t>
          </a:r>
        </a:p>
      </dsp:txBody>
      <dsp:txXfrm>
        <a:off x="457576" y="3108665"/>
        <a:ext cx="5150288" cy="621668"/>
      </dsp:txXfrm>
    </dsp:sp>
    <dsp:sp modelId="{A806FBA3-8774-4FCA-A268-8CC8209F5AA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F42D4-DC3D-4D33-9F3A-EDA97BA8DF2A}">
      <dsp:nvSpPr>
        <dsp:cNvPr id="0" name=""/>
        <dsp:cNvSpPr/>
      </dsp:nvSpPr>
      <dsp:spPr>
        <a:xfrm>
          <a:off x="3095624" y="232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Re-</a:t>
          </a:r>
          <a:r>
            <a:rPr lang="it-IT" sz="1700" kern="1200" dirty="0" err="1"/>
            <a:t>run</a:t>
          </a:r>
          <a:r>
            <a:rPr lang="it-IT" sz="1700" kern="1200" dirty="0"/>
            <a:t> the training with </a:t>
          </a:r>
          <a:r>
            <a:rPr lang="it-IT" sz="1700" kern="1200" dirty="0" err="1"/>
            <a:t>higher</a:t>
          </a:r>
          <a:r>
            <a:rPr lang="it-IT" sz="1700" kern="1200" dirty="0"/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7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7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7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700" kern="1200" dirty="0"/>
        </a:p>
      </dsp:txBody>
      <dsp:txXfrm>
        <a:off x="3157078" y="61686"/>
        <a:ext cx="1813842" cy="1135979"/>
      </dsp:txXfrm>
    </dsp:sp>
    <dsp:sp modelId="{FCF14509-226F-4ED0-ACC7-BF418FBC1D7C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315338" y="406915"/>
              </a:moveTo>
              <a:arcTo wR="2079657" hR="2079657" stAng="183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36EAEA-6D9F-4129-B6DE-C15A6D467A91}">
      <dsp:nvSpPr>
        <dsp:cNvPr id="0" name=""/>
        <dsp:cNvSpPr/>
      </dsp:nvSpPr>
      <dsp:spPr>
        <a:xfrm>
          <a:off x="5175282" y="2079889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Tweak the </a:t>
          </a:r>
          <a:r>
            <a:rPr lang="it-IT" sz="1700" kern="1200" dirty="0" err="1"/>
            <a:t>architecture</a:t>
          </a:r>
          <a:endParaRPr lang="en-US" sz="1700" kern="1200" dirty="0"/>
        </a:p>
      </dsp:txBody>
      <dsp:txXfrm>
        <a:off x="5236736" y="2141343"/>
        <a:ext cx="1813842" cy="1135979"/>
      </dsp:txXfrm>
    </dsp:sp>
    <dsp:sp modelId="{EDE01401-C5B8-4506-A61C-41C8926A50DF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943720" y="3001743"/>
              </a:moveTo>
              <a:arcTo wR="2079657" hR="2079657" stAng="15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036DD-64E9-4106-9C52-E96365FAE3CD}">
      <dsp:nvSpPr>
        <dsp:cNvPr id="0" name=""/>
        <dsp:cNvSpPr/>
      </dsp:nvSpPr>
      <dsp:spPr>
        <a:xfrm>
          <a:off x="3095625" y="4159546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Clustering on input to make the </a:t>
          </a:r>
          <a:r>
            <a:rPr lang="it-IT" sz="1700" b="1" kern="1200" dirty="0"/>
            <a:t>big </a:t>
          </a:r>
          <a:r>
            <a:rPr lang="it-IT" sz="1700" b="1" kern="1200" dirty="0" err="1"/>
            <a:t>dispatcher</a:t>
          </a:r>
          <a:r>
            <a:rPr lang="it-IT" sz="1700" kern="1200" dirty="0"/>
            <a:t> an </a:t>
          </a:r>
          <a:r>
            <a:rPr lang="it-IT" sz="1700" b="1" i="1" kern="1200" dirty="0"/>
            <a:t>accumulator</a:t>
          </a:r>
          <a:endParaRPr lang="en-US" sz="1700" b="1" i="1" kern="1200" dirty="0"/>
        </a:p>
      </dsp:txBody>
      <dsp:txXfrm>
        <a:off x="3157079" y="4221000"/>
        <a:ext cx="1813842" cy="1135979"/>
      </dsp:txXfrm>
    </dsp:sp>
    <dsp:sp modelId="{1E96059B-92EA-4F99-AA97-E622395C23E2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843976" y="3752399"/>
              </a:moveTo>
              <a:arcTo wR="2079657" hR="2079657" stAng="75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72D7B-1342-4C74-B3C5-E2CAB6BFF77A}">
      <dsp:nvSpPr>
        <dsp:cNvPr id="0" name=""/>
        <dsp:cNvSpPr/>
      </dsp:nvSpPr>
      <dsp:spPr>
        <a:xfrm>
          <a:off x="1015967" y="2079889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Measure</a:t>
          </a:r>
          <a:r>
            <a:rPr lang="it-IT" sz="1700" kern="1200" dirty="0"/>
            <a:t> </a:t>
          </a:r>
          <a:r>
            <a:rPr lang="it-IT" sz="1700" kern="1200"/>
            <a:t>the results</a:t>
          </a:r>
          <a:endParaRPr lang="en-US" sz="1700" kern="1200" dirty="0"/>
        </a:p>
      </dsp:txBody>
      <dsp:txXfrm>
        <a:off x="1077421" y="2141343"/>
        <a:ext cx="1813842" cy="1135979"/>
      </dsp:txXfrm>
    </dsp:sp>
    <dsp:sp modelId="{775D57D1-8D31-46FF-9D99-843FF775AE45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215594" y="1157570"/>
              </a:moveTo>
              <a:arcTo wR="2079657" hR="2079657" stAng="123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81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6E71-BEBC-2996-0607-FF01AE2A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8E0AE-4A9D-09EA-377D-5CFC664D4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EF87D-E26C-1874-209A-D4B11AC33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A70D-B66B-DBB1-9ED4-DD3E6A2DA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D56E-2269-C477-041A-2281AE52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003B3-4BC2-A757-ACDA-4E8110A7A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543F3-EA98-8897-C444-6EE5160AE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F9B22-2DB9-F811-FA7D-74CA9BA5F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59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09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C548-0A76-0B6C-4318-A2927F52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3F8F4-1A6F-A1AE-3024-1BCCAD31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DC035-D845-88E1-D942-3D0AC1CB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1D0FF-8183-5BF0-2749-556AA7DB6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63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2A65-A992-82E2-3297-BE90773D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96D08-1589-4D4B-9F25-EEB15B0F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90090-D3E2-DEC1-7D39-FEC572DE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54628-B01A-45CB-0E90-FED795500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2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1918-1474-AD4C-E6A7-9C764C36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AEBF6-EC7B-11C3-E745-28E345262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43385-4DA9-F960-2F6F-B485CF8DF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26684-A7C3-0E7A-A0E1-5801E366D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49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4B31-C540-D9FE-CB65-7205F674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24D70-95B8-9EC6-5C14-D44AC1EF9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88191-CC4D-5C5E-7C64-58029883A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06D80-9D99-CCDF-71E4-B6601BD1E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97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2C5B-9185-8F3A-0E52-D0AA42DF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4BD4A-A6F9-92AD-5441-E2DC5959B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93FB2-4E21-C5F9-766C-81E55785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4E1BF-6D6D-3E4C-5814-17A20C07A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47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3.jpg"/><Relationship Id="rId7" Type="http://schemas.openxmlformats.org/officeDocument/2006/relationships/diagramColors" Target="../diagrams/colors4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7.xml"/><Relationship Id="rId12" Type="http://schemas.openxmlformats.org/officeDocument/2006/relationships/image" Target="../media/image18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8.xml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71439A2-1BE6-3481-7F03-83C712E5AAA5}"/>
              </a:ext>
            </a:extLst>
          </p:cNvPr>
          <p:cNvGrpSpPr/>
          <p:nvPr/>
        </p:nvGrpSpPr>
        <p:grpSpPr>
          <a:xfrm>
            <a:off x="-1285164" y="2"/>
            <a:ext cx="13477164" cy="6858002"/>
            <a:chOff x="-61416" y="-1"/>
            <a:chExt cx="13642820" cy="68580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00034E-5AB2-AB51-CBE8-680F87021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1416" y="0"/>
              <a:ext cx="3429000" cy="3429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3A5B17-470B-7045-F52D-260E0AE12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1416" y="3429001"/>
              <a:ext cx="3429000" cy="3429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CBDC4B-7F6D-3B24-5C20-C6125CC97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7112" y="0"/>
              <a:ext cx="3429001" cy="342900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E12BEA-060A-E8D6-1157-2EEC3D769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47112" y="3429000"/>
              <a:ext cx="3429000" cy="3429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13C098-09FB-7E32-BFF9-40B3593EC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48331" y="1"/>
              <a:ext cx="3429002" cy="342900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E10AE3-0C9D-2230-F8FB-6436E8E1D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48331" y="3428999"/>
              <a:ext cx="3429002" cy="342900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5642FCC-F73F-35A9-7E61-4E5B507E2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2402" y="3428999"/>
              <a:ext cx="3429002" cy="342900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7EC66B4-2104-E7C2-5387-E30C30092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52404" y="-1"/>
              <a:ext cx="3429000" cy="3429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505358-FD3D-0959-E819-F9592CD868A2}"/>
              </a:ext>
            </a:extLst>
          </p:cNvPr>
          <p:cNvGrpSpPr/>
          <p:nvPr/>
        </p:nvGrpSpPr>
        <p:grpSpPr>
          <a:xfrm>
            <a:off x="-19050" y="-19050"/>
            <a:ext cx="12287250" cy="6972300"/>
            <a:chOff x="-19050" y="-19050"/>
            <a:chExt cx="12287250" cy="69723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F250F23-7412-A3E0-C000-4791767BE54E}"/>
                </a:ext>
              </a:extLst>
            </p:cNvPr>
            <p:cNvSpPr/>
            <p:nvPr/>
          </p:nvSpPr>
          <p:spPr>
            <a:xfrm>
              <a:off x="-19050" y="-19050"/>
              <a:ext cx="12287250" cy="6972300"/>
            </a:xfrm>
            <a:prstGeom prst="rect">
              <a:avLst/>
            </a:prstGeom>
            <a:gradFill flip="none" rotWithShape="1">
              <a:gsLst>
                <a:gs pos="40000">
                  <a:srgbClr val="002060"/>
                </a:gs>
                <a:gs pos="62000">
                  <a:srgbClr val="002060">
                    <a:alpha val="70000"/>
                  </a:srgbClr>
                </a:gs>
                <a:gs pos="83000">
                  <a:srgbClr val="002060">
                    <a:lumMod val="97000"/>
                    <a:alpha val="0"/>
                  </a:srgbClr>
                </a:gs>
              </a:gsLst>
              <a:lin ang="600000" scaled="0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E8D3197B-D5F7-5F76-2AF1-2041D9365093}"/>
                </a:ext>
              </a:extLst>
            </p:cNvPr>
            <p:cNvSpPr/>
            <p:nvPr/>
          </p:nvSpPr>
          <p:spPr>
            <a:xfrm>
              <a:off x="1051560" y="475488"/>
              <a:ext cx="9601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kern="0" spc="140" noProof="0" dirty="0">
                  <a:solidFill>
                    <a:srgbClr val="E7D3A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MASTER'S THESIS DEFENSE   ·   UNIVERSITY OF TRIESTE</a:t>
              </a:r>
              <a:endParaRPr lang="en-US" sz="1300" noProof="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E868FCAD-DC91-0A82-1A65-F7A0626BFE71}"/>
                </a:ext>
              </a:extLst>
            </p:cNvPr>
            <p:cNvSpPr/>
            <p:nvPr/>
          </p:nvSpPr>
          <p:spPr>
            <a:xfrm>
              <a:off x="502920" y="1280160"/>
              <a:ext cx="7888605" cy="2331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F4EFE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Unsupervised State Bucketing</a:t>
              </a:r>
              <a:endParaRPr lang="en-US" sz="3200" noProof="0" dirty="0"/>
            </a:p>
            <a:p>
              <a:pPr marL="0" indent="0">
                <a:buNone/>
              </a:pPr>
              <a:r>
                <a:rPr lang="en-US" sz="3200" noProof="0" dirty="0">
                  <a:solidFill>
                    <a:srgbClr val="F4EFE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for Mixture-of-Experts in</a:t>
              </a:r>
              <a:endParaRPr lang="en-US" sz="3200" noProof="0" dirty="0"/>
            </a:p>
            <a:p>
              <a:pPr marL="0" indent="0">
                <a:buNone/>
              </a:pPr>
              <a:r>
                <a:rPr lang="en-US" sz="3200" noProof="0" dirty="0">
                  <a:solidFill>
                    <a:srgbClr val="F4EFE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Resource-Constrained Chess Engines</a:t>
              </a:r>
              <a:endParaRPr lang="en-US" sz="3200" noProof="0" dirty="0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58F15B24-69CE-7DEF-1CFC-297B597D2679}"/>
                </a:ext>
              </a:extLst>
            </p:cNvPr>
            <p:cNvSpPr/>
            <p:nvPr/>
          </p:nvSpPr>
          <p:spPr>
            <a:xfrm>
              <a:off x="502920" y="4069080"/>
              <a:ext cx="10515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noProof="0" dirty="0">
                  <a:solidFill>
                    <a:srgbClr val="E7D3A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Can a tiny chess engine choose the right expert?</a:t>
              </a:r>
              <a:endParaRPr lang="en-US" sz="2000" noProof="0" dirty="0"/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ABD8F277-BA1C-F17E-3B4D-1C55C095F113}"/>
                </a:ext>
              </a:extLst>
            </p:cNvPr>
            <p:cNvSpPr/>
            <p:nvPr/>
          </p:nvSpPr>
          <p:spPr>
            <a:xfrm>
              <a:off x="502920" y="5074920"/>
              <a:ext cx="7315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noProof="0" dirty="0">
                  <a:solidFill>
                    <a:srgbClr val="F4EF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Omar Cusma Fait</a:t>
              </a:r>
              <a:endParaRPr lang="en-US" sz="1800" noProof="0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8840C3E0-9C60-A363-2382-81890C35F998}"/>
                </a:ext>
              </a:extLst>
            </p:cNvPr>
            <p:cNvSpPr/>
            <p:nvPr/>
          </p:nvSpPr>
          <p:spPr>
            <a:xfrm>
              <a:off x="502920" y="5241417"/>
              <a:ext cx="10515600" cy="1207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Science and Artificial Intelligence</a:t>
              </a:r>
            </a:p>
            <a:p>
              <a:pPr marL="0" indent="0">
                <a:buNone/>
              </a:pPr>
              <a:endParaRPr lang="en-US" sz="1500" noProof="0" dirty="0"/>
            </a:p>
            <a:p>
              <a:pPr marL="0" indent="0">
                <a:buNone/>
              </a:pP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Thesis Supervisor: </a:t>
              </a:r>
              <a:r>
                <a:rPr lang="en-US" sz="1500" b="1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Alessio Ansuini</a:t>
              </a: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Area Science Park   </a:t>
              </a:r>
            </a:p>
            <a:p>
              <a:pPr marL="0" indent="0">
                <a:buNone/>
              </a:pP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Internship</a:t>
              </a:r>
              <a:r>
                <a:rPr lang="en-US" sz="150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</a:t>
              </a:r>
              <a:r>
                <a:rPr lang="en-US" sz="1500" noProof="0" dirty="0" err="1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upervisor</a:t>
              </a: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500" b="1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Marco Zennaro</a:t>
              </a:r>
              <a:r>
                <a:rPr lang="en-US" sz="1500" noProof="0" dirty="0">
                  <a:solidFill>
                    <a:srgbClr val="C9C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ICTP</a:t>
              </a:r>
              <a:endParaRPr lang="en-US" sz="15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61391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D9ED20D-DD64-DBED-C92C-51383563A7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-9119"/>
            <a:ext cx="12192001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UPDATABLE NEURAL NETWORK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Picture: AI on the Edge</a:t>
            </a:r>
            <a:endParaRPr lang="en-US" sz="30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endParaRPr lang="en-US" sz="1100" noProof="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7504798-7252-C11E-673C-0D07B63702BA}"/>
              </a:ext>
            </a:extLst>
          </p:cNvPr>
          <p:cNvSpPr/>
          <p:nvPr/>
        </p:nvSpPr>
        <p:spPr>
          <a:xfrm>
            <a:off x="6676572" y="2794642"/>
            <a:ext cx="2750457" cy="3246120"/>
          </a:xfrm>
          <a:prstGeom prst="roundRect">
            <a:avLst>
              <a:gd name="adj" fmla="val 18344"/>
            </a:avLst>
          </a:prstGeom>
          <a:solidFill>
            <a:srgbClr val="FCFAF6">
              <a:alpha val="60000"/>
            </a:srgbClr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39F2D50-3B53-73A7-88C2-2EF11A55C652}"/>
              </a:ext>
            </a:extLst>
          </p:cNvPr>
          <p:cNvSpPr/>
          <p:nvPr/>
        </p:nvSpPr>
        <p:spPr>
          <a:xfrm>
            <a:off x="6683828" y="2794642"/>
            <a:ext cx="2743201" cy="10534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0C3B71-958A-5F7B-0955-7B8F7C3F4CB3}"/>
              </a:ext>
            </a:extLst>
          </p:cNvPr>
          <p:cNvSpPr txBox="1"/>
          <p:nvPr/>
        </p:nvSpPr>
        <p:spPr>
          <a:xfrm>
            <a:off x="6831637" y="3125040"/>
            <a:ext cx="252644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small </a:t>
            </a:r>
            <a:r>
              <a:rPr lang="it-IT" b="1" dirty="0" err="1">
                <a:solidFill>
                  <a:schemeClr val="bg1"/>
                </a:solidFill>
              </a:rPr>
              <a:t>neural</a:t>
            </a:r>
            <a:r>
              <a:rPr lang="it-IT" b="1" dirty="0">
                <a:solidFill>
                  <a:schemeClr val="bg1"/>
                </a:solidFill>
              </a:rPr>
              <a:t> networks</a:t>
            </a:r>
            <a:r>
              <a:rPr lang="it-IT" sz="2000" b="1" dirty="0">
                <a:solidFill>
                  <a:schemeClr val="bg1"/>
                </a:solidFill>
              </a:rPr>
              <a:t> </a:t>
            </a:r>
          </a:p>
          <a:p>
            <a:endParaRPr lang="it-IT" dirty="0"/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Can </a:t>
            </a:r>
            <a:r>
              <a:rPr lang="it-IT" dirty="0" err="1"/>
              <a:t>run</a:t>
            </a:r>
            <a:r>
              <a:rPr lang="it-IT" dirty="0"/>
              <a:t> on small devices,</a:t>
            </a:r>
          </a:p>
          <a:p>
            <a:pPr marL="285750" indent="-285750">
              <a:buFontTx/>
              <a:buChar char="-"/>
            </a:pPr>
            <a:r>
              <a:rPr lang="it-IT" dirty="0"/>
              <a:t>Edge computing,</a:t>
            </a:r>
          </a:p>
          <a:p>
            <a:pPr marL="285750" indent="-285750">
              <a:buFontTx/>
              <a:buChar char="-"/>
            </a:pPr>
            <a:r>
              <a:rPr lang="it-IT" dirty="0"/>
              <a:t>Power-</a:t>
            </a:r>
            <a:r>
              <a:rPr lang="it-IT" dirty="0" err="1"/>
              <a:t>efficient</a:t>
            </a:r>
            <a:r>
              <a:rPr lang="it-IT" dirty="0"/>
              <a:t>,</a:t>
            </a:r>
          </a:p>
          <a:p>
            <a:pPr marL="285750" indent="-285750">
              <a:buFontTx/>
              <a:buChar char="-"/>
            </a:pPr>
            <a:r>
              <a:rPr lang="it-IT" dirty="0"/>
              <a:t>NNUE, Elmo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8F7157-A6AE-AB91-D931-11341A859859}"/>
              </a:ext>
            </a:extLst>
          </p:cNvPr>
          <p:cNvGrpSpPr/>
          <p:nvPr/>
        </p:nvGrpSpPr>
        <p:grpSpPr>
          <a:xfrm>
            <a:off x="2764971" y="1449323"/>
            <a:ext cx="5286830" cy="4591439"/>
            <a:chOff x="2764971" y="1449323"/>
            <a:chExt cx="5286830" cy="4591439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2DEC729D-7783-5519-BE34-37695C179B56}"/>
                </a:ext>
              </a:extLst>
            </p:cNvPr>
            <p:cNvSpPr/>
            <p:nvPr/>
          </p:nvSpPr>
          <p:spPr>
            <a:xfrm>
              <a:off x="2764971" y="2794642"/>
              <a:ext cx="2750458" cy="3246120"/>
            </a:xfrm>
            <a:prstGeom prst="roundRect">
              <a:avLst>
                <a:gd name="adj" fmla="val 19245"/>
              </a:avLst>
            </a:prstGeom>
            <a:solidFill>
              <a:srgbClr val="FCFAF6">
                <a:alpha val="60000"/>
              </a:srgbClr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endParaRPr lang="it-IT" sz="2000" dirty="0"/>
            </a:p>
          </p:txBody>
        </p:sp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C077FB05-66FC-49E3-0B5C-48A84F51A566}"/>
                </a:ext>
              </a:extLst>
            </p:cNvPr>
            <p:cNvSpPr/>
            <p:nvPr/>
          </p:nvSpPr>
          <p:spPr>
            <a:xfrm>
              <a:off x="4274820" y="1449323"/>
              <a:ext cx="3611880" cy="888093"/>
            </a:xfrm>
            <a:prstGeom prst="roundRect">
              <a:avLst>
                <a:gd name="adj" fmla="val 16179"/>
              </a:avLst>
            </a:prstGeom>
            <a:solidFill>
              <a:srgbClr val="002060"/>
            </a:solidFill>
            <a:ln w="12700">
              <a:solidFill>
                <a:schemeClr val="bg1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it-IT" sz="2000" b="1" dirty="0">
                  <a:solidFill>
                    <a:schemeClr val="bg1"/>
                  </a:solidFill>
                </a:rPr>
                <a:t>Two families of </a:t>
              </a:r>
              <a:r>
                <a:rPr lang="it-IT" sz="2000" b="1" dirty="0" err="1">
                  <a:solidFill>
                    <a:schemeClr val="bg1"/>
                  </a:solidFill>
                </a:rPr>
                <a:t>modern</a:t>
              </a:r>
              <a:r>
                <a:rPr lang="it-IT" sz="2000" b="1" dirty="0">
                  <a:solidFill>
                    <a:schemeClr val="bg1"/>
                  </a:solidFill>
                </a:rPr>
                <a:t> </a:t>
              </a:r>
              <a:r>
                <a:rPr lang="it-IT" sz="2000" b="1" dirty="0" err="1">
                  <a:solidFill>
                    <a:schemeClr val="bg1"/>
                  </a:solidFill>
                </a:rPr>
                <a:t>approaches</a:t>
              </a:r>
              <a:r>
                <a:rPr lang="it-IT" sz="2000" b="1" dirty="0">
                  <a:solidFill>
                    <a:schemeClr val="bg1"/>
                  </a:solidFill>
                </a:rPr>
                <a:t> to </a:t>
              </a:r>
              <a:r>
                <a:rPr lang="it-IT" sz="2000" b="1" dirty="0" err="1">
                  <a:solidFill>
                    <a:schemeClr val="bg1"/>
                  </a:solidFill>
                </a:rPr>
                <a:t>chess</a:t>
              </a:r>
              <a:endParaRPr lang="it-IT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ED36175D-516F-7AEA-5F34-4CDC1E54B4AC}"/>
                </a:ext>
              </a:extLst>
            </p:cNvPr>
            <p:cNvSpPr/>
            <p:nvPr/>
          </p:nvSpPr>
          <p:spPr>
            <a:xfrm>
              <a:off x="2772228" y="2794642"/>
              <a:ext cx="2743201" cy="10534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D22C97-B263-BA5C-72D1-B4DC13C5E708}"/>
                </a:ext>
              </a:extLst>
            </p:cNvPr>
            <p:cNvSpPr txBox="1"/>
            <p:nvPr/>
          </p:nvSpPr>
          <p:spPr>
            <a:xfrm>
              <a:off x="2968737" y="2849679"/>
              <a:ext cx="2357438" cy="2616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dirty="0"/>
            </a:p>
            <a:p>
              <a:pPr algn="ctr"/>
              <a:r>
                <a:rPr lang="it-IT" sz="2000" b="1" dirty="0">
                  <a:solidFill>
                    <a:schemeClr val="bg1"/>
                  </a:solidFill>
                </a:rPr>
                <a:t>BIG </a:t>
              </a:r>
              <a:r>
                <a:rPr lang="it-IT" sz="2000" b="1" dirty="0" err="1">
                  <a:solidFill>
                    <a:schemeClr val="bg1"/>
                  </a:solidFill>
                </a:rPr>
                <a:t>neural</a:t>
              </a:r>
              <a:r>
                <a:rPr lang="it-IT" sz="2000" b="1" dirty="0">
                  <a:solidFill>
                    <a:schemeClr val="bg1"/>
                  </a:solidFill>
                </a:rPr>
                <a:t> networks</a:t>
              </a:r>
            </a:p>
            <a:p>
              <a:pPr algn="ctr"/>
              <a:endParaRPr lang="it-IT" dirty="0"/>
            </a:p>
            <a:p>
              <a:endParaRPr lang="it-IT" dirty="0"/>
            </a:p>
            <a:p>
              <a:pPr marL="285750" indent="-285750">
                <a:buFontTx/>
                <a:buChar char="-"/>
              </a:pPr>
              <a:r>
                <a:rPr lang="it-IT" dirty="0"/>
                <a:t>Value </a:t>
              </a:r>
              <a:r>
                <a:rPr lang="it-IT" dirty="0" err="1"/>
                <a:t>function</a:t>
              </a:r>
              <a:r>
                <a:rPr lang="it-IT" dirty="0"/>
                <a:t>, </a:t>
              </a:r>
            </a:p>
            <a:p>
              <a:pPr marL="285750" indent="-285750">
                <a:buFontTx/>
                <a:buChar char="-"/>
              </a:pPr>
              <a:r>
                <a:rPr lang="it-IT" dirty="0"/>
                <a:t>Policy </a:t>
              </a:r>
              <a:r>
                <a:rPr lang="it-IT" dirty="0" err="1"/>
                <a:t>function</a:t>
              </a:r>
              <a:endParaRPr lang="it-IT" dirty="0"/>
            </a:p>
            <a:p>
              <a:pPr marL="285750" indent="-285750">
                <a:buFontTx/>
                <a:buChar char="-"/>
              </a:pPr>
              <a:r>
                <a:rPr lang="it-IT" dirty="0"/>
                <a:t>MCTS,</a:t>
              </a:r>
            </a:p>
            <a:p>
              <a:pPr marL="285750" indent="-285750">
                <a:buFontTx/>
                <a:buChar char="-"/>
              </a:pPr>
              <a:r>
                <a:rPr lang="it-IT" dirty="0" err="1"/>
                <a:t>AlphaZero</a:t>
              </a:r>
              <a:endParaRPr lang="it-IT" dirty="0"/>
            </a:p>
            <a:p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52E3F02-6D21-E434-AA46-0C5AAD1399A1}"/>
                </a:ext>
              </a:extLst>
            </p:cNvPr>
            <p:cNvCxnSpPr>
              <a:endCxn id="13" idx="3"/>
            </p:cNvCxnSpPr>
            <p:nvPr/>
          </p:nvCxnSpPr>
          <p:spPr>
            <a:xfrm flipH="1">
              <a:off x="4143829" y="2289392"/>
              <a:ext cx="1081314" cy="5052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71AD95B-7980-28A5-7B04-2764E8134BA7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829425" y="2289392"/>
              <a:ext cx="1222376" cy="5052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23C5D57-8D62-B184-028E-963904A62939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7984EA-70E9-4042-CB12-659217CE5A29}"/>
              </a:ext>
            </a:extLst>
          </p:cNvPr>
          <p:cNvGrpSpPr/>
          <p:nvPr/>
        </p:nvGrpSpPr>
        <p:grpSpPr>
          <a:xfrm>
            <a:off x="1491004" y="256032"/>
            <a:ext cx="9184616" cy="6345936"/>
            <a:chOff x="1348740" y="256032"/>
            <a:chExt cx="9494520" cy="6560058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C7A253BE-1246-DDAB-7E44-67EEC8E21A7C}"/>
                </a:ext>
              </a:extLst>
            </p:cNvPr>
            <p:cNvSpPr>
              <a:spLocks/>
            </p:cNvSpPr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1E3159-C759-77D2-4299-228FE8CFF4ED}"/>
                </a:ext>
              </a:extLst>
            </p:cNvPr>
            <p:cNvGrpSpPr/>
            <p:nvPr/>
          </p:nvGrpSpPr>
          <p:grpSpPr>
            <a:xfrm>
              <a:off x="1761620" y="684763"/>
              <a:ext cx="8682576" cy="6030920"/>
              <a:chOff x="2145538" y="929864"/>
              <a:chExt cx="8169333" cy="567442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FE09752-A920-9A82-4685-D7CAE5A93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45538" y="932181"/>
                <a:ext cx="8169333" cy="5672104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8BC121-71EB-1DEB-0A52-875BD63CDA40}"/>
                  </a:ext>
                </a:extLst>
              </p:cNvPr>
              <p:cNvSpPr/>
              <p:nvPr/>
            </p:nvSpPr>
            <p:spPr>
              <a:xfrm>
                <a:off x="4831080" y="929864"/>
                <a:ext cx="2567940" cy="440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Text 1">
            <a:extLst>
              <a:ext uri="{FF2B5EF4-FFF2-40B4-BE49-F238E27FC236}">
                <a16:creationId xmlns:a16="http://schemas.microsoft.com/office/drawing/2014/main" id="{C95104BE-B518-6938-1BB7-8CA74566BE3F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</a:t>
            </a: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</a:t>
            </a:r>
          </a:p>
          <a:p>
            <a:pPr marL="0" indent="0" algn="ctr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NNUE</a:t>
            </a:r>
            <a:endParaRPr lang="en-US" sz="3000" noProof="0" dirty="0"/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9CE065EB-711A-35E5-05F2-0EA5A828416C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endParaRPr lang="en-US" sz="1100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570A82-D5C9-D75E-56EF-562E2295ECAD}"/>
              </a:ext>
            </a:extLst>
          </p:cNvPr>
          <p:cNvSpPr/>
          <p:nvPr/>
        </p:nvSpPr>
        <p:spPr>
          <a:xfrm>
            <a:off x="2731293" y="2278519"/>
            <a:ext cx="1092996" cy="430153"/>
          </a:xfrm>
          <a:prstGeom prst="roundRect">
            <a:avLst>
              <a:gd name="adj" fmla="val 9802"/>
            </a:avLst>
          </a:prstGeom>
          <a:noFill/>
          <a:ln>
            <a:solidFill>
              <a:srgbClr val="91A4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D7195D-8A6E-6959-2A3B-CA433AF00AD7}"/>
              </a:ext>
            </a:extLst>
          </p:cNvPr>
          <p:cNvSpPr/>
          <p:nvPr/>
        </p:nvSpPr>
        <p:spPr>
          <a:xfrm>
            <a:off x="2888458" y="3805038"/>
            <a:ext cx="1900236" cy="375047"/>
          </a:xfrm>
          <a:prstGeom prst="roundRect">
            <a:avLst>
              <a:gd name="adj" fmla="val 9802"/>
            </a:avLst>
          </a:prstGeom>
          <a:noFill/>
          <a:ln>
            <a:solidFill>
              <a:srgbClr val="91A4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7D9D13-2D9E-949E-6150-BBE99C82CC00}"/>
              </a:ext>
            </a:extLst>
          </p:cNvPr>
          <p:cNvSpPr/>
          <p:nvPr/>
        </p:nvSpPr>
        <p:spPr>
          <a:xfrm>
            <a:off x="7234052" y="2282171"/>
            <a:ext cx="1092996" cy="430153"/>
          </a:xfrm>
          <a:prstGeom prst="roundRect">
            <a:avLst>
              <a:gd name="adj" fmla="val 9802"/>
            </a:avLst>
          </a:prstGeom>
          <a:noFill/>
          <a:ln>
            <a:solidFill>
              <a:srgbClr val="506A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A6FF9D-2512-80DF-E4CA-F66B75960DED}"/>
              </a:ext>
            </a:extLst>
          </p:cNvPr>
          <p:cNvSpPr/>
          <p:nvPr/>
        </p:nvSpPr>
        <p:spPr>
          <a:xfrm>
            <a:off x="7394651" y="3379371"/>
            <a:ext cx="1903337" cy="375047"/>
          </a:xfrm>
          <a:prstGeom prst="roundRect">
            <a:avLst>
              <a:gd name="adj" fmla="val 9802"/>
            </a:avLst>
          </a:prstGeom>
          <a:noFill/>
          <a:ln>
            <a:solidFill>
              <a:srgbClr val="506A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0DE91A55-3D2A-DD55-0376-88C01BA3488F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the NNUE and a dense FFNN? The Accumulator layer.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3143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A0B7B-4F46-BBD8-1E9A-E93EEC75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B9F2EAFA-CF92-EE75-1D03-9FB2B10499F7}"/>
              </a:ext>
            </a:extLst>
          </p:cNvPr>
          <p:cNvGrpSpPr/>
          <p:nvPr/>
        </p:nvGrpSpPr>
        <p:grpSpPr>
          <a:xfrm>
            <a:off x="5426801" y="1471312"/>
            <a:ext cx="5929086" cy="4216256"/>
            <a:chOff x="1348740" y="256032"/>
            <a:chExt cx="9494520" cy="6560058"/>
          </a:xfrm>
        </p:grpSpPr>
        <p:sp>
          <p:nvSpPr>
            <p:cNvPr id="86" name="Shape 2">
              <a:extLst>
                <a:ext uri="{FF2B5EF4-FFF2-40B4-BE49-F238E27FC236}">
                  <a16:creationId xmlns:a16="http://schemas.microsoft.com/office/drawing/2014/main" id="{5CC9B718-9C44-AF3D-2391-E59914BCE8C2}"/>
                </a:ext>
              </a:extLst>
            </p:cNvPr>
            <p:cNvSpPr/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BC90C8A-E3C7-2E73-4D08-7F3841583D8B}"/>
                </a:ext>
              </a:extLst>
            </p:cNvPr>
            <p:cNvSpPr/>
            <p:nvPr/>
          </p:nvSpPr>
          <p:spPr>
            <a:xfrm>
              <a:off x="4615883" y="684763"/>
              <a:ext cx="2729272" cy="468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D86A1A34-8A34-C638-88A7-AFA675D08E8F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897D1D-FA39-2B08-462B-7C03F3AA7DF7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ccumulator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Layer</a:t>
            </a:r>
            <a:endParaRPr lang="en-US" sz="3000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67CE7F2-F6E0-041D-29A2-DD9021B567AA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6D075DF-7371-8ACC-D326-1A1A46419CB9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noProof="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005A528-3B65-436F-09F5-9044666A7A6E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F46F90-E2A0-3F7E-80F8-454CD39A32AC}"/>
              </a:ext>
            </a:extLst>
          </p:cNvPr>
          <p:cNvSpPr/>
          <p:nvPr/>
        </p:nvSpPr>
        <p:spPr>
          <a:xfrm>
            <a:off x="621964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EE6C2B-4FE7-CAEB-E967-34647FCA34D2}"/>
              </a:ext>
            </a:extLst>
          </p:cNvPr>
          <p:cNvSpPr/>
          <p:nvPr/>
        </p:nvSpPr>
        <p:spPr>
          <a:xfrm>
            <a:off x="676256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D587A86-6AA8-A400-316E-508ADAD31A17}"/>
              </a:ext>
            </a:extLst>
          </p:cNvPr>
          <p:cNvSpPr/>
          <p:nvPr/>
        </p:nvSpPr>
        <p:spPr>
          <a:xfrm>
            <a:off x="730549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58534C9-CDEE-554C-7EF8-8269E30768CC}"/>
              </a:ext>
            </a:extLst>
          </p:cNvPr>
          <p:cNvSpPr/>
          <p:nvPr/>
        </p:nvSpPr>
        <p:spPr>
          <a:xfrm>
            <a:off x="7848419" y="4195082"/>
            <a:ext cx="542925" cy="542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77C83E-4C68-BC77-6BD0-723146764DE1}"/>
              </a:ext>
            </a:extLst>
          </p:cNvPr>
          <p:cNvSpPr/>
          <p:nvPr/>
        </p:nvSpPr>
        <p:spPr>
          <a:xfrm>
            <a:off x="839134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324B80-3B56-BD00-FEE6-E8A42CA6A153}"/>
              </a:ext>
            </a:extLst>
          </p:cNvPr>
          <p:cNvSpPr/>
          <p:nvPr/>
        </p:nvSpPr>
        <p:spPr>
          <a:xfrm>
            <a:off x="893426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24CC56-8E50-D194-C832-B7BD3237FA69}"/>
              </a:ext>
            </a:extLst>
          </p:cNvPr>
          <p:cNvSpPr/>
          <p:nvPr/>
        </p:nvSpPr>
        <p:spPr>
          <a:xfrm>
            <a:off x="947719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9AF8081-4897-DFDA-4701-77D2DD06158B}"/>
              </a:ext>
            </a:extLst>
          </p:cNvPr>
          <p:cNvSpPr/>
          <p:nvPr/>
        </p:nvSpPr>
        <p:spPr>
          <a:xfrm>
            <a:off x="1002011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F525039-238C-E3D7-DCFD-FDDBD8ED7FBE}"/>
              </a:ext>
            </a:extLst>
          </p:cNvPr>
          <p:cNvSpPr/>
          <p:nvPr/>
        </p:nvSpPr>
        <p:spPr>
          <a:xfrm>
            <a:off x="6491106" y="2413907"/>
            <a:ext cx="542925" cy="54292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639F71-098D-8D82-625A-BD6AEF8DC4E0}"/>
              </a:ext>
            </a:extLst>
          </p:cNvPr>
          <p:cNvSpPr/>
          <p:nvPr/>
        </p:nvSpPr>
        <p:spPr>
          <a:xfrm>
            <a:off x="7576956" y="2413907"/>
            <a:ext cx="542925" cy="5429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3A9656B-7FE2-DD5B-B593-194F986193C9}"/>
              </a:ext>
            </a:extLst>
          </p:cNvPr>
          <p:cNvSpPr/>
          <p:nvPr/>
        </p:nvSpPr>
        <p:spPr>
          <a:xfrm>
            <a:off x="8662806" y="2413907"/>
            <a:ext cx="542925" cy="5429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7F356F5-E8D5-D52D-39EA-6688E1B49576}"/>
              </a:ext>
            </a:extLst>
          </p:cNvPr>
          <p:cNvSpPr/>
          <p:nvPr/>
        </p:nvSpPr>
        <p:spPr>
          <a:xfrm>
            <a:off x="9748656" y="2413907"/>
            <a:ext cx="542925" cy="54292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931CC31-69CB-8836-618C-A546C884CD09}"/>
              </a:ext>
            </a:extLst>
          </p:cNvPr>
          <p:cNvCxnSpPr>
            <a:stCxn id="29" idx="0"/>
            <a:endCxn id="45" idx="4"/>
          </p:cNvCxnSpPr>
          <p:nvPr/>
        </p:nvCxnSpPr>
        <p:spPr>
          <a:xfrm flipV="1">
            <a:off x="649110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16596E-0043-2116-6A76-2461A86F8F90}"/>
              </a:ext>
            </a:extLst>
          </p:cNvPr>
          <p:cNvCxnSpPr>
            <a:stCxn id="47" idx="4"/>
            <a:endCxn id="35" idx="0"/>
          </p:cNvCxnSpPr>
          <p:nvPr/>
        </p:nvCxnSpPr>
        <p:spPr>
          <a:xfrm>
            <a:off x="7848419" y="2956832"/>
            <a:ext cx="2714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8A384C-056D-64DC-AB20-8786D68A280F}"/>
              </a:ext>
            </a:extLst>
          </p:cNvPr>
          <p:cNvCxnSpPr>
            <a:cxnSpLocks/>
            <a:stCxn id="49" idx="4"/>
            <a:endCxn id="37" idx="0"/>
          </p:cNvCxnSpPr>
          <p:nvPr/>
        </p:nvCxnSpPr>
        <p:spPr>
          <a:xfrm flipH="1">
            <a:off x="866280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99F9516-CE27-2EE4-D4D6-4E3DE6F4D8C8}"/>
              </a:ext>
            </a:extLst>
          </p:cNvPr>
          <p:cNvCxnSpPr>
            <a:cxnSpLocks/>
            <a:stCxn id="51" idx="4"/>
            <a:endCxn id="41" idx="0"/>
          </p:cNvCxnSpPr>
          <p:nvPr/>
        </p:nvCxnSpPr>
        <p:spPr>
          <a:xfrm flipH="1">
            <a:off x="9748657" y="2956832"/>
            <a:ext cx="2714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6959EAE-2F29-E73C-E999-066FAC9B132F}"/>
              </a:ext>
            </a:extLst>
          </p:cNvPr>
          <p:cNvCxnSpPr>
            <a:cxnSpLocks/>
            <a:stCxn id="45" idx="4"/>
            <a:endCxn id="39" idx="0"/>
          </p:cNvCxnSpPr>
          <p:nvPr/>
        </p:nvCxnSpPr>
        <p:spPr>
          <a:xfrm>
            <a:off x="6762569" y="2956832"/>
            <a:ext cx="24431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EEB7260-493E-D752-F78D-0D0573DE6D80}"/>
              </a:ext>
            </a:extLst>
          </p:cNvPr>
          <p:cNvCxnSpPr>
            <a:cxnSpLocks/>
            <a:stCxn id="49" idx="4"/>
            <a:endCxn id="43" idx="0"/>
          </p:cNvCxnSpPr>
          <p:nvPr/>
        </p:nvCxnSpPr>
        <p:spPr>
          <a:xfrm>
            <a:off x="8934269" y="2956832"/>
            <a:ext cx="1357313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FD5E458-4225-8144-463A-22F66896B4E4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7034032" y="2956832"/>
            <a:ext cx="814388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DF4517B-2694-BA33-83C5-5542786B8D2C}"/>
              </a:ext>
            </a:extLst>
          </p:cNvPr>
          <p:cNvCxnSpPr>
            <a:cxnSpLocks/>
            <a:stCxn id="51" idx="4"/>
            <a:endCxn id="33" idx="0"/>
          </p:cNvCxnSpPr>
          <p:nvPr/>
        </p:nvCxnSpPr>
        <p:spPr>
          <a:xfrm flipH="1">
            <a:off x="7576957" y="2956832"/>
            <a:ext cx="24431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9E004C4-818F-2169-D5BA-49E7BC3FFBE1}"/>
              </a:ext>
            </a:extLst>
          </p:cNvPr>
          <p:cNvCxnSpPr>
            <a:cxnSpLocks/>
            <a:stCxn id="49" idx="4"/>
            <a:endCxn id="41" idx="0"/>
          </p:cNvCxnSpPr>
          <p:nvPr/>
        </p:nvCxnSpPr>
        <p:spPr>
          <a:xfrm>
            <a:off x="8934269" y="2956832"/>
            <a:ext cx="814388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AAA85E3-E5C2-BB7F-6A14-41234279283E}"/>
              </a:ext>
            </a:extLst>
          </p:cNvPr>
          <p:cNvCxnSpPr>
            <a:cxnSpLocks/>
            <a:stCxn id="49" idx="4"/>
            <a:endCxn id="29" idx="0"/>
          </p:cNvCxnSpPr>
          <p:nvPr/>
        </p:nvCxnSpPr>
        <p:spPr>
          <a:xfrm flipH="1">
            <a:off x="6491107" y="2956832"/>
            <a:ext cx="24431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2">
            <a:extLst>
              <a:ext uri="{FF2B5EF4-FFF2-40B4-BE49-F238E27FC236}">
                <a16:creationId xmlns:a16="http://schemas.microsoft.com/office/drawing/2014/main" id="{9EF3F733-3539-836F-4E09-4A244DCF1BB7}"/>
              </a:ext>
            </a:extLst>
          </p:cNvPr>
          <p:cNvSpPr/>
          <p:nvPr/>
        </p:nvSpPr>
        <p:spPr>
          <a:xfrm>
            <a:off x="7499394" y="5039724"/>
            <a:ext cx="1783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800" noProof="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375055D1-43E1-9783-04C2-21F6A9ADBB8A}"/>
              </a:ext>
            </a:extLst>
          </p:cNvPr>
          <p:cNvSpPr/>
          <p:nvPr/>
        </p:nvSpPr>
        <p:spPr>
          <a:xfrm>
            <a:off x="7236664" y="1763558"/>
            <a:ext cx="2309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Accumulator</a:t>
            </a:r>
            <a:endParaRPr lang="en-US" sz="1800" noProof="0" dirty="0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213B323A-E2CB-487F-84B0-A4AF97C812D5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shared first-layer representation. During inference, it’s activations are mostly recycled.</a:t>
            </a:r>
            <a:endParaRPr lang="en-US" sz="11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E34B7-D4AC-97D7-3C1F-2FE42D45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42" y="1771092"/>
            <a:ext cx="3512170" cy="351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8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0D769-95F7-CA0C-00C3-A7F52668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A354C85-020A-DBA5-4426-16095B3071EA}"/>
              </a:ext>
            </a:extLst>
          </p:cNvPr>
          <p:cNvGrpSpPr/>
          <p:nvPr/>
        </p:nvGrpSpPr>
        <p:grpSpPr>
          <a:xfrm>
            <a:off x="5426801" y="1471312"/>
            <a:ext cx="5929086" cy="4216256"/>
            <a:chOff x="1348740" y="256032"/>
            <a:chExt cx="9494520" cy="6560058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3A314421-2D02-CE38-4FF8-7EE51C2F2897}"/>
                </a:ext>
              </a:extLst>
            </p:cNvPr>
            <p:cNvSpPr/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460597-3D6B-F5BB-6A59-9B0177C6C1C9}"/>
                </a:ext>
              </a:extLst>
            </p:cNvPr>
            <p:cNvSpPr/>
            <p:nvPr/>
          </p:nvSpPr>
          <p:spPr>
            <a:xfrm>
              <a:off x="4615883" y="684763"/>
              <a:ext cx="2729272" cy="468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ADF2ECA1-176D-38A2-F2D3-86B138F617AE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9E4DCD-0107-3373-6040-F045CD6D2D70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ccumulator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Layer</a:t>
            </a:r>
            <a:endParaRPr lang="en-US" sz="3000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9215811-AD82-68CB-1AE2-5818DEC56587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56ADC90-366E-E4CC-0BC7-A4D9C1B6EE3F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noProof="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BA8591E-3C9B-DD9B-2AE0-21D93F64E75C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809B79-6CE9-F292-0768-EB3B5D58E438}"/>
              </a:ext>
            </a:extLst>
          </p:cNvPr>
          <p:cNvSpPr/>
          <p:nvPr/>
        </p:nvSpPr>
        <p:spPr>
          <a:xfrm>
            <a:off x="621964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FAA591-C77D-40D8-BD79-9982C43A8F65}"/>
              </a:ext>
            </a:extLst>
          </p:cNvPr>
          <p:cNvSpPr/>
          <p:nvPr/>
        </p:nvSpPr>
        <p:spPr>
          <a:xfrm>
            <a:off x="676256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1A1D177-3BB5-1676-E862-275C262FCC63}"/>
              </a:ext>
            </a:extLst>
          </p:cNvPr>
          <p:cNvSpPr/>
          <p:nvPr/>
        </p:nvSpPr>
        <p:spPr>
          <a:xfrm>
            <a:off x="730549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A16FA7F-E839-F744-1098-B45AFEF32789}"/>
              </a:ext>
            </a:extLst>
          </p:cNvPr>
          <p:cNvSpPr/>
          <p:nvPr/>
        </p:nvSpPr>
        <p:spPr>
          <a:xfrm>
            <a:off x="7848419" y="4195082"/>
            <a:ext cx="542925" cy="542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EE4095-3A1A-4B8D-54B2-8C241832F5A2}"/>
              </a:ext>
            </a:extLst>
          </p:cNvPr>
          <p:cNvSpPr/>
          <p:nvPr/>
        </p:nvSpPr>
        <p:spPr>
          <a:xfrm>
            <a:off x="839134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483169-BE1C-1E92-D345-5CBDED1606E2}"/>
              </a:ext>
            </a:extLst>
          </p:cNvPr>
          <p:cNvSpPr/>
          <p:nvPr/>
        </p:nvSpPr>
        <p:spPr>
          <a:xfrm>
            <a:off x="893426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98A12B-53C5-1601-4332-095C10D5B717}"/>
              </a:ext>
            </a:extLst>
          </p:cNvPr>
          <p:cNvSpPr/>
          <p:nvPr/>
        </p:nvSpPr>
        <p:spPr>
          <a:xfrm>
            <a:off x="9477194" y="4195082"/>
            <a:ext cx="542925" cy="542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2B4334B-A512-6881-F8DC-6BE9F695BD13}"/>
              </a:ext>
            </a:extLst>
          </p:cNvPr>
          <p:cNvSpPr/>
          <p:nvPr/>
        </p:nvSpPr>
        <p:spPr>
          <a:xfrm>
            <a:off x="1002011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DB25DD-76C2-5EAF-3B0F-1E3F959ABD5C}"/>
              </a:ext>
            </a:extLst>
          </p:cNvPr>
          <p:cNvSpPr/>
          <p:nvPr/>
        </p:nvSpPr>
        <p:spPr>
          <a:xfrm>
            <a:off x="6491106" y="2413907"/>
            <a:ext cx="542925" cy="54292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335831-AB2B-FC23-8B8B-223C895C1D80}"/>
              </a:ext>
            </a:extLst>
          </p:cNvPr>
          <p:cNvSpPr/>
          <p:nvPr/>
        </p:nvSpPr>
        <p:spPr>
          <a:xfrm>
            <a:off x="7576956" y="2413907"/>
            <a:ext cx="542925" cy="54292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541EEF8-3A1D-015D-727E-A4293021C9A5}"/>
              </a:ext>
            </a:extLst>
          </p:cNvPr>
          <p:cNvSpPr/>
          <p:nvPr/>
        </p:nvSpPr>
        <p:spPr>
          <a:xfrm>
            <a:off x="8662806" y="2413907"/>
            <a:ext cx="542925" cy="54292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988B81-F20D-4ADC-919C-92861B1C28E5}"/>
              </a:ext>
            </a:extLst>
          </p:cNvPr>
          <p:cNvSpPr/>
          <p:nvPr/>
        </p:nvSpPr>
        <p:spPr>
          <a:xfrm>
            <a:off x="9748656" y="2413907"/>
            <a:ext cx="542925" cy="54292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28B2C94-B175-BEE3-0943-8BD5C046A934}"/>
              </a:ext>
            </a:extLst>
          </p:cNvPr>
          <p:cNvCxnSpPr>
            <a:stCxn id="29" idx="0"/>
            <a:endCxn id="45" idx="4"/>
          </p:cNvCxnSpPr>
          <p:nvPr/>
        </p:nvCxnSpPr>
        <p:spPr>
          <a:xfrm flipV="1">
            <a:off x="649110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EA31858-C2D5-0B44-7BB4-C9210CFFF56C}"/>
              </a:ext>
            </a:extLst>
          </p:cNvPr>
          <p:cNvCxnSpPr>
            <a:stCxn id="47" idx="4"/>
            <a:endCxn id="35" idx="0"/>
          </p:cNvCxnSpPr>
          <p:nvPr/>
        </p:nvCxnSpPr>
        <p:spPr>
          <a:xfrm>
            <a:off x="7848419" y="2956832"/>
            <a:ext cx="271463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BD55170-2BA1-EA54-51FD-E21F3C79841C}"/>
              </a:ext>
            </a:extLst>
          </p:cNvPr>
          <p:cNvCxnSpPr>
            <a:cxnSpLocks/>
            <a:stCxn id="49" idx="4"/>
            <a:endCxn id="37" idx="0"/>
          </p:cNvCxnSpPr>
          <p:nvPr/>
        </p:nvCxnSpPr>
        <p:spPr>
          <a:xfrm flipH="1">
            <a:off x="866280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4B0CFAB-F46D-7B08-511B-EC39095993E1}"/>
              </a:ext>
            </a:extLst>
          </p:cNvPr>
          <p:cNvCxnSpPr>
            <a:cxnSpLocks/>
            <a:stCxn id="51" idx="4"/>
            <a:endCxn id="41" idx="0"/>
          </p:cNvCxnSpPr>
          <p:nvPr/>
        </p:nvCxnSpPr>
        <p:spPr>
          <a:xfrm flipH="1">
            <a:off x="9748657" y="2956832"/>
            <a:ext cx="271462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504D40-E362-B780-4263-9CB5BF7A07FD}"/>
              </a:ext>
            </a:extLst>
          </p:cNvPr>
          <p:cNvCxnSpPr>
            <a:cxnSpLocks/>
            <a:stCxn id="45" idx="4"/>
            <a:endCxn id="39" idx="0"/>
          </p:cNvCxnSpPr>
          <p:nvPr/>
        </p:nvCxnSpPr>
        <p:spPr>
          <a:xfrm>
            <a:off x="6762569" y="2956832"/>
            <a:ext cx="24431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688CD1-27CF-16DD-1E99-88DD8B51CC6C}"/>
              </a:ext>
            </a:extLst>
          </p:cNvPr>
          <p:cNvCxnSpPr>
            <a:cxnSpLocks/>
            <a:stCxn id="49" idx="4"/>
            <a:endCxn id="43" idx="0"/>
          </p:cNvCxnSpPr>
          <p:nvPr/>
        </p:nvCxnSpPr>
        <p:spPr>
          <a:xfrm>
            <a:off x="8934269" y="2956832"/>
            <a:ext cx="1357313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876B3E5-AC67-AE0E-68AD-185ADCD2BEEC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7034032" y="2956832"/>
            <a:ext cx="814388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DC40911-5DA6-80C9-FE0A-D47A71A0B0A1}"/>
              </a:ext>
            </a:extLst>
          </p:cNvPr>
          <p:cNvCxnSpPr>
            <a:cxnSpLocks/>
            <a:stCxn id="51" idx="4"/>
            <a:endCxn id="33" idx="0"/>
          </p:cNvCxnSpPr>
          <p:nvPr/>
        </p:nvCxnSpPr>
        <p:spPr>
          <a:xfrm flipH="1">
            <a:off x="7576957" y="2956832"/>
            <a:ext cx="24431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BC5514-17CF-424E-9876-C25E8F40EB14}"/>
              </a:ext>
            </a:extLst>
          </p:cNvPr>
          <p:cNvCxnSpPr>
            <a:cxnSpLocks/>
            <a:stCxn id="49" idx="4"/>
            <a:endCxn id="41" idx="0"/>
          </p:cNvCxnSpPr>
          <p:nvPr/>
        </p:nvCxnSpPr>
        <p:spPr>
          <a:xfrm>
            <a:off x="8934269" y="2956832"/>
            <a:ext cx="814388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749B56-F0CC-303E-D64C-14FA84463420}"/>
              </a:ext>
            </a:extLst>
          </p:cNvPr>
          <p:cNvCxnSpPr>
            <a:cxnSpLocks/>
            <a:stCxn id="49" idx="4"/>
            <a:endCxn id="29" idx="0"/>
          </p:cNvCxnSpPr>
          <p:nvPr/>
        </p:nvCxnSpPr>
        <p:spPr>
          <a:xfrm flipH="1">
            <a:off x="6491107" y="2956832"/>
            <a:ext cx="24431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2">
            <a:extLst>
              <a:ext uri="{FF2B5EF4-FFF2-40B4-BE49-F238E27FC236}">
                <a16:creationId xmlns:a16="http://schemas.microsoft.com/office/drawing/2014/main" id="{0E0B5DE1-1C4D-4279-A68E-316908330E17}"/>
              </a:ext>
            </a:extLst>
          </p:cNvPr>
          <p:cNvSpPr/>
          <p:nvPr/>
        </p:nvSpPr>
        <p:spPr>
          <a:xfrm>
            <a:off x="7499394" y="5039724"/>
            <a:ext cx="1783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800" noProof="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1A36A28B-8D5F-FFEB-546B-0C45B116CB73}"/>
              </a:ext>
            </a:extLst>
          </p:cNvPr>
          <p:cNvSpPr/>
          <p:nvPr/>
        </p:nvSpPr>
        <p:spPr>
          <a:xfrm>
            <a:off x="7236664" y="1763558"/>
            <a:ext cx="2309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Accumulator</a:t>
            </a:r>
            <a:endParaRPr lang="en-US" sz="1800" noProof="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ACC0F80D-4852-CFB2-7599-DE5686036ABC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shared first-layer representation. During inference, it’s activations are mostly recycled.</a:t>
            </a:r>
            <a:endParaRPr lang="en-US" sz="11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4A8CD9-4E9E-749B-EBF8-A444D9CD4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54" y="1771092"/>
            <a:ext cx="3519565" cy="351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1C6D9-F8F0-3A4E-5C4D-937E76CD1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0"/>
            <a:ext cx="6024431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CCBF9FF-0368-9C8A-D8D7-012F57FAD51C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base NNUE</a:t>
            </a:r>
            <a:endParaRPr lang="en-US" sz="3000" noProof="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77485D-5057-36B7-31A0-8AE129CD2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5552787"/>
              </p:ext>
            </p:extLst>
          </p:nvPr>
        </p:nvGraphicFramePr>
        <p:xfrm>
          <a:off x="-61949" y="2122998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A7201789-B109-609C-A4CA-C462915E5FF6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7A3CAC40-4B05-8803-4854-21D1EFBC85A9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940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CEA8A-3F01-CB76-E004-5A0F4A907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30480"/>
            <a:ext cx="6024432" cy="68580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26CB7C0-58B4-944B-329E-FE45CCF371CE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NNUE</a:t>
            </a:r>
            <a:endParaRPr lang="en-US" sz="3000" noProof="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F908927-66AE-0CA6-693E-7D92552C2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861001"/>
              </p:ext>
            </p:extLst>
          </p:nvPr>
        </p:nvGraphicFramePr>
        <p:xfrm>
          <a:off x="-60960" y="2101662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D6C3411D-E258-0C28-A1F9-4D1C984D93FB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 ARCHITECTURE</a:t>
            </a:r>
            <a:endParaRPr lang="en-US" sz="1200" noProof="0" dirty="0"/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3FC54AB7-AC70-BE37-EC30-1600EEB62B9C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52488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93828514-C1FF-A0C4-6E44-514A57A3B60F}"/>
              </a:ext>
            </a:extLst>
          </p:cNvPr>
          <p:cNvGrpSpPr/>
          <p:nvPr/>
        </p:nvGrpSpPr>
        <p:grpSpPr>
          <a:xfrm>
            <a:off x="28795" y="0"/>
            <a:ext cx="14105780" cy="6861048"/>
            <a:chOff x="28795" y="0"/>
            <a:chExt cx="14105780" cy="686104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B7AC7A5-D47E-63D0-F004-A9EE26923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000"/>
            </a:blip>
            <a:stretch>
              <a:fillRect/>
            </a:stretch>
          </p:blipFill>
          <p:spPr>
            <a:xfrm>
              <a:off x="28795" y="0"/>
              <a:ext cx="6962970" cy="68580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130F30C-137B-A7F1-BF62-4ED1BC63D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000"/>
            </a:blip>
            <a:stretch>
              <a:fillRect/>
            </a:stretch>
          </p:blipFill>
          <p:spPr>
            <a:xfrm>
              <a:off x="7171605" y="3048"/>
              <a:ext cx="6962970" cy="6858000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CC67AA7-D2AB-6923-A030-7A877185ADF7}"/>
              </a:ext>
            </a:extLst>
          </p:cNvPr>
          <p:cNvSpPr txBox="1"/>
          <p:nvPr/>
        </p:nvSpPr>
        <p:spPr>
          <a:xfrm>
            <a:off x="6006262" y="509964"/>
            <a:ext cx="6004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noProof="0" dirty="0"/>
              <a:t>Number </a:t>
            </a:r>
          </a:p>
          <a:p>
            <a:pPr algn="ctr"/>
            <a:r>
              <a:rPr lang="en-US" sz="4000" noProof="0" dirty="0"/>
              <a:t>of parameters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B07348-775D-6582-99C4-80709320AB50}"/>
              </a:ext>
            </a:extLst>
          </p:cNvPr>
          <p:cNvSpPr/>
          <p:nvPr/>
        </p:nvSpPr>
        <p:spPr>
          <a:xfrm>
            <a:off x="3971589" y="3850739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3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C790A8-3009-00FF-EF8B-EB70AC8258D0}"/>
              </a:ext>
            </a:extLst>
          </p:cNvPr>
          <p:cNvSpPr/>
          <p:nvPr/>
        </p:nvSpPr>
        <p:spPr>
          <a:xfrm>
            <a:off x="5070776" y="3857427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4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79C785-5755-9DBD-DC60-2550AE00089A}"/>
              </a:ext>
            </a:extLst>
          </p:cNvPr>
          <p:cNvSpPr/>
          <p:nvPr/>
        </p:nvSpPr>
        <p:spPr>
          <a:xfrm>
            <a:off x="1757376" y="3857427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7DBD41-3175-BF6D-2ED4-186F305FC560}"/>
              </a:ext>
            </a:extLst>
          </p:cNvPr>
          <p:cNvSpPr/>
          <p:nvPr/>
        </p:nvSpPr>
        <p:spPr>
          <a:xfrm>
            <a:off x="1762398" y="2555066"/>
            <a:ext cx="960918" cy="1194234"/>
          </a:xfrm>
          <a:prstGeom prst="roundRect">
            <a:avLst/>
          </a:prstGeom>
          <a:gradFill>
            <a:gsLst>
              <a:gs pos="0">
                <a:srgbClr val="00B050"/>
              </a:gs>
              <a:gs pos="100000">
                <a:srgbClr val="00863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A2630-7684-ED9A-D5ED-F571B990955F}"/>
              </a:ext>
            </a:extLst>
          </p:cNvPr>
          <p:cNvSpPr txBox="1"/>
          <p:nvPr/>
        </p:nvSpPr>
        <p:spPr>
          <a:xfrm>
            <a:off x="1655909" y="2950064"/>
            <a:ext cx="1178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216k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1511E-FCA0-E5D2-037A-8D532A579BF7}"/>
              </a:ext>
            </a:extLst>
          </p:cNvPr>
          <p:cNvSpPr txBox="1"/>
          <p:nvPr/>
        </p:nvSpPr>
        <p:spPr>
          <a:xfrm>
            <a:off x="1667109" y="4378936"/>
            <a:ext cx="1178874" cy="41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263k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14D9FE-823B-DD86-3752-9CB35334D5A5}"/>
              </a:ext>
            </a:extLst>
          </p:cNvPr>
          <p:cNvGrpSpPr/>
          <p:nvPr/>
        </p:nvGrpSpPr>
        <p:grpSpPr>
          <a:xfrm>
            <a:off x="2787297" y="2539826"/>
            <a:ext cx="5261937" cy="1217888"/>
            <a:chOff x="5961321" y="4611209"/>
            <a:chExt cx="5261937" cy="121788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236EC6C-178F-CA46-6B22-11920A7FDE66}"/>
                </a:ext>
              </a:extLst>
            </p:cNvPr>
            <p:cNvSpPr/>
            <p:nvPr/>
          </p:nvSpPr>
          <p:spPr>
            <a:xfrm>
              <a:off x="6070299" y="4611209"/>
              <a:ext cx="960918" cy="1217888"/>
            </a:xfrm>
            <a:prstGeom prst="roundRect">
              <a:avLst/>
            </a:prstGeom>
            <a:gradFill>
              <a:gsLst>
                <a:gs pos="0">
                  <a:srgbClr val="FFCE33"/>
                </a:gs>
                <a:gs pos="100000">
                  <a:srgbClr val="DAA60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261FBA-806E-8158-966B-6F08F9231610}"/>
                </a:ext>
              </a:extLst>
            </p:cNvPr>
            <p:cNvSpPr txBox="1"/>
            <p:nvPr/>
          </p:nvSpPr>
          <p:spPr>
            <a:xfrm>
              <a:off x="5961321" y="5026046"/>
              <a:ext cx="1178874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215k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6BA4DB-82CF-9225-AA63-24A87EE3E6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3519" y="5104669"/>
              <a:ext cx="1178874" cy="50774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60403B-204D-C595-4028-C78EFF2B4761}"/>
                </a:ext>
              </a:extLst>
            </p:cNvPr>
            <p:cNvSpPr txBox="1"/>
            <p:nvPr/>
          </p:nvSpPr>
          <p:spPr>
            <a:xfrm>
              <a:off x="7602423" y="4705358"/>
              <a:ext cx="3620835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Dispatcher</a:t>
              </a:r>
              <a:r>
                <a:rPr lang="en-US" noProof="0" dirty="0"/>
                <a:t> (256 classes)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3FAA577-4198-55DA-CD5D-E7A6B5CF0708}"/>
                </a:ext>
              </a:extLst>
            </p:cNvPr>
            <p:cNvCxnSpPr>
              <a:cxnSpLocks/>
            </p:cNvCxnSpPr>
            <p:nvPr/>
          </p:nvCxnSpPr>
          <p:spPr>
            <a:xfrm>
              <a:off x="8048346" y="5111744"/>
              <a:ext cx="1574638" cy="123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EF4099-9FE6-DED5-629B-B9AE7BDF2FD9}"/>
              </a:ext>
            </a:extLst>
          </p:cNvPr>
          <p:cNvGrpSpPr/>
          <p:nvPr/>
        </p:nvGrpSpPr>
        <p:grpSpPr>
          <a:xfrm>
            <a:off x="6744712" y="5304199"/>
            <a:ext cx="3276582" cy="755774"/>
            <a:chOff x="2374869" y="5632517"/>
            <a:chExt cx="3276582" cy="75577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D3547E-8126-B908-BBAD-50E9FD38E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554" y="5632517"/>
              <a:ext cx="863897" cy="75577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9FE18A5-D04A-5BB1-5636-0C6CCD6D9BF7}"/>
                </a:ext>
              </a:extLst>
            </p:cNvPr>
            <p:cNvSpPr txBox="1"/>
            <p:nvPr/>
          </p:nvSpPr>
          <p:spPr>
            <a:xfrm>
              <a:off x="2374869" y="5993293"/>
              <a:ext cx="2880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Experts</a:t>
              </a:r>
              <a:r>
                <a:rPr lang="en-US" noProof="0" dirty="0"/>
                <a:t> (L2 = 256)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2F7D05E-81A4-F4DA-B59A-B5C05C643450}"/>
                </a:ext>
              </a:extLst>
            </p:cNvPr>
            <p:cNvCxnSpPr>
              <a:cxnSpLocks/>
            </p:cNvCxnSpPr>
            <p:nvPr/>
          </p:nvCxnSpPr>
          <p:spPr>
            <a:xfrm>
              <a:off x="2837898" y="6375036"/>
              <a:ext cx="195445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7387D6-316B-4FD2-BAB9-C7894E80E9C6}"/>
              </a:ext>
            </a:extLst>
          </p:cNvPr>
          <p:cNvSpPr/>
          <p:nvPr/>
        </p:nvSpPr>
        <p:spPr>
          <a:xfrm>
            <a:off x="2870411" y="385804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noProof="0" dirty="0">
                <a:solidFill>
                  <a:srgbClr val="8C3FC5"/>
                </a:solidFill>
              </a:rPr>
              <a:t>2</a:t>
            </a:r>
            <a:endParaRPr lang="en-US" sz="4000" noProof="0" dirty="0">
              <a:solidFill>
                <a:srgbClr val="8C3FC5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251674-4EB4-C4C4-F030-1AFEAB38C0E3}"/>
              </a:ext>
            </a:extLst>
          </p:cNvPr>
          <p:cNvSpPr/>
          <p:nvPr/>
        </p:nvSpPr>
        <p:spPr>
          <a:xfrm>
            <a:off x="6176190" y="385804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5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EB510A-BF7C-9AB9-2DCA-35BE79095B6D}"/>
              </a:ext>
            </a:extLst>
          </p:cNvPr>
          <p:cNvSpPr/>
          <p:nvPr/>
        </p:nvSpPr>
        <p:spPr>
          <a:xfrm>
            <a:off x="7277368" y="3850739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6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985C3-1135-4C1A-FD7B-5E86A13840C4}"/>
              </a:ext>
            </a:extLst>
          </p:cNvPr>
          <p:cNvSpPr/>
          <p:nvPr/>
        </p:nvSpPr>
        <p:spPr>
          <a:xfrm>
            <a:off x="8383003" y="3848936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7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7C032B3-4D6C-E6EA-FE8C-70B2996B98EA}"/>
              </a:ext>
            </a:extLst>
          </p:cNvPr>
          <p:cNvSpPr/>
          <p:nvPr/>
        </p:nvSpPr>
        <p:spPr>
          <a:xfrm>
            <a:off x="9488417" y="384955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8</a:t>
            </a:r>
            <a:endParaRPr lang="en-US" sz="4000" dirty="0">
              <a:solidFill>
                <a:srgbClr val="8C3FC5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9A6F71-7DBB-BEC4-74DF-5377DE73BC38}"/>
              </a:ext>
            </a:extLst>
          </p:cNvPr>
          <p:cNvGrpSpPr/>
          <p:nvPr/>
        </p:nvGrpSpPr>
        <p:grpSpPr>
          <a:xfrm>
            <a:off x="1323966" y="1507051"/>
            <a:ext cx="3143925" cy="1241375"/>
            <a:chOff x="244673" y="1865472"/>
            <a:chExt cx="3143925" cy="124137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9CA351-39C5-3B3C-CB0C-71C0A01CB919}"/>
                </a:ext>
              </a:extLst>
            </p:cNvPr>
            <p:cNvSpPr txBox="1"/>
            <p:nvPr/>
          </p:nvSpPr>
          <p:spPr>
            <a:xfrm>
              <a:off x="244673" y="1865472"/>
              <a:ext cx="3143925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Accumulator</a:t>
              </a:r>
              <a:r>
                <a:rPr lang="en-US" sz="2000" noProof="0" dirty="0"/>
                <a:t> (L1 = 128)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3717EB-302E-D7F2-4C75-568F77F33B07}"/>
                </a:ext>
              </a:extLst>
            </p:cNvPr>
            <p:cNvCxnSpPr>
              <a:cxnSpLocks/>
            </p:cNvCxnSpPr>
            <p:nvPr/>
          </p:nvCxnSpPr>
          <p:spPr>
            <a:xfrm>
              <a:off x="710286" y="2266530"/>
              <a:ext cx="2088708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2D9ABB9-68D6-93AB-AE8D-78BFF4C69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197" y="2257463"/>
              <a:ext cx="546366" cy="84938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AA09D1D-603D-D6AE-48C3-22D8844EF2E1}"/>
              </a:ext>
            </a:extLst>
          </p:cNvPr>
          <p:cNvGrpSpPr/>
          <p:nvPr/>
        </p:nvGrpSpPr>
        <p:grpSpPr>
          <a:xfrm>
            <a:off x="1739539" y="2536775"/>
            <a:ext cx="3166502" cy="3357213"/>
            <a:chOff x="748939" y="2826335"/>
            <a:chExt cx="3166502" cy="335721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C72B30-6A76-0B99-69D1-123E574500C3}"/>
                </a:ext>
              </a:extLst>
            </p:cNvPr>
            <p:cNvSpPr txBox="1"/>
            <p:nvPr/>
          </p:nvSpPr>
          <p:spPr>
            <a:xfrm>
              <a:off x="1973493" y="5721883"/>
              <a:ext cx="1941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Base </a:t>
              </a:r>
              <a:r>
                <a:rPr lang="en-US" sz="2400" b="1" noProof="0" dirty="0"/>
                <a:t>model</a:t>
              </a:r>
              <a:endParaRPr lang="en-US" sz="2000" b="1" noProof="0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A75ADF9-8E2A-3D5B-14EA-ACBE0D28BD98}"/>
                </a:ext>
              </a:extLst>
            </p:cNvPr>
            <p:cNvCxnSpPr>
              <a:cxnSpLocks/>
            </p:cNvCxnSpPr>
            <p:nvPr/>
          </p:nvCxnSpPr>
          <p:spPr>
            <a:xfrm>
              <a:off x="2044605" y="6142931"/>
              <a:ext cx="1632045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1507210-9A9A-BCC9-708B-84FDE456687A}"/>
                </a:ext>
              </a:extLst>
            </p:cNvPr>
            <p:cNvSpPr/>
            <p:nvPr/>
          </p:nvSpPr>
          <p:spPr>
            <a:xfrm>
              <a:off x="748939" y="2826335"/>
              <a:ext cx="999756" cy="281765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0230C9-7492-46E5-81FC-FD7793EDA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6666" y="5639823"/>
              <a:ext cx="671749" cy="50310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0">
            <a:extLst>
              <a:ext uri="{FF2B5EF4-FFF2-40B4-BE49-F238E27FC236}">
                <a16:creationId xmlns:a16="http://schemas.microsoft.com/office/drawing/2014/main" id="{86AD1206-7447-9F12-4D49-0079DB8F29E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 ARCHITECTURE</a:t>
            </a:r>
            <a:endParaRPr lang="en-US" sz="1200" noProof="0" dirty="0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5E09B167-B3ED-1773-298F-48BA0377F157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endParaRPr lang="en-US" sz="1100" noProof="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17F17F28-6F74-7D49-A363-66DE96A97188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of the number of parameters of the </a:t>
            </a: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D9A6F-C429-EFFC-9B98-CF9086C36BF2}"/>
              </a:ext>
            </a:extLst>
          </p:cNvPr>
          <p:cNvSpPr txBox="1"/>
          <p:nvPr/>
        </p:nvSpPr>
        <p:spPr>
          <a:xfrm>
            <a:off x="2074510" y="6020599"/>
            <a:ext cx="194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Base head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8651BC-CB12-21E6-F3B9-D703771D82A1}"/>
              </a:ext>
            </a:extLst>
          </p:cNvPr>
          <p:cNvCxnSpPr>
            <a:cxnSpLocks/>
          </p:cNvCxnSpPr>
          <p:nvPr/>
        </p:nvCxnSpPr>
        <p:spPr>
          <a:xfrm>
            <a:off x="2145622" y="6403547"/>
            <a:ext cx="163204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57D964-4DA5-9FF6-B120-5759636A0E68}"/>
              </a:ext>
            </a:extLst>
          </p:cNvPr>
          <p:cNvCxnSpPr>
            <a:cxnSpLocks/>
          </p:cNvCxnSpPr>
          <p:nvPr/>
        </p:nvCxnSpPr>
        <p:spPr>
          <a:xfrm flipV="1">
            <a:off x="2149432" y="5059680"/>
            <a:ext cx="0" cy="134386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3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0" grpId="0" animBg="1"/>
      <p:bldP spid="17" grpId="0" animBg="1"/>
      <p:bldP spid="25" grpId="0" animBg="1"/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21489-F3A9-932B-D5F6-1BCB3DC7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4" r="-2" b="12679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CB3A7-D470-265C-887C-CB3914986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" r="-2" b="14943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44C38F-AAE4-E3B6-F5B1-D133F2FF08E9}"/>
              </a:ext>
            </a:extLst>
          </p:cNvPr>
          <p:cNvSpPr/>
          <p:nvPr/>
        </p:nvSpPr>
        <p:spPr>
          <a:xfrm>
            <a:off x="438912" y="1524659"/>
            <a:ext cx="5019074" cy="2774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Clustering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Gradients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412775D-1740-80B2-F699-414C7DF40425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GRADIENTS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2160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AB877-735F-7E91-3E85-1606E5AC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4"/>
          <a:stretch>
            <a:fillRect/>
          </a:stretch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703ED-8F59-B316-9843-0C1E3F22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0" r="4" b="4"/>
          <a:stretch>
            <a:fillRect/>
          </a:stretch>
        </p:blipFill>
        <p:spPr>
          <a:xfrm>
            <a:off x="7995496" y="10"/>
            <a:ext cx="4196504" cy="233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3D7B0-3520-FD67-38F0-EED7B99894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5734"/>
          <a:stretch>
            <a:fillRect/>
          </a:stretch>
        </p:blipFill>
        <p:spPr>
          <a:xfrm>
            <a:off x="7936770" y="2267349"/>
            <a:ext cx="4255229" cy="2186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38770D-97C5-B1C9-0DD4-6CAA7FBA18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1" r="3" b="3"/>
          <a:stretch>
            <a:fillRect/>
          </a:stretch>
        </p:blipFill>
        <p:spPr>
          <a:xfrm>
            <a:off x="7995503" y="4522061"/>
            <a:ext cx="4196496" cy="2335939"/>
          </a:xfrm>
          <a:prstGeom prst="rect">
            <a:avLst/>
          </a:prstGeom>
        </p:spPr>
      </p:pic>
      <p:sp>
        <p:nvSpPr>
          <p:cNvPr id="4" name="Text 18">
            <a:extLst>
              <a:ext uri="{FF2B5EF4-FFF2-40B4-BE49-F238E27FC236}">
                <a16:creationId xmlns:a16="http://schemas.microsoft.com/office/drawing/2014/main" id="{0EE5D97C-E4F3-3E59-2C50-A45C6B954A9A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of the sample gradients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4595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DISTILLATION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and evaluation protocol</a:t>
            </a:r>
            <a:endParaRPr lang="en-US" sz="30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883E35-13C9-D48B-8FA6-BCD4740063AA}"/>
              </a:ext>
            </a:extLst>
          </p:cNvPr>
          <p:cNvGrpSpPr/>
          <p:nvPr/>
        </p:nvGrpSpPr>
        <p:grpSpPr>
          <a:xfrm>
            <a:off x="480060" y="1409700"/>
            <a:ext cx="5577840" cy="1531620"/>
            <a:chOff x="502920" y="1463040"/>
            <a:chExt cx="5577840" cy="1531620"/>
          </a:xfrm>
        </p:grpSpPr>
        <p:sp>
          <p:nvSpPr>
            <p:cNvPr id="4" name="Shape 2"/>
            <p:cNvSpPr/>
            <p:nvPr/>
          </p:nvSpPr>
          <p:spPr>
            <a:xfrm>
              <a:off x="502920" y="14630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" y="16916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150M</a:t>
              </a:r>
              <a:endParaRPr lang="en-US" sz="3200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24231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positions, mainly from </a:t>
              </a:r>
              <a:r>
                <a:rPr lang="en-US" sz="1600" noProof="0" dirty="0" err="1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Lichess</a:t>
              </a: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A1A80A-3CEB-63F6-635B-3E473E92C4E0}"/>
              </a:ext>
            </a:extLst>
          </p:cNvPr>
          <p:cNvGrpSpPr/>
          <p:nvPr/>
        </p:nvGrpSpPr>
        <p:grpSpPr>
          <a:xfrm>
            <a:off x="480060" y="3048000"/>
            <a:ext cx="5577840" cy="1531620"/>
            <a:chOff x="502920" y="3101340"/>
            <a:chExt cx="5577840" cy="1531620"/>
          </a:xfrm>
        </p:grpSpPr>
        <p:sp>
          <p:nvSpPr>
            <p:cNvPr id="10" name="Shape 8"/>
            <p:cNvSpPr/>
            <p:nvPr/>
          </p:nvSpPr>
          <p:spPr>
            <a:xfrm>
              <a:off x="502920" y="31013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77240" y="33299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~7M </a:t>
              </a:r>
              <a:endParaRPr lang="en-US" sz="3200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40614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Positions to overcome </a:t>
              </a:r>
              <a:r>
                <a:rPr lang="en-US" sz="1600" b="1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overfitting</a:t>
              </a: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noProof="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AC59F5-8370-E760-B68A-1EC0447FCD3F}"/>
              </a:ext>
            </a:extLst>
          </p:cNvPr>
          <p:cNvGrpSpPr/>
          <p:nvPr/>
        </p:nvGrpSpPr>
        <p:grpSpPr>
          <a:xfrm>
            <a:off x="476250" y="4701540"/>
            <a:ext cx="5577840" cy="1531620"/>
            <a:chOff x="499110" y="4754880"/>
            <a:chExt cx="5577840" cy="1531620"/>
          </a:xfrm>
        </p:grpSpPr>
        <p:sp>
          <p:nvSpPr>
            <p:cNvPr id="13" name="Shape 11"/>
            <p:cNvSpPr/>
            <p:nvPr/>
          </p:nvSpPr>
          <p:spPr>
            <a:xfrm>
              <a:off x="499110" y="475488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3430" y="498348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175k</a:t>
              </a:r>
              <a:endParaRPr lang="en-US" sz="3200" noProof="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3430" y="571500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Parameters in the biggest NNUE.</a:t>
              </a:r>
              <a:endParaRPr lang="en-US" sz="1600" noProof="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overfitting due to lack of data</a:t>
            </a:r>
            <a:endParaRPr lang="en-US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96D6E6-F6E3-6E33-C7CE-FD858AE562B2}"/>
              </a:ext>
            </a:extLst>
          </p:cNvPr>
          <p:cNvGrpSpPr/>
          <p:nvPr/>
        </p:nvGrpSpPr>
        <p:grpSpPr>
          <a:xfrm>
            <a:off x="6256020" y="1624525"/>
            <a:ext cx="5715000" cy="4253132"/>
            <a:chOff x="6355080" y="1280160"/>
            <a:chExt cx="5715000" cy="425313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1E9DDCE-6BF1-5EC2-2C6A-623753775D76}"/>
                </a:ext>
              </a:extLst>
            </p:cNvPr>
            <p:cNvSpPr/>
            <p:nvPr/>
          </p:nvSpPr>
          <p:spPr>
            <a:xfrm>
              <a:off x="6355080" y="1280160"/>
              <a:ext cx="5715000" cy="4253132"/>
            </a:xfrm>
            <a:prstGeom prst="roundRect">
              <a:avLst>
                <a:gd name="adj" fmla="val 6634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BE6CA0-5D3A-5483-673B-079BC0D10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209" y="1567785"/>
              <a:ext cx="5336321" cy="374640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2C8DA9E-AB07-B2C8-22BF-9A4A57097E4F}"/>
              </a:ext>
            </a:extLst>
          </p:cNvPr>
          <p:cNvSpPr/>
          <p:nvPr/>
        </p:nvSpPr>
        <p:spPr>
          <a:xfrm>
            <a:off x="7780020" y="512064"/>
            <a:ext cx="435864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the Architectures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we Tried</a:t>
            </a:r>
            <a:endParaRPr lang="en-US" sz="3000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F383B5-2FAF-1FEE-CCFA-B63145D5EC19}"/>
              </a:ext>
            </a:extLst>
          </p:cNvPr>
          <p:cNvGrpSpPr/>
          <p:nvPr/>
        </p:nvGrpSpPr>
        <p:grpSpPr>
          <a:xfrm>
            <a:off x="342900" y="512064"/>
            <a:ext cx="11498580" cy="5910072"/>
            <a:chOff x="3723640" y="597408"/>
            <a:chExt cx="6807200" cy="5824728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F8C695A6-1CEA-5916-8325-B2305CB2167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9296390"/>
                </p:ext>
              </p:extLst>
            </p:nvPr>
          </p:nvGraphicFramePr>
          <p:xfrm>
            <a:off x="3723640" y="597408"/>
            <a:ext cx="6807200" cy="582472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A473EA-41D8-3203-0A1B-31E85E325B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292" y="4516107"/>
              <a:ext cx="807481" cy="8561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0">
            <a:extLst>
              <a:ext uri="{FF2B5EF4-FFF2-40B4-BE49-F238E27FC236}">
                <a16:creationId xmlns:a16="http://schemas.microsoft.com/office/drawing/2014/main" id="{16E49DDF-965C-708C-6835-8DE87C771F33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DISTILLATION</a:t>
            </a:r>
            <a:endParaRPr lang="en-US" sz="1200" dirty="0"/>
          </a:p>
        </p:txBody>
      </p:sp>
      <p:sp>
        <p:nvSpPr>
          <p:cNvPr id="4" name="Text 19">
            <a:extLst>
              <a:ext uri="{FF2B5EF4-FFF2-40B4-BE49-F238E27FC236}">
                <a16:creationId xmlns:a16="http://schemas.microsoft.com/office/drawing/2014/main" id="{B5BD7310-42F6-0987-2975-D765362789F1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noProof="0" dirty="0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10CFCE3F-5B0A-4703-7776-24CF3F798DF5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showing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algorithms. The graph structure reflects the model architecture.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67797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L1 INPUT, SAME MLP DISPATCHER, EIGHT BUCKETS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buckets are hard to recover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848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buckets</a:t>
            </a:r>
            <a:endParaRPr lang="en-US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3383280" y="1894312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/>
          <p:cNvSpPr/>
          <p:nvPr/>
        </p:nvSpPr>
        <p:spPr>
          <a:xfrm>
            <a:off x="3383280" y="1894312"/>
            <a:ext cx="6541618" cy="384048"/>
          </a:xfrm>
          <a:prstGeom prst="roundRect">
            <a:avLst>
              <a:gd name="adj" fmla="val 14286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10195560" y="18485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98.0%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buckets</a:t>
            </a:r>
            <a:endParaRPr lang="en-US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3383280" y="3154680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3383280" y="3154680"/>
            <a:ext cx="3504438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10195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52.5%</a:t>
            </a:r>
            <a:endParaRPr lang="en-US" sz="20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736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buckets are hard to approximate</a:t>
            </a:r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dispatcher cannot effectively learn the sample-</a:t>
            </a: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</a:t>
            </a:r>
            <a:r>
              <a:rPr lang="en-US" sz="16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from L1 alone.</a:t>
            </a:r>
            <a:endParaRPr lang="en-US" sz="1600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the </a:t>
            </a:r>
            <a:r>
              <a:rPr lang="en-US" sz="110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clustering dispatcher 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</a:t>
            </a:r>
            <a:r>
              <a:rPr lang="en-US" sz="110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 dispatcher</a:t>
            </a:r>
            <a:endParaRPr lang="en-US" sz="1100" i="1" noProof="0" dirty="0"/>
          </a:p>
        </p:txBody>
      </p:sp>
      <p:sp>
        <p:nvSpPr>
          <p:cNvPr id="17" name="Text 15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EXPERIMENTS, TEST CROSS-ENTROPY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Strong-base 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gains are marginal</a:t>
            </a:r>
            <a:endParaRPr lang="en-US" sz="30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20126"/>
              </p:ext>
            </p:extLst>
          </p:nvPr>
        </p:nvGraphicFramePr>
        <p:xfrm>
          <a:off x="502920" y="1417320"/>
          <a:ext cx="7452360" cy="3794760"/>
        </p:xfrm>
        <a:graphic>
          <a:graphicData uri="http://schemas.openxmlformats.org/drawingml/2006/table">
            <a:tbl>
              <a:tblPr/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NNUE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Piece-count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L1-clustered hard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Gradient-clustered hard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Soft-gated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top-2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8412480" y="24917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 change in CE.</a:t>
            </a:r>
            <a:endParaRPr lang="en-US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841248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decisive improvement over the reference NNUE… but why??</a:t>
            </a:r>
            <a:endParaRPr lang="en-US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7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5.10–5.11, 50,000 held-out positions. Lower CE is better. These figures are not an Elo gain.</a:t>
            </a:r>
            <a:endParaRPr lang="en-US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4309151-96D7-5B88-4A80-ED931B2C5361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Expert fine-tuning step</a:t>
            </a:r>
            <a:endParaRPr lang="en-US" sz="3000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099892-0F53-F658-5784-262533D41739}"/>
              </a:ext>
            </a:extLst>
          </p:cNvPr>
          <p:cNvGrpSpPr/>
          <p:nvPr/>
        </p:nvGrpSpPr>
        <p:grpSpPr>
          <a:xfrm>
            <a:off x="5615940" y="384048"/>
            <a:ext cx="6301740" cy="6216396"/>
            <a:chOff x="5539740" y="512064"/>
            <a:chExt cx="6301740" cy="621639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F9BDFEA-0A52-A44D-D25A-F0A7CF1A236C}"/>
                </a:ext>
              </a:extLst>
            </p:cNvPr>
            <p:cNvSpPr/>
            <p:nvPr/>
          </p:nvSpPr>
          <p:spPr>
            <a:xfrm>
              <a:off x="5539740" y="512064"/>
              <a:ext cx="6301740" cy="6216396"/>
            </a:xfrm>
            <a:prstGeom prst="roundRect">
              <a:avLst>
                <a:gd name="adj" fmla="val 9779"/>
              </a:avLst>
            </a:prstGeom>
            <a:solidFill>
              <a:srgbClr val="131418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34DAFB-6AEA-2848-895F-DEC5804F4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83580" y="3627147"/>
              <a:ext cx="5768340" cy="292614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03E327-AC50-E0F7-8B21-BB00F287B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9462" y="841248"/>
              <a:ext cx="5662458" cy="2529867"/>
            </a:xfrm>
            <a:prstGeom prst="rect">
              <a:avLst/>
            </a:prstGeom>
          </p:spPr>
        </p:pic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EC97B4A-69B6-2CCF-8A88-A702FA306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19068"/>
              </p:ext>
            </p:extLst>
          </p:nvPr>
        </p:nvGraphicFramePr>
        <p:xfrm>
          <a:off x="-54589" y="1970593"/>
          <a:ext cx="5373349" cy="3459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9E8DBE38-9B6C-4AF5-91F2-92941E39C586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CLUSTERING</a:t>
            </a:r>
            <a:endParaRPr lang="en-US" sz="1200" noProof="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1B1CD06-D2EA-BEDD-348C-C550C67DA5C3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training trajectories for L1 clustering </a:t>
            </a: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7490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19DC185-F318-25EA-9DC7-8F79627C31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6785147" y="640856"/>
            <a:ext cx="4962525" cy="541169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stitches micro-buckets offline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7335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469087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1DE7C8-CFCD-F341-8BAB-7092B95C8497}"/>
              </a:ext>
            </a:extLst>
          </p:cNvPr>
          <p:cNvGrpSpPr/>
          <p:nvPr/>
        </p:nvGrpSpPr>
        <p:grpSpPr>
          <a:xfrm>
            <a:off x="1325881" y="1417320"/>
            <a:ext cx="4732019" cy="4370832"/>
            <a:chOff x="1325880" y="1417320"/>
            <a:chExt cx="10360152" cy="4370832"/>
          </a:xfrm>
        </p:grpSpPr>
        <p:sp>
          <p:nvSpPr>
            <p:cNvPr id="6" name="Shape 4"/>
            <p:cNvSpPr/>
            <p:nvPr/>
          </p:nvSpPr>
          <p:spPr>
            <a:xfrm>
              <a:off x="1325880" y="141732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554480" y="156362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Partition L1</a:t>
              </a:r>
              <a:endParaRPr lang="en-US" sz="20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200253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Cut the activation space into many small, convex micro-buckets.</a:t>
              </a:r>
              <a:endParaRPr lang="en-US" sz="1600" noProof="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25880" y="292608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307238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Stitch offline</a:t>
              </a:r>
              <a:endParaRPr lang="en-US" sz="2000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54480" y="351129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 those buckets by their mean head gradient. This step never runs during play.</a:t>
              </a:r>
              <a:endParaRPr lang="en-US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325880" y="443484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54480" y="458114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Train the experts</a:t>
              </a:r>
              <a:endParaRPr lang="en-US" sz="2000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554480" y="502005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Disconnected L1 regions can share one expert, then each head is fine-tuned.</a:t>
              </a:r>
              <a:endParaRPr lang="en-US" sz="1600" noProof="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</a:t>
            </a:r>
            <a:endParaRPr lang="en-US" sz="1100" noProof="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A5528C39-173A-8139-0EDD-F2A2E5EEC7F5}"/>
              </a:ext>
            </a:extLst>
          </p:cNvPr>
          <p:cNvSpPr/>
          <p:nvPr/>
        </p:nvSpPr>
        <p:spPr>
          <a:xfrm>
            <a:off x="6927523" y="3634740"/>
            <a:ext cx="2721302" cy="2692908"/>
          </a:xfrm>
          <a:prstGeom prst="roundRect">
            <a:avLst>
              <a:gd name="adj" fmla="val 16627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r>
              <a:rPr lang="en-US" sz="2000" b="1" noProof="0" dirty="0"/>
              <a:t>K</a:t>
            </a:r>
            <a:r>
              <a:rPr lang="en-US" sz="2000" noProof="0" dirty="0"/>
              <a:t>nowledge-guided </a:t>
            </a:r>
          </a:p>
          <a:p>
            <a:r>
              <a:rPr lang="en-US" sz="2000" b="1" noProof="0" dirty="0"/>
              <a:t>I</a:t>
            </a:r>
            <a:r>
              <a:rPr lang="en-US" sz="2000" noProof="0" dirty="0"/>
              <a:t>nitialization and </a:t>
            </a:r>
          </a:p>
          <a:p>
            <a:r>
              <a:rPr lang="en-US" sz="2000" b="1" noProof="0" dirty="0"/>
              <a:t>T</a:t>
            </a:r>
            <a:r>
              <a:rPr lang="en-US" sz="2000" noProof="0" dirty="0"/>
              <a:t>wo-stage</a:t>
            </a:r>
          </a:p>
          <a:p>
            <a:r>
              <a:rPr lang="en-US" sz="2000" b="1" noProof="0" dirty="0"/>
              <a:t>S</a:t>
            </a:r>
            <a:r>
              <a:rPr lang="en-US" sz="2000" noProof="0" dirty="0"/>
              <a:t>egregation for </a:t>
            </a:r>
          </a:p>
          <a:p>
            <a:r>
              <a:rPr lang="en-US" sz="2000" b="1" noProof="0" dirty="0"/>
              <a:t>U</a:t>
            </a:r>
            <a:r>
              <a:rPr lang="en-US" sz="2000" noProof="0" dirty="0"/>
              <a:t>nsupervised </a:t>
            </a:r>
          </a:p>
          <a:p>
            <a:r>
              <a:rPr lang="en-US" sz="2000" b="1" noProof="0" dirty="0"/>
              <a:t>N</a:t>
            </a:r>
            <a:r>
              <a:rPr lang="en-US" sz="2000" noProof="0" dirty="0"/>
              <a:t>eural </a:t>
            </a:r>
          </a:p>
          <a:p>
            <a:r>
              <a:rPr lang="en-US" sz="2000" b="1" noProof="0" dirty="0"/>
              <a:t>E</a:t>
            </a:r>
            <a:r>
              <a:rPr lang="en-US" sz="2000" noProof="0" dirty="0"/>
              <a:t>xperts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556FB-693B-428C-4C41-7A7C45397C72}"/>
              </a:ext>
            </a:extLst>
          </p:cNvPr>
          <p:cNvGrpSpPr/>
          <p:nvPr/>
        </p:nvGrpSpPr>
        <p:grpSpPr>
          <a:xfrm>
            <a:off x="6215667" y="1165614"/>
            <a:ext cx="4982641" cy="4526771"/>
            <a:chOff x="6096000" y="1010204"/>
            <a:chExt cx="4982641" cy="45267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F8725D-979A-64FA-9C89-A323C9E79B03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4F4277-79B8-D2A1-D4EE-F17BB13C80F7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5F5BD84E-73B9-5703-A068-03993BC204D4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0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B5EF8B27-DB51-FA5F-0E3C-14AAF70438F6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5C563DB0-8325-884D-DEE1-A30C607AE0D7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91E6CEC1-522B-92C4-9A17-89570B49DBB9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B50662-6A4C-9958-2912-24AA875B0E07}"/>
                </a:ext>
              </a:extLst>
            </p:cNvPr>
            <p:cNvCxnSpPr/>
            <p:nvPr/>
          </p:nvCxnSpPr>
          <p:spPr>
            <a:xfrm flipV="1">
              <a:off x="7427865" y="1010204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77AB3E2-11F6-28A5-57F9-572094CCE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125" y="1010204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CA8A2A-FB0D-46C2-9470-F793E4A9D416}"/>
                </a:ext>
              </a:extLst>
            </p:cNvPr>
            <p:cNvCxnSpPr>
              <a:cxnSpLocks/>
            </p:cNvCxnSpPr>
            <p:nvPr/>
          </p:nvCxnSpPr>
          <p:spPr>
            <a:xfrm>
              <a:off x="7364169" y="4470547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3E20D84-500C-866B-E0DE-F8CDD18AD90C}"/>
                </a:ext>
              </a:extLst>
            </p:cNvPr>
            <p:cNvCxnSpPr>
              <a:cxnSpLocks/>
            </p:cNvCxnSpPr>
            <p:nvPr/>
          </p:nvCxnSpPr>
          <p:spPr>
            <a:xfrm>
              <a:off x="9665128" y="4130260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C0617D27-9F00-FB9A-F71A-898723079B2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- Stitching</a:t>
            </a:r>
            <a:endParaRPr lang="en-US" sz="3000" noProof="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AC78F66-D572-17C1-CC04-603F0897578B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0DEA8EEF-F64C-DF7D-F216-CD5375C023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35194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0DEA8EEF-F64C-DF7D-F216-CD5375C023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35194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D9A39EC-BB10-F90C-763C-950882CD897C}"/>
              </a:ext>
            </a:extLst>
          </p:cNvPr>
          <p:cNvSpPr txBox="1"/>
          <p:nvPr/>
        </p:nvSpPr>
        <p:spPr>
          <a:xfrm>
            <a:off x="6321713" y="5763703"/>
            <a:ext cx="359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Mini-partitions of the L1 embedding space, and their respective average sample gradients.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A4760995-6E49-F88D-0958-88835A0363A2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</a:t>
            </a:r>
            <a:endParaRPr lang="en-US" sz="110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3BA4D13-30ED-0A70-FB0F-AF327C1F08B7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space is first partitioned precisely, then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clusters with similar sample gradients are </a:t>
            </a:r>
            <a:r>
              <a:rPr lang="en-US" sz="110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mearged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93524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27009-F7E8-0B41-6510-E5A15AC3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C66B5-4387-A946-8D09-249A1E314527}"/>
              </a:ext>
            </a:extLst>
          </p:cNvPr>
          <p:cNvGrpSpPr/>
          <p:nvPr/>
        </p:nvGrpSpPr>
        <p:grpSpPr>
          <a:xfrm>
            <a:off x="6215667" y="1018580"/>
            <a:ext cx="4982641" cy="4673805"/>
            <a:chOff x="6096000" y="863170"/>
            <a:chExt cx="4982641" cy="46738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1AC1B3-7D12-9177-8F84-4AE432620719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978DA86-8BCF-0ABF-1EC3-39F98E027402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65E4F812-A58F-8A6C-427C-EA932065F70B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53703595-2835-C56B-D29D-BFC5CBF7713F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AC7B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216B9C8E-1827-8826-A599-4A8089A2139F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3F9E36E4-DE4A-6882-510B-F5DE36B3B228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AC7B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E277C68-0CDA-400D-B1EF-3BA6C27C2933}"/>
                </a:ext>
              </a:extLst>
            </p:cNvPr>
            <p:cNvCxnSpPr/>
            <p:nvPr/>
          </p:nvCxnSpPr>
          <p:spPr>
            <a:xfrm flipV="1">
              <a:off x="8568982" y="863170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F1BC9F0-682B-BE5E-E31C-9FCC4C43F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38" y="914347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7C64C-88C8-AC2C-3DAD-6F54FA30EE07}"/>
                </a:ext>
              </a:extLst>
            </p:cNvPr>
            <p:cNvCxnSpPr>
              <a:cxnSpLocks/>
            </p:cNvCxnSpPr>
            <p:nvPr/>
          </p:nvCxnSpPr>
          <p:spPr>
            <a:xfrm>
              <a:off x="8560638" y="3972913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D097FCF-653F-72C3-1234-D2B25FCAA6B2}"/>
                </a:ext>
              </a:extLst>
            </p:cNvPr>
            <p:cNvCxnSpPr>
              <a:cxnSpLocks/>
            </p:cNvCxnSpPr>
            <p:nvPr/>
          </p:nvCxnSpPr>
          <p:spPr>
            <a:xfrm>
              <a:off x="8578304" y="3981442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9CB63070-DA4B-399B-6EA4-8728C664C60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- Stitching</a:t>
            </a:r>
            <a:endParaRPr lang="en-US" sz="3000" noProof="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810DC62-CEC5-3C74-28A3-38FC75BB0E5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AF912-8353-9BA4-096A-F69E4C185357}"/>
              </a:ext>
            </a:extLst>
          </p:cNvPr>
          <p:cNvSpPr txBox="1"/>
          <p:nvPr/>
        </p:nvSpPr>
        <p:spPr>
          <a:xfrm>
            <a:off x="6321713" y="5763703"/>
            <a:ext cx="359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Partitions of the L1 embedding space, and their respective average sample gradients.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Diagram 25">
                <a:extLst>
                  <a:ext uri="{FF2B5EF4-FFF2-40B4-BE49-F238E27FC236}">
                    <a16:creationId xmlns:a16="http://schemas.microsoft.com/office/drawing/2014/main" id="{DC22F090-AF5B-A226-F668-38B06B9E63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5438972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26" name="Diagram 25">
                <a:extLst>
                  <a:ext uri="{FF2B5EF4-FFF2-40B4-BE49-F238E27FC236}">
                    <a16:creationId xmlns:a16="http://schemas.microsoft.com/office/drawing/2014/main" id="{DC22F090-AF5B-A226-F668-38B06B9E63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5438972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610462-5F82-3D36-15F7-F8DB282D3027}"/>
              </a:ext>
            </a:extLst>
          </p:cNvPr>
          <p:cNvSpPr txBox="1"/>
          <p:nvPr/>
        </p:nvSpPr>
        <p:spPr>
          <a:xfrm>
            <a:off x="7517337" y="2267274"/>
            <a:ext cx="138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Expert 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54E17-135F-6AF8-F1B5-A054722E2339}"/>
              </a:ext>
            </a:extLst>
          </p:cNvPr>
          <p:cNvSpPr txBox="1"/>
          <p:nvPr/>
        </p:nvSpPr>
        <p:spPr>
          <a:xfrm>
            <a:off x="9186101" y="3880891"/>
            <a:ext cx="138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Expert 2</a:t>
            </a:r>
            <a:endParaRPr lang="en-US" dirty="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617FCA5E-CA99-368E-AE34-AE5C96E64CFB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</a:t>
            </a:r>
            <a:endParaRPr lang="en-US" sz="1100" noProof="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B0BCDA8-F8F1-019B-51DE-5EFD090EE45F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space is first partitioned precisely, then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clusters with similar sample gradients are </a:t>
            </a:r>
            <a:r>
              <a:rPr lang="en-US" sz="110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mearged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4184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matches that L1 result…</a:t>
            </a:r>
            <a:endParaRPr lang="en-U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5EFE8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1E4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0.65043</a:t>
            </a:r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mixture</a:t>
            </a:r>
            <a:endParaRPr lang="en-U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16, two micro-buckets per expert. 0.0033 below the base, and 0.0005 higher than the best L1 run.</a:t>
            </a:r>
            <a:endParaRPr lang="en-U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3E4E1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0.60234</a:t>
            </a:r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expert, own bucket</a:t>
            </a:r>
            <a:endParaRPr lang="en-US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6850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4. A 7.85% reduction against the base CE. Factor 2 is already at 0.60571.</a:t>
            </a:r>
            <a:endParaRPr lang="en-U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45902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factor at 16x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50109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significant improvement</a:t>
            </a:r>
            <a:endParaRPr lang="en-US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 = 16 the mixture rises to 0.65138 and the best expert to 0.60865.</a:t>
            </a:r>
            <a:endParaRPr lang="en-US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88143"/>
              </p:ext>
            </p:extLst>
          </p:nvPr>
        </p:nvGraphicFramePr>
        <p:xfrm>
          <a:off x="5715000" y="1280160"/>
          <a:ext cx="5989320" cy="47091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B′/K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 err="1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CE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expert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0.65118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0.63726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0.65137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0.64050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0.65102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0.61748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0.65093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0.61275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6.26%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0.65043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0.60571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0.65061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0.60234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0.60865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5.16. Expert gain uses the full-base CE, not a same-bucket comparison. Strong-base KITSUNE, Elo, and nodes per second are still open.</a:t>
            </a:r>
            <a:endParaRPr lang="en-US" sz="1100" noProof="0" dirty="0"/>
          </a:p>
        </p:txBody>
      </p:sp>
      <p:sp>
        <p:nvSpPr>
          <p:cNvPr id="19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100" noProof="0" dirty="0"/>
              <a:t>18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A98D0C-D0F3-DB38-FE21-01451E095336}"/>
              </a:ext>
            </a:extLst>
          </p:cNvPr>
          <p:cNvGrpSpPr/>
          <p:nvPr/>
        </p:nvGrpSpPr>
        <p:grpSpPr>
          <a:xfrm>
            <a:off x="5978420" y="378054"/>
            <a:ext cx="6016388" cy="6101892"/>
            <a:chOff x="6096000" y="661915"/>
            <a:chExt cx="6016388" cy="610189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27CBBC4-79F3-187B-4FF0-1D0C8F447D26}"/>
                </a:ext>
              </a:extLst>
            </p:cNvPr>
            <p:cNvSpPr/>
            <p:nvPr/>
          </p:nvSpPr>
          <p:spPr>
            <a:xfrm>
              <a:off x="6096000" y="661915"/>
              <a:ext cx="6016388" cy="6101892"/>
            </a:xfrm>
            <a:prstGeom prst="roundRect">
              <a:avLst>
                <a:gd name="adj" fmla="val 6634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5AB761-92A5-344B-0549-E2B8A6372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5257" y="905510"/>
              <a:ext cx="5774791" cy="5729986"/>
            </a:xfrm>
            <a:prstGeom prst="rect">
              <a:avLst/>
            </a:prstGeom>
          </p:spPr>
        </p:pic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1DE506A3-CA3B-58E9-AEEE-3924ABDFC648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Last-minute Results!</a:t>
            </a:r>
            <a:endParaRPr lang="en-US" sz="3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Diagram 16">
                <a:extLst>
                  <a:ext uri="{FF2B5EF4-FFF2-40B4-BE49-F238E27FC236}">
                    <a16:creationId xmlns:a16="http://schemas.microsoft.com/office/drawing/2014/main" id="{B15FC55C-758E-D28F-3002-E8D4AF4133B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72922914"/>
                  </p:ext>
                </p:extLst>
              </p:nvPr>
            </p:nvGraphicFramePr>
            <p:xfrm>
              <a:off x="-81458" y="238341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7" name="Diagram 16">
                <a:extLst>
                  <a:ext uri="{FF2B5EF4-FFF2-40B4-BE49-F238E27FC236}">
                    <a16:creationId xmlns:a16="http://schemas.microsoft.com/office/drawing/2014/main" id="{B15FC55C-758E-D28F-3002-E8D4AF4133B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72922914"/>
                  </p:ext>
                </p:extLst>
              </p:nvPr>
            </p:nvGraphicFramePr>
            <p:xfrm>
              <a:off x="-81458" y="238341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7AC420D-17E4-2172-D8F0-83CAD608C6E1}"/>
                  </a:ext>
                </a:extLst>
              </p:cNvPr>
              <p:cNvSpPr/>
              <p:nvPr/>
            </p:nvSpPr>
            <p:spPr>
              <a:xfrm>
                <a:off x="1485900" y="1519428"/>
                <a:ext cx="3375660" cy="7391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  <a:alpha val="8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𝑟𝑒𝑓𝑖𝑛𝑒𝑚𝑒𝑛𝑡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needs to be </a:t>
                </a:r>
              </a:p>
              <a:p>
                <a:pPr algn="ctr"/>
                <a:r>
                  <a:rPr lang="en-US" b="1" noProof="0" dirty="0">
                    <a:solidFill>
                      <a:schemeClr val="tx1"/>
                    </a:solidFill>
                  </a:rPr>
                  <a:t>way bigger</a:t>
                </a:r>
                <a:r>
                  <a:rPr lang="en-US" noProof="0" dirty="0">
                    <a:solidFill>
                      <a:schemeClr val="tx1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7AC420D-17E4-2172-D8F0-83CAD608C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1519428"/>
                <a:ext cx="3375660" cy="739140"/>
              </a:xfrm>
              <a:prstGeom prst="roundRect">
                <a:avLst/>
              </a:prstGeom>
              <a:blipFill>
                <a:blip r:embed="rId12"/>
                <a:stretch>
                  <a:fillRect b="-7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9">
            <a:extLst>
              <a:ext uri="{FF2B5EF4-FFF2-40B4-BE49-F238E27FC236}">
                <a16:creationId xmlns:a16="http://schemas.microsoft.com/office/drawing/2014/main" id="{3FAFD854-9746-FB2B-3CB5-5F326A6CB0A4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07FC56-8991-8694-1ADB-9BBD1BE89254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series represents gradient magnitudes of increasing strength for that algorithm. The more mini-clusters, the better!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6121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B3099-788A-57D6-B613-DCAA1163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>
            <a:extLst>
              <a:ext uri="{FF2B5EF4-FFF2-40B4-BE49-F238E27FC236}">
                <a16:creationId xmlns:a16="http://schemas.microsoft.com/office/drawing/2014/main" id="{640BC7E9-8771-B28B-E215-C2DEF462E591}"/>
              </a:ext>
            </a:extLst>
          </p:cNvPr>
          <p:cNvSpPr/>
          <p:nvPr/>
        </p:nvSpPr>
        <p:spPr>
          <a:xfrm>
            <a:off x="3987800" y="2235200"/>
            <a:ext cx="4216400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 </a:t>
            </a:r>
          </a:p>
          <a:p>
            <a:pPr marL="0" indent="0" algn="ctr">
              <a:buNone/>
            </a:pPr>
            <a:endParaRPr lang="en-US" sz="2800" i="1" noProof="0" dirty="0">
              <a:solidFill>
                <a:srgbClr val="F4EFE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r>
              <a:rPr lang="en-US" sz="2800" i="1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247DEB-04A7-F94F-3DDA-3B6B7E901070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110240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837AF-2E31-C0AC-017F-1A44B632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>
            <a:extLst>
              <a:ext uri="{FF2B5EF4-FFF2-40B4-BE49-F238E27FC236}">
                <a16:creationId xmlns:a16="http://schemas.microsoft.com/office/drawing/2014/main" id="{F05BB15B-3EAF-2FC5-0E2F-C0E4E4661519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252354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552E9-60F5-985A-855F-45AC5A33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88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9CCBA3-7541-70C1-DCD6-E444712154D7}"/>
              </a:ext>
            </a:extLst>
          </p:cNvPr>
          <p:cNvSpPr/>
          <p:nvPr/>
        </p:nvSpPr>
        <p:spPr>
          <a:xfrm>
            <a:off x="1198181" y="560881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noProof="0">
                <a:latin typeface="+mj-lt"/>
                <a:ea typeface="+mj-ea"/>
                <a:cs typeface="+mj-cs"/>
              </a:rPr>
              <a:t>Some more slides…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8C672-FA4D-3C70-66B1-617BF75C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" y="2292675"/>
            <a:ext cx="4412609" cy="4004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E123FB-5D44-5B17-49C1-9CB7E76A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459" y="2532026"/>
            <a:ext cx="6264308" cy="342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96734-F3CA-34F0-1646-8C9B8D11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0DF6F-DD43-49B6-6BFB-DB1FDD3DD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827635"/>
              </p:ext>
            </p:extLst>
          </p:nvPr>
        </p:nvGraphicFramePr>
        <p:xfrm>
          <a:off x="0" y="2"/>
          <a:ext cx="12192000" cy="6836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6057">
                  <a:extLst>
                    <a:ext uri="{9D8B030D-6E8A-4147-A177-3AD203B41FA5}">
                      <a16:colId xmlns:a16="http://schemas.microsoft.com/office/drawing/2014/main" val="2460324826"/>
                    </a:ext>
                  </a:extLst>
                </a:gridCol>
                <a:gridCol w="7815943">
                  <a:extLst>
                    <a:ext uri="{9D8B030D-6E8A-4147-A177-3AD203B41FA5}">
                      <a16:colId xmlns:a16="http://schemas.microsoft.com/office/drawing/2014/main" val="3933124168"/>
                    </a:ext>
                  </a:extLst>
                </a:gridCol>
              </a:tblGrid>
              <a:tr h="444565">
                <a:tc>
                  <a:txBody>
                    <a:bodyPr/>
                    <a:lstStyle/>
                    <a:p>
                      <a:r>
                        <a:rPr lang="it-IT" sz="2000" dirty="0"/>
                        <a:t>Paper/source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err="1"/>
                        <a:t>Contribution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000949"/>
                  </a:ext>
                </a:extLst>
              </a:tr>
              <a:tr h="57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Silver et al.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AlphaZero — superhuman performance with no human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28665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Nasu (2018)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NNUE</a:t>
                      </a:r>
                      <a:r>
                        <a:rPr lang="en-US" sz="1400" dirty="0"/>
                        <a:t> — efficient and strong neural evaluation for shogi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(base structure of out algorithms)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035252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NNUE for </a:t>
                      </a:r>
                      <a:r>
                        <a:rPr lang="en-US" sz="1400" b="1" dirty="0"/>
                        <a:t>Stockfish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Neural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value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evaluation</a:t>
                      </a:r>
                      <a:r>
                        <a:rPr lang="it-IT" sz="1400" dirty="0"/>
                        <a:t> for Stockfish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244738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 Man (2016)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Cfish</a:t>
                      </a:r>
                      <a:r>
                        <a:rPr lang="en-US" sz="1400" dirty="0"/>
                        <a:t> — C-based implementation of Stockfish for efficient microcontroller implementation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(very useful, efficiently implements alpha-beta search)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9394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Shazeer</a:t>
                      </a:r>
                      <a:r>
                        <a:rPr lang="en-US" sz="1400" dirty="0"/>
                        <a:t> et al.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Sparsely-Gated Mixture-of-Experts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39949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Fedus, </a:t>
                      </a:r>
                      <a:r>
                        <a:rPr lang="en-US" sz="1400" dirty="0" err="1"/>
                        <a:t>Zoph</a:t>
                      </a:r>
                      <a:r>
                        <a:rPr lang="en-US" sz="1400" dirty="0"/>
                        <a:t> &amp; </a:t>
                      </a:r>
                      <a:r>
                        <a:rPr lang="en-US" sz="1400" dirty="0" err="1"/>
                        <a:t>Shazeer</a:t>
                      </a:r>
                      <a:r>
                        <a:rPr lang="en-US" sz="1400" dirty="0"/>
                        <a:t> (2021)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Switch Transformer—</a:t>
                      </a:r>
                      <a:r>
                        <a:rPr lang="en-US" sz="1400" dirty="0" err="1"/>
                        <a:t>Simpified</a:t>
                      </a:r>
                      <a:r>
                        <a:rPr lang="en-US" sz="1400" dirty="0"/>
                        <a:t> routing </a:t>
                      </a:r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with top-1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06966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Kawata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and cluster latent structure – how much can a </a:t>
                      </a:r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exploit latent cluster structure of the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7720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Hu et al. (2021)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/>
                        <a:t>LoRA</a:t>
                      </a:r>
                      <a:r>
                        <a:rPr lang="en-US" sz="1400" dirty="0"/>
                        <a:t> - Low-Rank Adaptation – training lower-rank matrices to fine-tune LLM</a:t>
                      </a:r>
                    </a:p>
                    <a:p>
                      <a:r>
                        <a:rPr lang="en-US" sz="1400" dirty="0"/>
                        <a:t>(useful for big models, not necessary for 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34310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ELREA - Ensembles of Low-Rank Expert Adapters – clustering training instructions based on gradients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15353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Sridharan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GradientSpace</a:t>
                      </a:r>
                      <a:r>
                        <a:rPr lang="en-US" sz="1400" dirty="0"/>
                        <a:t> - clustering of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gradients for expert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436442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Zhang et al. (2025) — TAGCOS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Task-Agnostic Gradient Clustered Coreset Selection for Instruction Tuning Data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579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18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10AB5-7865-465D-3CB8-B22A3797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34521"/>
            <a:ext cx="5291666" cy="4788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C3E74-2CB3-BEBF-4A45-CAFB9212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570301"/>
            <a:ext cx="5291667" cy="37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1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C9F08-A6DA-EA65-9BAE-A8CFE71D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65978"/>
            <a:ext cx="10905066" cy="332604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9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GRADIENT-TRAINED EXPERTS, DIFFERENT SELECTION RULES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oracle exposes assignment headroom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0.6301</a:t>
            </a:r>
            <a:endParaRPr lang="en-US" sz="40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dispatcher</a:t>
            </a:r>
            <a:endParaRPr lang="en-US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run online.</a:t>
            </a:r>
            <a:endParaRPr lang="en-US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0.6280</a:t>
            </a:r>
            <a:endParaRPr lang="en-US" sz="4000" noProof="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Gradient-centroid proxy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the teacher target.</a:t>
            </a:r>
            <a:endParaRPr lang="en-US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832104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827532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0.6005</a:t>
            </a:r>
            <a:endParaRPr lang="en-US" sz="4000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Minimum-loss oracle</a:t>
            </a:r>
            <a:endParaRPr lang="en-US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goes to its best expert.</a:t>
            </a:r>
            <a:endParaRPr lang="en-US" sz="15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5.13. The single-head base is CE 0.6303. Centroid proxy and oracle both need the unavailable teacher target.</a:t>
            </a:r>
            <a:endParaRPr lang="en-U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FEB7C-BDEB-B02F-2685-D826D27C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6E834F-9E2F-3B6D-8E2B-D5D044ECA7AE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E2A571-9AD3-FC67-408E-703A56552B1C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NNUE updates only the changed features</a:t>
            </a:r>
            <a:endParaRPr lang="en-US" sz="30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8DFDF9-C7EC-8CE9-BE80-21C68C4C58D1}"/>
              </a:ext>
            </a:extLst>
          </p:cNvPr>
          <p:cNvSpPr/>
          <p:nvPr/>
        </p:nvSpPr>
        <p:spPr>
          <a:xfrm>
            <a:off x="50292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B6FC31-668B-7B15-E620-9E1AEDFC097E}"/>
              </a:ext>
            </a:extLst>
          </p:cNvPr>
          <p:cNvSpPr/>
          <p:nvPr/>
        </p:nvSpPr>
        <p:spPr>
          <a:xfrm>
            <a:off x="39243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22BA7C-9C35-08AA-ACF8-0BE6076EF493}"/>
              </a:ext>
            </a:extLst>
          </p:cNvPr>
          <p:cNvSpPr/>
          <p:nvPr/>
        </p:nvSpPr>
        <p:spPr>
          <a:xfrm>
            <a:off x="39243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C84FFD-35DA-26B3-5BD7-F610DA9DF76B}"/>
              </a:ext>
            </a:extLst>
          </p:cNvPr>
          <p:cNvSpPr/>
          <p:nvPr/>
        </p:nvSpPr>
        <p:spPr>
          <a:xfrm>
            <a:off x="75895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move touches few inputs</a:t>
            </a:r>
            <a:endParaRPr lang="en-US" sz="2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BC6B94-3F8D-FEE1-8B70-90A394FB9DA6}"/>
              </a:ext>
            </a:extLst>
          </p:cNvPr>
          <p:cNvSpPr/>
          <p:nvPr/>
        </p:nvSpPr>
        <p:spPr>
          <a:xfrm>
            <a:off x="75895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844 board features, only the squares that change are active.</a:t>
            </a:r>
            <a:endParaRPr lang="en-US" sz="15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B3A539A-ABC7-2632-A9FE-204374E0F866}"/>
              </a:ext>
            </a:extLst>
          </p:cNvPr>
          <p:cNvSpPr/>
          <p:nvPr/>
        </p:nvSpPr>
        <p:spPr>
          <a:xfrm>
            <a:off x="429768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59579C-E59F-BCCD-3053-77B7E8EB88E7}"/>
              </a:ext>
            </a:extLst>
          </p:cNvPr>
          <p:cNvSpPr/>
          <p:nvPr/>
        </p:nvSpPr>
        <p:spPr>
          <a:xfrm>
            <a:off x="418719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BA5853-D55E-D551-6F04-3A190F842405}"/>
              </a:ext>
            </a:extLst>
          </p:cNvPr>
          <p:cNvSpPr/>
          <p:nvPr/>
        </p:nvSpPr>
        <p:spPr>
          <a:xfrm>
            <a:off x="418719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92A4B7-88FC-6154-BF27-7C4D5A31AC12}"/>
              </a:ext>
            </a:extLst>
          </p:cNvPr>
          <p:cNvSpPr/>
          <p:nvPr/>
        </p:nvSpPr>
        <p:spPr>
          <a:xfrm>
            <a:off x="455371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the accumulator</a:t>
            </a:r>
            <a:endParaRPr lang="en-US" sz="20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989D01-B2E2-E2BB-D2B3-A720D6B622EC}"/>
              </a:ext>
            </a:extLst>
          </p:cNvPr>
          <p:cNvSpPr/>
          <p:nvPr/>
        </p:nvSpPr>
        <p:spPr>
          <a:xfrm>
            <a:off x="455371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removed features and add the new ones. The rest stays.</a:t>
            </a:r>
            <a:endParaRPr lang="en-US" sz="15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BF071D5-6969-4D4D-943E-BCD832162611}"/>
              </a:ext>
            </a:extLst>
          </p:cNvPr>
          <p:cNvSpPr/>
          <p:nvPr/>
        </p:nvSpPr>
        <p:spPr>
          <a:xfrm>
            <a:off x="809244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1F8C6A7-FCFF-6388-C6C0-DB49B32E3A5F}"/>
              </a:ext>
            </a:extLst>
          </p:cNvPr>
          <p:cNvSpPr/>
          <p:nvPr/>
        </p:nvSpPr>
        <p:spPr>
          <a:xfrm>
            <a:off x="798195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85F51B-711F-01BB-25F6-F7D663A5ABAD}"/>
              </a:ext>
            </a:extLst>
          </p:cNvPr>
          <p:cNvSpPr/>
          <p:nvPr/>
        </p:nvSpPr>
        <p:spPr>
          <a:xfrm>
            <a:off x="798195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F40003-DCAD-4E21-1AEC-D399CB9FCA78}"/>
              </a:ext>
            </a:extLst>
          </p:cNvPr>
          <p:cNvSpPr/>
          <p:nvPr/>
        </p:nvSpPr>
        <p:spPr>
          <a:xfrm>
            <a:off x="834847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it on the next node</a:t>
            </a:r>
            <a:endParaRPr lang="en-US" sz="20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53E39A-CAEA-C35D-69C9-E2AFB7F7EACA}"/>
              </a:ext>
            </a:extLst>
          </p:cNvPr>
          <p:cNvSpPr/>
          <p:nvPr/>
        </p:nvSpPr>
        <p:spPr>
          <a:xfrm>
            <a:off x="834847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L1 accumulator persists across moves, so evaluation stays cheap.</a:t>
            </a:r>
            <a:endParaRPr lang="en-US" sz="15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E1A1A0E-CFC4-2151-C315-C2765876B101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5EFC4A-6C2D-5AC5-E8C4-89FD7BE1428D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38343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D1E72-1869-4160-EACA-969D5A84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439F36-6FE1-5247-A09C-EF83841260C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UTLOOK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1A0955-0EBD-A8BE-D1AC-D423AF0E788C}"/>
              </a:ext>
            </a:extLst>
          </p:cNvPr>
          <p:cNvSpPr/>
          <p:nvPr/>
        </p:nvSpPr>
        <p:spPr>
          <a:xfrm>
            <a:off x="502920" y="512064"/>
            <a:ext cx="1115568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go </a:t>
            </a:r>
          </a:p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here?</a:t>
            </a:r>
            <a:endParaRPr lang="en-US" sz="2800" noProof="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18F9D90-0B60-0CAC-0C9F-40C23766E7C5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D38C6CC-0F5E-4E95-2B31-7EE2B23AC24D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41CB5F0B-82BE-FC9B-A59B-C7F1DE156C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58210315"/>
                  </p:ext>
                </p:extLst>
              </p:nvPr>
            </p:nvGraphicFramePr>
            <p:xfrm>
              <a:off x="2030476" y="82634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41CB5F0B-82BE-FC9B-A59B-C7F1DE156C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58210315"/>
                  </p:ext>
                </p:extLst>
              </p:nvPr>
            </p:nvGraphicFramePr>
            <p:xfrm>
              <a:off x="2030476" y="82634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D4CD6391-FFFE-0252-63F1-2F774A77CC86}"/>
              </a:ext>
            </a:extLst>
          </p:cNvPr>
          <p:cNvPicPr/>
          <p:nvPr/>
        </p:nvPicPr>
        <p:blipFill>
          <a:blip r:embed="rId12">
            <a:alphaModFix amt="12000"/>
          </a:blip>
          <a:stretch>
            <a:fillRect/>
          </a:stretch>
        </p:blipFill>
        <p:spPr>
          <a:xfrm>
            <a:off x="0" y="-9119"/>
            <a:ext cx="12192001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9E31FE41-1C76-682F-E414-0589BD68EF3B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noProof="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B4E7E49A-7F46-ACEF-5706-9D6C62C43649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process for the following iterations of KITSUNE.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1497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inference needs no gradients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L1</a:t>
            </a:r>
            <a:endParaRPr lang="en-U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updated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</a:t>
            </a:r>
            <a:endParaRPr lang="en-US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299008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router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Micro-bucket m</a:t>
            </a:r>
            <a:endParaRPr lang="en-U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591616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lookup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T[m]</a:t>
            </a:r>
            <a:endParaRPr lang="en-US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84224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Shape 14"/>
          <p:cNvSpPr/>
          <p:nvPr/>
        </p:nvSpPr>
        <p:spPr>
          <a:xfrm>
            <a:off x="928116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941832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head</a:t>
            </a:r>
            <a:endParaRPr lang="en-US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41832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WDL output</a:t>
            </a:r>
            <a:endParaRPr lang="en-US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11183112" cy="2331720"/>
          </a:xfrm>
          <a:prstGeom prst="roundRect">
            <a:avLst>
              <a:gd name="adj" fmla="val 3137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cost is a linear map plus a table lookup. Convex micro-buckets are what make that map enough.</a:t>
            </a:r>
            <a:endParaRPr lang="en-US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routed mixture on the weaker base is measured. It does not require a gradient at play time.</a:t>
            </a:r>
            <a:endParaRPr lang="en-US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3283A-5211-6D78-0E9A-39C9816A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093" y="1475098"/>
            <a:ext cx="3400900" cy="4239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1AF44-E339-6711-2E7E-7C9128E4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844" y="1477748"/>
            <a:ext cx="3411329" cy="43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69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6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CONCLUSION</a:t>
            </a:r>
            <a:endParaRPr lang="en-U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take-home message</a:t>
            </a:r>
            <a:endParaRPr lang="en-US" sz="3400" noProof="0" dirty="0"/>
          </a:p>
        </p:txBody>
      </p:sp>
      <p:sp>
        <p:nvSpPr>
          <p:cNvPr id="9" name="Text 7"/>
          <p:cNvSpPr/>
          <p:nvPr/>
        </p:nvSpPr>
        <p:spPr>
          <a:xfrm>
            <a:off x="2194560" y="265176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routes </a:t>
            </a:r>
            <a:r>
              <a:rPr lang="en-US" sz="1600" i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L1 clustering and a lookup. </a:t>
            </a:r>
            <a:endParaRPr lang="en-U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2194560" y="35204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seems to work </a:t>
            </a:r>
            <a:r>
              <a:rPr lang="en-US" sz="1600" b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number of mini-clusters is very high.</a:t>
            </a:r>
            <a:endParaRPr lang="en-U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2194560" y="43891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leverage these all findings for the next iteration of KITSUNE.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1528</Words>
  <Application>Microsoft Office PowerPoint</Application>
  <PresentationFormat>Widescreen</PresentationFormat>
  <Paragraphs>366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Avenir Next LT Pro</vt:lpstr>
      <vt:lpstr>Calibri</vt:lpstr>
      <vt:lpstr>Calibri Light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State Bucketing for Mixture-of-Experts in Resource-Constrained Chess Engines</dc:title>
  <dc:subject>MSc thesis defense, University of Trieste</dc:subject>
  <dc:creator>Omar Cusma Fait</dc:creator>
  <cp:lastModifiedBy>Omar Cusma Fait</cp:lastModifiedBy>
  <cp:revision>37</cp:revision>
  <dcterms:created xsi:type="dcterms:W3CDTF">2026-10-15T09:13:02Z</dcterms:created>
  <dcterms:modified xsi:type="dcterms:W3CDTF">2026-10-22T09:56:57Z</dcterms:modified>
</cp:coreProperties>
</file>