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0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7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9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3.xml" ContentType="application/vnd.openxmlformats-officedocument.presentationml.notesSlide+xml"/>
  <Override PartName="/ppt/diagrams/data11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6.xml" ContentType="application/vnd.openxmlformats-officedocument.drawingml.diagramData+xml"/>
  <Override PartName="/ppt/diagrams/data8.xml" ContentType="application/vnd.openxmlformats-officedocument.drawingml.diagramData+xml"/>
  <Override PartName="/ppt/diagrams/data10.xml" ContentType="application/vnd.openxmlformats-officedocument.drawingml.diagramData+xml"/>
  <Override PartName="/ppt/diagrams/data12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8" r:id="rId3"/>
    <p:sldId id="275" r:id="rId4"/>
    <p:sldId id="284" r:id="rId5"/>
    <p:sldId id="292" r:id="rId6"/>
    <p:sldId id="293" r:id="rId7"/>
    <p:sldId id="279" r:id="rId8"/>
    <p:sldId id="274" r:id="rId9"/>
    <p:sldId id="273" r:id="rId10"/>
    <p:sldId id="278" r:id="rId11"/>
    <p:sldId id="285" r:id="rId12"/>
    <p:sldId id="261" r:id="rId13"/>
    <p:sldId id="283" r:id="rId14"/>
    <p:sldId id="263" r:id="rId15"/>
    <p:sldId id="264" r:id="rId16"/>
    <p:sldId id="277" r:id="rId17"/>
    <p:sldId id="267" r:id="rId18"/>
    <p:sldId id="280" r:id="rId19"/>
    <p:sldId id="281" r:id="rId20"/>
    <p:sldId id="268" r:id="rId21"/>
    <p:sldId id="269" r:id="rId22"/>
    <p:sldId id="282" r:id="rId23"/>
    <p:sldId id="291" r:id="rId24"/>
    <p:sldId id="270" r:id="rId25"/>
    <p:sldId id="271" r:id="rId26"/>
    <p:sldId id="276" r:id="rId27"/>
    <p:sldId id="290" r:id="rId28"/>
    <p:sldId id="272" r:id="rId29"/>
    <p:sldId id="288" r:id="rId30"/>
    <p:sldId id="289" r:id="rId31"/>
    <p:sldId id="286" r:id="rId32"/>
    <p:sldId id="287" r:id="rId33"/>
    <p:sldId id="257" r:id="rId34"/>
    <p:sldId id="262" r:id="rId35"/>
    <p:sldId id="260" r:id="rId36"/>
    <p:sldId id="265" r:id="rId37"/>
    <p:sldId id="266" r:id="rId38"/>
    <p:sldId id="259" r:id="rId39"/>
    <p:sldId id="294" r:id="rId4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E7DD"/>
    <a:srgbClr val="FCFAF6"/>
    <a:srgbClr val="F4EFE6"/>
    <a:srgbClr val="002060"/>
    <a:srgbClr val="D2DAEA"/>
    <a:srgbClr val="8C3FC5"/>
    <a:srgbClr val="F9F7F3"/>
    <a:srgbClr val="DFDBD5"/>
    <a:srgbClr val="DDCCB1"/>
    <a:srgbClr val="D7C4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4" autoAdjust="0"/>
    <p:restoredTop sz="94353" autoAdjust="0"/>
  </p:normalViewPr>
  <p:slideViewPr>
    <p:cSldViewPr snapToGrid="0" snapToObjects="1">
      <p:cViewPr varScale="1">
        <p:scale>
          <a:sx n="70" d="100"/>
          <a:sy n="70" d="100"/>
        </p:scale>
        <p:origin x="501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0.png"/><Relationship Id="rId1" Type="http://schemas.openxmlformats.org/officeDocument/2006/relationships/image" Target="../media/image13.pn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0.png"/><Relationship Id="rId1" Type="http://schemas.openxmlformats.org/officeDocument/2006/relationships/image" Target="../media/image13.png"/></Relationships>
</file>

<file path=ppt/diagrams/_rels/data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151.png"/></Relationships>
</file>

<file path=ppt/diagrams/_rels/data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6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6F98BA1-624C-4EF0-80CA-7BF15E3E3CF8}" type="doc">
      <dgm:prSet loTypeId="urn:microsoft.com/office/officeart/2008/layout/VerticalCurvedList" loCatId="list" qsTypeId="urn:microsoft.com/office/officeart/2005/8/quickstyle/simple1#2" qsCatId="simple" csTypeId="urn:microsoft.com/office/officeart/2005/8/colors/accent1_2#2" csCatId="accent1" phldr="1"/>
      <dgm:spPr/>
      <dgm:t>
        <a:bodyPr/>
        <a:lstStyle/>
        <a:p>
          <a:endParaRPr lang="en-US"/>
        </a:p>
      </dgm:t>
    </dgm:pt>
    <dgm:pt modelId="{C96D9099-430D-4DFD-8F50-4582DEC2B7D3}">
      <dgm:prSet phldrT="[Text]" phldr="0"/>
      <dgm:spPr>
        <a:solidFill>
          <a:srgbClr val="002060"/>
        </a:solidFill>
      </dgm:spPr>
      <dgm:t>
        <a:bodyPr/>
        <a:lstStyle/>
        <a:p>
          <a:r>
            <a:rPr lang="en-US" noProof="0" dirty="0"/>
            <a:t>Input layer</a:t>
          </a:r>
          <a:endParaRPr lang="en-US" b="1" noProof="0" dirty="0"/>
        </a:p>
      </dgm:t>
    </dgm:pt>
    <dgm:pt modelId="{26812555-848D-4BA6-A385-2210888C67E1}" type="parTrans" cxnId="{84B4EEB9-97EF-4082-9459-6DF3647356F1}">
      <dgm:prSet/>
      <dgm:spPr/>
      <dgm:t>
        <a:bodyPr/>
        <a:lstStyle/>
        <a:p>
          <a:endParaRPr lang="en-US"/>
        </a:p>
      </dgm:t>
    </dgm:pt>
    <dgm:pt modelId="{67A467AC-C8FA-466C-92F7-0BCCB3CC5F56}" type="sibTrans" cxnId="{84B4EEB9-97EF-4082-9459-6DF3647356F1}">
      <dgm:prSet/>
      <dgm:spPr/>
      <dgm:t>
        <a:bodyPr/>
        <a:lstStyle/>
        <a:p>
          <a:endParaRPr lang="en-US"/>
        </a:p>
      </dgm:t>
    </dgm:pt>
    <dgm:pt modelId="{7CED3ABE-EE09-466B-965A-94B5986F1F78}">
      <dgm:prSet phldrT="[Text]" phldr="0"/>
      <dgm:spPr>
        <a:solidFill>
          <a:srgbClr val="002060"/>
        </a:solidFill>
      </dgm:spPr>
      <dgm:t>
        <a:bodyPr/>
        <a:lstStyle/>
        <a:p>
          <a:r>
            <a:rPr lang="en-US" noProof="0" dirty="0"/>
            <a:t>Accumulator layer (L1)</a:t>
          </a:r>
        </a:p>
      </dgm:t>
    </dgm:pt>
    <dgm:pt modelId="{134BDD68-FE74-4FA0-940A-2855E38FE44F}" type="parTrans" cxnId="{F822E77D-2C9A-4873-87AC-11D77EE90497}">
      <dgm:prSet/>
      <dgm:spPr/>
      <dgm:t>
        <a:bodyPr/>
        <a:lstStyle/>
        <a:p>
          <a:endParaRPr lang="en-US"/>
        </a:p>
      </dgm:t>
    </dgm:pt>
    <dgm:pt modelId="{B30DA693-3CFE-44EE-B0B9-1218952968C9}" type="sibTrans" cxnId="{F822E77D-2C9A-4873-87AC-11D77EE90497}">
      <dgm:prSet/>
      <dgm:spPr/>
      <dgm:t>
        <a:bodyPr/>
        <a:lstStyle/>
        <a:p>
          <a:endParaRPr lang="en-US"/>
        </a:p>
      </dgm:t>
    </dgm:pt>
    <dgm:pt modelId="{8D9BC842-21C0-4FBB-8B48-F0580FC2458A}">
      <dgm:prSet phldrT="[Text]" phldr="0"/>
      <dgm:spPr>
        <a:solidFill>
          <a:srgbClr val="002060"/>
        </a:solidFill>
      </dgm:spPr>
      <dgm:t>
        <a:bodyPr/>
        <a:lstStyle/>
        <a:p>
          <a:r>
            <a:rPr lang="en-US" noProof="0" dirty="0"/>
            <a:t>L2 hidden layer</a:t>
          </a:r>
        </a:p>
      </dgm:t>
    </dgm:pt>
    <dgm:pt modelId="{AC83D2A3-23D8-46EB-ADAE-E38E4030D6A2}" type="parTrans" cxnId="{6DF98370-2A6C-49EF-8D32-FAA3C74B17FA}">
      <dgm:prSet/>
      <dgm:spPr/>
      <dgm:t>
        <a:bodyPr/>
        <a:lstStyle/>
        <a:p>
          <a:endParaRPr lang="en-US"/>
        </a:p>
      </dgm:t>
    </dgm:pt>
    <dgm:pt modelId="{16B81250-DB98-43D1-82C1-3C9B101AB5AE}" type="sibTrans" cxnId="{6DF98370-2A6C-49EF-8D32-FAA3C74B17FA}">
      <dgm:prSet/>
      <dgm:spPr/>
      <dgm:t>
        <a:bodyPr/>
        <a:lstStyle/>
        <a:p>
          <a:endParaRPr lang="en-US"/>
        </a:p>
      </dgm:t>
    </dgm:pt>
    <dgm:pt modelId="{7C5E2F0A-1B6A-491F-AA34-A52449859C12}">
      <dgm:prSet phldrT="[Text]" phldr="0"/>
      <dgm:spPr>
        <a:solidFill>
          <a:srgbClr val="002060"/>
        </a:solidFill>
      </dgm:spPr>
      <dgm:t>
        <a:bodyPr/>
        <a:lstStyle/>
        <a:p>
          <a:r>
            <a:rPr lang="en-US" noProof="0" dirty="0"/>
            <a:t>Output layer</a:t>
          </a:r>
        </a:p>
      </dgm:t>
    </dgm:pt>
    <dgm:pt modelId="{727F79D2-1858-4E67-AEF5-3BA89FCF73BD}" type="parTrans" cxnId="{100AEEB3-707D-4CEB-99AD-31A21FB78761}">
      <dgm:prSet/>
      <dgm:spPr/>
      <dgm:t>
        <a:bodyPr/>
        <a:lstStyle/>
        <a:p>
          <a:endParaRPr lang="en-US"/>
        </a:p>
      </dgm:t>
    </dgm:pt>
    <dgm:pt modelId="{4E6C35A9-9A75-4F33-8916-9F7FD7909F5C}" type="sibTrans" cxnId="{100AEEB3-707D-4CEB-99AD-31A21FB78761}">
      <dgm:prSet/>
      <dgm:spPr/>
      <dgm:t>
        <a:bodyPr/>
        <a:lstStyle/>
        <a:p>
          <a:endParaRPr lang="en-US"/>
        </a:p>
      </dgm:t>
    </dgm:pt>
    <dgm:pt modelId="{340BE149-0A78-4854-9464-C16DB9715DBE}" type="pres">
      <dgm:prSet presAssocID="{C6F98BA1-624C-4EF0-80CA-7BF15E3E3CF8}" presName="Name0" presStyleCnt="0">
        <dgm:presLayoutVars>
          <dgm:chMax val="7"/>
          <dgm:chPref val="7"/>
          <dgm:dir/>
        </dgm:presLayoutVars>
      </dgm:prSet>
      <dgm:spPr/>
    </dgm:pt>
    <dgm:pt modelId="{4B9AA58A-18A2-4AE0-9C46-0666C97A7EF8}" type="pres">
      <dgm:prSet presAssocID="{C6F98BA1-624C-4EF0-80CA-7BF15E3E3CF8}" presName="Name1" presStyleCnt="0"/>
      <dgm:spPr/>
    </dgm:pt>
    <dgm:pt modelId="{FEBF61CA-AF92-486C-8795-3ED529B7DC3E}" type="pres">
      <dgm:prSet presAssocID="{C6F98BA1-624C-4EF0-80CA-7BF15E3E3CF8}" presName="cycle" presStyleCnt="0"/>
      <dgm:spPr/>
    </dgm:pt>
    <dgm:pt modelId="{A1CE67F3-A18D-46BE-A35B-BD48D3B2AFCB}" type="pres">
      <dgm:prSet presAssocID="{C6F98BA1-624C-4EF0-80CA-7BF15E3E3CF8}" presName="srcNode" presStyleLbl="node1" presStyleIdx="0" presStyleCnt="4"/>
      <dgm:spPr/>
    </dgm:pt>
    <dgm:pt modelId="{44694467-2703-4838-BA5C-552A9602BEAD}" type="pres">
      <dgm:prSet presAssocID="{C6F98BA1-624C-4EF0-80CA-7BF15E3E3CF8}" presName="conn" presStyleLbl="parChTrans1D2" presStyleIdx="0" presStyleCnt="1"/>
      <dgm:spPr/>
    </dgm:pt>
    <dgm:pt modelId="{42DF6FE8-04B1-4AD8-A86F-2E7DD23DBEB9}" type="pres">
      <dgm:prSet presAssocID="{C6F98BA1-624C-4EF0-80CA-7BF15E3E3CF8}" presName="extraNode" presStyleLbl="node1" presStyleIdx="0" presStyleCnt="4"/>
      <dgm:spPr/>
    </dgm:pt>
    <dgm:pt modelId="{79D935D0-5A90-41FD-8551-5072234CA2E1}" type="pres">
      <dgm:prSet presAssocID="{C6F98BA1-624C-4EF0-80CA-7BF15E3E3CF8}" presName="dstNode" presStyleLbl="node1" presStyleIdx="0" presStyleCnt="4"/>
      <dgm:spPr/>
    </dgm:pt>
    <dgm:pt modelId="{51B53102-B3BF-4567-9525-1426319F939C}" type="pres">
      <dgm:prSet presAssocID="{C96D9099-430D-4DFD-8F50-4582DEC2B7D3}" presName="text_1" presStyleLbl="node1" presStyleIdx="0" presStyleCnt="4">
        <dgm:presLayoutVars>
          <dgm:bulletEnabled val="1"/>
        </dgm:presLayoutVars>
      </dgm:prSet>
      <dgm:spPr/>
    </dgm:pt>
    <dgm:pt modelId="{AAA71634-9781-454C-9034-68D3235F056A}" type="pres">
      <dgm:prSet presAssocID="{C96D9099-430D-4DFD-8F50-4582DEC2B7D3}" presName="accent_1" presStyleCnt="0"/>
      <dgm:spPr/>
    </dgm:pt>
    <dgm:pt modelId="{BB410DFF-4C35-4314-A387-2B59392F9AE6}" type="pres">
      <dgm:prSet presAssocID="{C96D9099-430D-4DFD-8F50-4582DEC2B7D3}" presName="accentRepeatNode" presStyleLbl="solidFgAcc1" presStyleIdx="0" presStyleCnt="4"/>
      <dgm:spPr/>
    </dgm:pt>
    <dgm:pt modelId="{3851819D-A948-46E6-B98B-713E8651599A}" type="pres">
      <dgm:prSet presAssocID="{7CED3ABE-EE09-466B-965A-94B5986F1F78}" presName="text_2" presStyleLbl="node1" presStyleIdx="1" presStyleCnt="4">
        <dgm:presLayoutVars>
          <dgm:bulletEnabled val="1"/>
        </dgm:presLayoutVars>
      </dgm:prSet>
      <dgm:spPr/>
    </dgm:pt>
    <dgm:pt modelId="{8E21C63B-A178-4F31-AE3F-79D3981AEA77}" type="pres">
      <dgm:prSet presAssocID="{7CED3ABE-EE09-466B-965A-94B5986F1F78}" presName="accent_2" presStyleCnt="0"/>
      <dgm:spPr/>
    </dgm:pt>
    <dgm:pt modelId="{BE07F9F1-10B8-459B-B1B0-1017D1429ED8}" type="pres">
      <dgm:prSet presAssocID="{7CED3ABE-EE09-466B-965A-94B5986F1F78}" presName="accentRepeatNode" presStyleLbl="solidFgAcc1" presStyleIdx="1" presStyleCnt="4"/>
      <dgm:spPr/>
    </dgm:pt>
    <dgm:pt modelId="{C92A14FB-EAD8-4566-890B-C0DA7877C08B}" type="pres">
      <dgm:prSet presAssocID="{8D9BC842-21C0-4FBB-8B48-F0580FC2458A}" presName="text_3" presStyleLbl="node1" presStyleIdx="2" presStyleCnt="4">
        <dgm:presLayoutVars>
          <dgm:bulletEnabled val="1"/>
        </dgm:presLayoutVars>
      </dgm:prSet>
      <dgm:spPr/>
    </dgm:pt>
    <dgm:pt modelId="{D638BFD8-5F48-4EA2-B121-BC3525CC0FE3}" type="pres">
      <dgm:prSet presAssocID="{8D9BC842-21C0-4FBB-8B48-F0580FC2458A}" presName="accent_3" presStyleCnt="0"/>
      <dgm:spPr/>
    </dgm:pt>
    <dgm:pt modelId="{3E0DCCC9-E6AC-4019-B27A-611BC8EC0A31}" type="pres">
      <dgm:prSet presAssocID="{8D9BC842-21C0-4FBB-8B48-F0580FC2458A}" presName="accentRepeatNode" presStyleLbl="solidFgAcc1" presStyleIdx="2" presStyleCnt="4"/>
      <dgm:spPr/>
    </dgm:pt>
    <dgm:pt modelId="{1988BD50-FB6F-42B2-BCC6-A15280DB03D3}" type="pres">
      <dgm:prSet presAssocID="{7C5E2F0A-1B6A-491F-AA34-A52449859C12}" presName="text_4" presStyleLbl="node1" presStyleIdx="3" presStyleCnt="4">
        <dgm:presLayoutVars>
          <dgm:bulletEnabled val="1"/>
        </dgm:presLayoutVars>
      </dgm:prSet>
      <dgm:spPr/>
    </dgm:pt>
    <dgm:pt modelId="{7498BA7A-D97C-4FE9-8264-F475A7F3B616}" type="pres">
      <dgm:prSet presAssocID="{7C5E2F0A-1B6A-491F-AA34-A52449859C12}" presName="accent_4" presStyleCnt="0"/>
      <dgm:spPr/>
    </dgm:pt>
    <dgm:pt modelId="{D609E633-48CC-4379-AF79-D761AE37ACBF}" type="pres">
      <dgm:prSet presAssocID="{7C5E2F0A-1B6A-491F-AA34-A52449859C12}" presName="accentRepeatNode" presStyleLbl="solidFgAcc1" presStyleIdx="3" presStyleCnt="4"/>
      <dgm:spPr/>
    </dgm:pt>
  </dgm:ptLst>
  <dgm:cxnLst>
    <dgm:cxn modelId="{12E8D621-E5F2-406E-A87C-F948BA6C62A7}" type="presOf" srcId="{C6F98BA1-624C-4EF0-80CA-7BF15E3E3CF8}" destId="{340BE149-0A78-4854-9464-C16DB9715DBE}" srcOrd="0" destOrd="0" presId="urn:microsoft.com/office/officeart/2008/layout/VerticalCurvedList"/>
    <dgm:cxn modelId="{07EC2F4E-6690-42BA-8DEE-B0C3E9A2C6D9}" type="presOf" srcId="{8D9BC842-21C0-4FBB-8B48-F0580FC2458A}" destId="{C92A14FB-EAD8-4566-890B-C0DA7877C08B}" srcOrd="0" destOrd="0" presId="urn:microsoft.com/office/officeart/2008/layout/VerticalCurvedList"/>
    <dgm:cxn modelId="{6DF98370-2A6C-49EF-8D32-FAA3C74B17FA}" srcId="{C6F98BA1-624C-4EF0-80CA-7BF15E3E3CF8}" destId="{8D9BC842-21C0-4FBB-8B48-F0580FC2458A}" srcOrd="2" destOrd="0" parTransId="{AC83D2A3-23D8-46EB-ADAE-E38E4030D6A2}" sibTransId="{16B81250-DB98-43D1-82C1-3C9B101AB5AE}"/>
    <dgm:cxn modelId="{43616175-0699-421B-8299-8D1F8B2467E9}" type="presOf" srcId="{C96D9099-430D-4DFD-8F50-4582DEC2B7D3}" destId="{51B53102-B3BF-4567-9525-1426319F939C}" srcOrd="0" destOrd="0" presId="urn:microsoft.com/office/officeart/2008/layout/VerticalCurvedList"/>
    <dgm:cxn modelId="{F822E77D-2C9A-4873-87AC-11D77EE90497}" srcId="{C6F98BA1-624C-4EF0-80CA-7BF15E3E3CF8}" destId="{7CED3ABE-EE09-466B-965A-94B5986F1F78}" srcOrd="1" destOrd="0" parTransId="{134BDD68-FE74-4FA0-940A-2855E38FE44F}" sibTransId="{B30DA693-3CFE-44EE-B0B9-1218952968C9}"/>
    <dgm:cxn modelId="{5BC07C85-F9A7-4240-8534-BBE6B22F386B}" type="presOf" srcId="{7C5E2F0A-1B6A-491F-AA34-A52449859C12}" destId="{1988BD50-FB6F-42B2-BCC6-A15280DB03D3}" srcOrd="0" destOrd="0" presId="urn:microsoft.com/office/officeart/2008/layout/VerticalCurvedList"/>
    <dgm:cxn modelId="{F393A5B2-9809-493E-B930-A7D043D79FE3}" type="presOf" srcId="{67A467AC-C8FA-466C-92F7-0BCCB3CC5F56}" destId="{44694467-2703-4838-BA5C-552A9602BEAD}" srcOrd="0" destOrd="0" presId="urn:microsoft.com/office/officeart/2008/layout/VerticalCurvedList"/>
    <dgm:cxn modelId="{100AEEB3-707D-4CEB-99AD-31A21FB78761}" srcId="{C6F98BA1-624C-4EF0-80CA-7BF15E3E3CF8}" destId="{7C5E2F0A-1B6A-491F-AA34-A52449859C12}" srcOrd="3" destOrd="0" parTransId="{727F79D2-1858-4E67-AEF5-3BA89FCF73BD}" sibTransId="{4E6C35A9-9A75-4F33-8916-9F7FD7909F5C}"/>
    <dgm:cxn modelId="{84B4EEB9-97EF-4082-9459-6DF3647356F1}" srcId="{C6F98BA1-624C-4EF0-80CA-7BF15E3E3CF8}" destId="{C96D9099-430D-4DFD-8F50-4582DEC2B7D3}" srcOrd="0" destOrd="0" parTransId="{26812555-848D-4BA6-A385-2210888C67E1}" sibTransId="{67A467AC-C8FA-466C-92F7-0BCCB3CC5F56}"/>
    <dgm:cxn modelId="{B5CE66E0-E1D6-4558-A8F2-18BFE3AB6437}" type="presOf" srcId="{7CED3ABE-EE09-466B-965A-94B5986F1F78}" destId="{3851819D-A948-46E6-B98B-713E8651599A}" srcOrd="0" destOrd="0" presId="urn:microsoft.com/office/officeart/2008/layout/VerticalCurvedList"/>
    <dgm:cxn modelId="{8CA9619A-546A-4699-9D73-E58C9B83ABC0}" type="presParOf" srcId="{340BE149-0A78-4854-9464-C16DB9715DBE}" destId="{4B9AA58A-18A2-4AE0-9C46-0666C97A7EF8}" srcOrd="0" destOrd="0" presId="urn:microsoft.com/office/officeart/2008/layout/VerticalCurvedList"/>
    <dgm:cxn modelId="{50DA1CD3-49D6-4568-8346-AFED64D2FEB9}" type="presParOf" srcId="{4B9AA58A-18A2-4AE0-9C46-0666C97A7EF8}" destId="{FEBF61CA-AF92-486C-8795-3ED529B7DC3E}" srcOrd="0" destOrd="0" presId="urn:microsoft.com/office/officeart/2008/layout/VerticalCurvedList"/>
    <dgm:cxn modelId="{D3EC33A0-FABC-4427-A986-BAFAE0131650}" type="presParOf" srcId="{FEBF61CA-AF92-486C-8795-3ED529B7DC3E}" destId="{A1CE67F3-A18D-46BE-A35B-BD48D3B2AFCB}" srcOrd="0" destOrd="0" presId="urn:microsoft.com/office/officeart/2008/layout/VerticalCurvedList"/>
    <dgm:cxn modelId="{FD90761B-2896-4E50-80A8-55DF67313857}" type="presParOf" srcId="{FEBF61CA-AF92-486C-8795-3ED529B7DC3E}" destId="{44694467-2703-4838-BA5C-552A9602BEAD}" srcOrd="1" destOrd="0" presId="urn:microsoft.com/office/officeart/2008/layout/VerticalCurvedList"/>
    <dgm:cxn modelId="{A2297E3E-ABF7-4B6C-87E9-739B44D06C12}" type="presParOf" srcId="{FEBF61CA-AF92-486C-8795-3ED529B7DC3E}" destId="{42DF6FE8-04B1-4AD8-A86F-2E7DD23DBEB9}" srcOrd="2" destOrd="0" presId="urn:microsoft.com/office/officeart/2008/layout/VerticalCurvedList"/>
    <dgm:cxn modelId="{7712D3B7-653B-4440-BECF-4C2C3ABB806B}" type="presParOf" srcId="{FEBF61CA-AF92-486C-8795-3ED529B7DC3E}" destId="{79D935D0-5A90-41FD-8551-5072234CA2E1}" srcOrd="3" destOrd="0" presId="urn:microsoft.com/office/officeart/2008/layout/VerticalCurvedList"/>
    <dgm:cxn modelId="{261170C4-BB8B-4DB9-84CE-D34C8D031552}" type="presParOf" srcId="{4B9AA58A-18A2-4AE0-9C46-0666C97A7EF8}" destId="{51B53102-B3BF-4567-9525-1426319F939C}" srcOrd="1" destOrd="0" presId="urn:microsoft.com/office/officeart/2008/layout/VerticalCurvedList"/>
    <dgm:cxn modelId="{C8537B96-6B5E-470D-88BF-C48C2B751EBB}" type="presParOf" srcId="{4B9AA58A-18A2-4AE0-9C46-0666C97A7EF8}" destId="{AAA71634-9781-454C-9034-68D3235F056A}" srcOrd="2" destOrd="0" presId="urn:microsoft.com/office/officeart/2008/layout/VerticalCurvedList"/>
    <dgm:cxn modelId="{1C881F6A-02AB-4A3D-A54F-32D665E455E2}" type="presParOf" srcId="{AAA71634-9781-454C-9034-68D3235F056A}" destId="{BB410DFF-4C35-4314-A387-2B59392F9AE6}" srcOrd="0" destOrd="0" presId="urn:microsoft.com/office/officeart/2008/layout/VerticalCurvedList"/>
    <dgm:cxn modelId="{E6869F80-612E-41AB-8A47-7794FDBFE9DC}" type="presParOf" srcId="{4B9AA58A-18A2-4AE0-9C46-0666C97A7EF8}" destId="{3851819D-A948-46E6-B98B-713E8651599A}" srcOrd="3" destOrd="0" presId="urn:microsoft.com/office/officeart/2008/layout/VerticalCurvedList"/>
    <dgm:cxn modelId="{768487BA-9047-4751-8B9C-8B198A301689}" type="presParOf" srcId="{4B9AA58A-18A2-4AE0-9C46-0666C97A7EF8}" destId="{8E21C63B-A178-4F31-AE3F-79D3981AEA77}" srcOrd="4" destOrd="0" presId="urn:microsoft.com/office/officeart/2008/layout/VerticalCurvedList"/>
    <dgm:cxn modelId="{F558C1B9-7C84-475B-99E1-3F8505F953A2}" type="presParOf" srcId="{8E21C63B-A178-4F31-AE3F-79D3981AEA77}" destId="{BE07F9F1-10B8-459B-B1B0-1017D1429ED8}" srcOrd="0" destOrd="0" presId="urn:microsoft.com/office/officeart/2008/layout/VerticalCurvedList"/>
    <dgm:cxn modelId="{6C49E4AB-F5B4-445B-94FC-25DE77D6360B}" type="presParOf" srcId="{4B9AA58A-18A2-4AE0-9C46-0666C97A7EF8}" destId="{C92A14FB-EAD8-4566-890B-C0DA7877C08B}" srcOrd="5" destOrd="0" presId="urn:microsoft.com/office/officeart/2008/layout/VerticalCurvedList"/>
    <dgm:cxn modelId="{03648525-96CC-4F36-9EAC-46E05F60A61B}" type="presParOf" srcId="{4B9AA58A-18A2-4AE0-9C46-0666C97A7EF8}" destId="{D638BFD8-5F48-4EA2-B121-BC3525CC0FE3}" srcOrd="6" destOrd="0" presId="urn:microsoft.com/office/officeart/2008/layout/VerticalCurvedList"/>
    <dgm:cxn modelId="{E0E13E4C-3DA8-49FF-B585-6042723B5F74}" type="presParOf" srcId="{D638BFD8-5F48-4EA2-B121-BC3525CC0FE3}" destId="{3E0DCCC9-E6AC-4019-B27A-611BC8EC0A31}" srcOrd="0" destOrd="0" presId="urn:microsoft.com/office/officeart/2008/layout/VerticalCurvedList"/>
    <dgm:cxn modelId="{3DC69F60-40CD-40D3-96D6-5A747FA72DEE}" type="presParOf" srcId="{4B9AA58A-18A2-4AE0-9C46-0666C97A7EF8}" destId="{1988BD50-FB6F-42B2-BCC6-A15280DB03D3}" srcOrd="7" destOrd="0" presId="urn:microsoft.com/office/officeart/2008/layout/VerticalCurvedList"/>
    <dgm:cxn modelId="{CCF67487-2928-44BB-9C1C-A65702BC6FF0}" type="presParOf" srcId="{4B9AA58A-18A2-4AE0-9C46-0666C97A7EF8}" destId="{7498BA7A-D97C-4FE9-8264-F475A7F3B616}" srcOrd="8" destOrd="0" presId="urn:microsoft.com/office/officeart/2008/layout/VerticalCurvedList"/>
    <dgm:cxn modelId="{FD0345EF-52D2-4898-A760-5F5F5C268CB0}" type="presParOf" srcId="{7498BA7A-D97C-4FE9-8264-F475A7F3B616}" destId="{D609E633-48CC-4379-AF79-D761AE37ACBF}" srcOrd="0" destOrd="0" presId="urn:microsoft.com/office/officeart/2008/layout/VerticalCurvedList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6F98BA1-624C-4EF0-80CA-7BF15E3E3CF8}" type="doc">
      <dgm:prSet loTypeId="urn:microsoft.com/office/officeart/2008/layout/VerticalCurvedList" loCatId="list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C96D9099-430D-4DFD-8F50-4582DEC2B7D3}">
      <dgm:prSet phldrT="[Text]" phldr="0"/>
      <dgm:spPr>
        <a:solidFill>
          <a:srgbClr val="002060"/>
        </a:solidFill>
      </dgm:spPr>
      <dgm:t>
        <a:bodyPr/>
        <a:lstStyle/>
        <a:p>
          <a:r>
            <a:rPr lang="en-US" noProof="0" dirty="0"/>
            <a:t>A </a:t>
          </a:r>
          <a:r>
            <a:rPr lang="en-US" b="1" noProof="0" dirty="0"/>
            <a:t>router decides which head </a:t>
          </a:r>
        </a:p>
        <a:p>
          <a:r>
            <a:rPr lang="en-US" b="1" noProof="0" dirty="0"/>
            <a:t>should be called</a:t>
          </a:r>
        </a:p>
      </dgm:t>
    </dgm:pt>
    <dgm:pt modelId="{26812555-848D-4BA6-A385-2210888C67E1}" type="parTrans" cxnId="{84B4EEB9-97EF-4082-9459-6DF3647356F1}">
      <dgm:prSet/>
      <dgm:spPr/>
      <dgm:t>
        <a:bodyPr/>
        <a:lstStyle/>
        <a:p>
          <a:endParaRPr lang="en-US"/>
        </a:p>
      </dgm:t>
    </dgm:pt>
    <dgm:pt modelId="{67A467AC-C8FA-466C-92F7-0BCCB3CC5F56}" type="sibTrans" cxnId="{84B4EEB9-97EF-4082-9459-6DF3647356F1}">
      <dgm:prSet/>
      <dgm:spPr/>
      <dgm:t>
        <a:bodyPr/>
        <a:lstStyle/>
        <a:p>
          <a:endParaRPr lang="en-US"/>
        </a:p>
      </dgm:t>
    </dgm:pt>
    <dgm:pt modelId="{7CED3ABE-EE09-466B-965A-94B5986F1F78}">
      <dgm:prSet phldrT="[Text]" phldr="0"/>
      <dgm:spPr>
        <a:solidFill>
          <a:srgbClr val="002060"/>
        </a:solidFill>
      </dgm:spPr>
      <dgm:t>
        <a:bodyPr/>
        <a:lstStyle/>
        <a:p>
          <a:r>
            <a:rPr lang="en-US" noProof="0" dirty="0"/>
            <a:t>Expert heads can occupy </a:t>
          </a:r>
        </a:p>
        <a:p>
          <a:r>
            <a:rPr lang="en-US" noProof="0" dirty="0"/>
            <a:t>a lot of memory</a:t>
          </a:r>
        </a:p>
      </dgm:t>
    </dgm:pt>
    <dgm:pt modelId="{134BDD68-FE74-4FA0-940A-2855E38FE44F}" type="parTrans" cxnId="{F822E77D-2C9A-4873-87AC-11D77EE90497}">
      <dgm:prSet/>
      <dgm:spPr/>
      <dgm:t>
        <a:bodyPr/>
        <a:lstStyle/>
        <a:p>
          <a:endParaRPr lang="en-US"/>
        </a:p>
      </dgm:t>
    </dgm:pt>
    <dgm:pt modelId="{B30DA693-3CFE-44EE-B0B9-1218952968C9}" type="sibTrans" cxnId="{F822E77D-2C9A-4873-87AC-11D77EE90497}">
      <dgm:prSet/>
      <dgm:spPr/>
      <dgm:t>
        <a:bodyPr/>
        <a:lstStyle/>
        <a:p>
          <a:endParaRPr lang="en-US"/>
        </a:p>
      </dgm:t>
    </dgm:pt>
    <dgm:pt modelId="{8D9BC842-21C0-4FBB-8B48-F0580FC2458A}">
      <dgm:prSet phldrT="[Text]" phldr="0"/>
      <dgm:spPr>
        <a:solidFill>
          <a:srgbClr val="002060"/>
        </a:solidFill>
      </dgm:spPr>
      <dgm:t>
        <a:bodyPr/>
        <a:lstStyle/>
        <a:p>
          <a:r>
            <a:rPr lang="en-US" noProof="0" dirty="0"/>
            <a:t>During inference, only one head called</a:t>
          </a:r>
        </a:p>
        <a:p>
          <a:r>
            <a:rPr lang="en-US" noProof="0" dirty="0"/>
            <a:t>(also the dispatcher)</a:t>
          </a:r>
        </a:p>
      </dgm:t>
    </dgm:pt>
    <dgm:pt modelId="{AC83D2A3-23D8-46EB-ADAE-E38E4030D6A2}" type="parTrans" cxnId="{6DF98370-2A6C-49EF-8D32-FAA3C74B17FA}">
      <dgm:prSet/>
      <dgm:spPr/>
      <dgm:t>
        <a:bodyPr/>
        <a:lstStyle/>
        <a:p>
          <a:endParaRPr lang="en-US"/>
        </a:p>
      </dgm:t>
    </dgm:pt>
    <dgm:pt modelId="{16B81250-DB98-43D1-82C1-3C9B101AB5AE}" type="sibTrans" cxnId="{6DF98370-2A6C-49EF-8D32-FAA3C74B17FA}">
      <dgm:prSet/>
      <dgm:spPr/>
      <dgm:t>
        <a:bodyPr/>
        <a:lstStyle/>
        <a:p>
          <a:endParaRPr lang="en-US"/>
        </a:p>
      </dgm:t>
    </dgm:pt>
    <dgm:pt modelId="{340BE149-0A78-4854-9464-C16DB9715DBE}" type="pres">
      <dgm:prSet presAssocID="{C6F98BA1-624C-4EF0-80CA-7BF15E3E3CF8}" presName="Name0" presStyleCnt="0">
        <dgm:presLayoutVars>
          <dgm:chMax val="7"/>
          <dgm:chPref val="7"/>
          <dgm:dir/>
        </dgm:presLayoutVars>
      </dgm:prSet>
      <dgm:spPr/>
    </dgm:pt>
    <dgm:pt modelId="{4B9AA58A-18A2-4AE0-9C46-0666C97A7EF8}" type="pres">
      <dgm:prSet presAssocID="{C6F98BA1-624C-4EF0-80CA-7BF15E3E3CF8}" presName="Name1" presStyleCnt="0"/>
      <dgm:spPr/>
    </dgm:pt>
    <dgm:pt modelId="{FEBF61CA-AF92-486C-8795-3ED529B7DC3E}" type="pres">
      <dgm:prSet presAssocID="{C6F98BA1-624C-4EF0-80CA-7BF15E3E3CF8}" presName="cycle" presStyleCnt="0"/>
      <dgm:spPr/>
    </dgm:pt>
    <dgm:pt modelId="{A1CE67F3-A18D-46BE-A35B-BD48D3B2AFCB}" type="pres">
      <dgm:prSet presAssocID="{C6F98BA1-624C-4EF0-80CA-7BF15E3E3CF8}" presName="srcNode" presStyleLbl="node1" presStyleIdx="0" presStyleCnt="3"/>
      <dgm:spPr/>
    </dgm:pt>
    <dgm:pt modelId="{44694467-2703-4838-BA5C-552A9602BEAD}" type="pres">
      <dgm:prSet presAssocID="{C6F98BA1-624C-4EF0-80CA-7BF15E3E3CF8}" presName="conn" presStyleLbl="parChTrans1D2" presStyleIdx="0" presStyleCnt="1"/>
      <dgm:spPr/>
    </dgm:pt>
    <dgm:pt modelId="{42DF6FE8-04B1-4AD8-A86F-2E7DD23DBEB9}" type="pres">
      <dgm:prSet presAssocID="{C6F98BA1-624C-4EF0-80CA-7BF15E3E3CF8}" presName="extraNode" presStyleLbl="node1" presStyleIdx="0" presStyleCnt="3"/>
      <dgm:spPr/>
    </dgm:pt>
    <dgm:pt modelId="{79D935D0-5A90-41FD-8551-5072234CA2E1}" type="pres">
      <dgm:prSet presAssocID="{C6F98BA1-624C-4EF0-80CA-7BF15E3E3CF8}" presName="dstNode" presStyleLbl="node1" presStyleIdx="0" presStyleCnt="3"/>
      <dgm:spPr/>
    </dgm:pt>
    <dgm:pt modelId="{51B53102-B3BF-4567-9525-1426319F939C}" type="pres">
      <dgm:prSet presAssocID="{C96D9099-430D-4DFD-8F50-4582DEC2B7D3}" presName="text_1" presStyleLbl="node1" presStyleIdx="0" presStyleCnt="3">
        <dgm:presLayoutVars>
          <dgm:bulletEnabled val="1"/>
        </dgm:presLayoutVars>
      </dgm:prSet>
      <dgm:spPr/>
    </dgm:pt>
    <dgm:pt modelId="{AAA71634-9781-454C-9034-68D3235F056A}" type="pres">
      <dgm:prSet presAssocID="{C96D9099-430D-4DFD-8F50-4582DEC2B7D3}" presName="accent_1" presStyleCnt="0"/>
      <dgm:spPr/>
    </dgm:pt>
    <dgm:pt modelId="{BB410DFF-4C35-4314-A387-2B59392F9AE6}" type="pres">
      <dgm:prSet presAssocID="{C96D9099-430D-4DFD-8F50-4582DEC2B7D3}" presName="accentRepeatNode" presStyleLbl="solidFgAcc1" presStyleIdx="0" presStyleCnt="3"/>
      <dgm:spPr/>
    </dgm:pt>
    <dgm:pt modelId="{3851819D-A948-46E6-B98B-713E8651599A}" type="pres">
      <dgm:prSet presAssocID="{7CED3ABE-EE09-466B-965A-94B5986F1F78}" presName="text_2" presStyleLbl="node1" presStyleIdx="1" presStyleCnt="3">
        <dgm:presLayoutVars>
          <dgm:bulletEnabled val="1"/>
        </dgm:presLayoutVars>
      </dgm:prSet>
      <dgm:spPr/>
    </dgm:pt>
    <dgm:pt modelId="{8E21C63B-A178-4F31-AE3F-79D3981AEA77}" type="pres">
      <dgm:prSet presAssocID="{7CED3ABE-EE09-466B-965A-94B5986F1F78}" presName="accent_2" presStyleCnt="0"/>
      <dgm:spPr/>
    </dgm:pt>
    <dgm:pt modelId="{BE07F9F1-10B8-459B-B1B0-1017D1429ED8}" type="pres">
      <dgm:prSet presAssocID="{7CED3ABE-EE09-466B-965A-94B5986F1F78}" presName="accentRepeatNode" presStyleLbl="solidFgAcc1" presStyleIdx="1" presStyleCnt="3"/>
      <dgm:spPr/>
    </dgm:pt>
    <dgm:pt modelId="{C92A14FB-EAD8-4566-890B-C0DA7877C08B}" type="pres">
      <dgm:prSet presAssocID="{8D9BC842-21C0-4FBB-8B48-F0580FC2458A}" presName="text_3" presStyleLbl="node1" presStyleIdx="2" presStyleCnt="3">
        <dgm:presLayoutVars>
          <dgm:bulletEnabled val="1"/>
        </dgm:presLayoutVars>
      </dgm:prSet>
      <dgm:spPr/>
    </dgm:pt>
    <dgm:pt modelId="{D638BFD8-5F48-4EA2-B121-BC3525CC0FE3}" type="pres">
      <dgm:prSet presAssocID="{8D9BC842-21C0-4FBB-8B48-F0580FC2458A}" presName="accent_3" presStyleCnt="0"/>
      <dgm:spPr/>
    </dgm:pt>
    <dgm:pt modelId="{3E0DCCC9-E6AC-4019-B27A-611BC8EC0A31}" type="pres">
      <dgm:prSet presAssocID="{8D9BC842-21C0-4FBB-8B48-F0580FC2458A}" presName="accentRepeatNode" presStyleLbl="solidFgAcc1" presStyleIdx="2" presStyleCnt="3"/>
      <dgm:spPr/>
    </dgm:pt>
  </dgm:ptLst>
  <dgm:cxnLst>
    <dgm:cxn modelId="{12E8D621-E5F2-406E-A87C-F948BA6C62A7}" type="presOf" srcId="{C6F98BA1-624C-4EF0-80CA-7BF15E3E3CF8}" destId="{340BE149-0A78-4854-9464-C16DB9715DBE}" srcOrd="0" destOrd="0" presId="urn:microsoft.com/office/officeart/2008/layout/VerticalCurvedList"/>
    <dgm:cxn modelId="{07EC2F4E-6690-42BA-8DEE-B0C3E9A2C6D9}" type="presOf" srcId="{8D9BC842-21C0-4FBB-8B48-F0580FC2458A}" destId="{C92A14FB-EAD8-4566-890B-C0DA7877C08B}" srcOrd="0" destOrd="0" presId="urn:microsoft.com/office/officeart/2008/layout/VerticalCurvedList"/>
    <dgm:cxn modelId="{6DF98370-2A6C-49EF-8D32-FAA3C74B17FA}" srcId="{C6F98BA1-624C-4EF0-80CA-7BF15E3E3CF8}" destId="{8D9BC842-21C0-4FBB-8B48-F0580FC2458A}" srcOrd="2" destOrd="0" parTransId="{AC83D2A3-23D8-46EB-ADAE-E38E4030D6A2}" sibTransId="{16B81250-DB98-43D1-82C1-3C9B101AB5AE}"/>
    <dgm:cxn modelId="{43616175-0699-421B-8299-8D1F8B2467E9}" type="presOf" srcId="{C96D9099-430D-4DFD-8F50-4582DEC2B7D3}" destId="{51B53102-B3BF-4567-9525-1426319F939C}" srcOrd="0" destOrd="0" presId="urn:microsoft.com/office/officeart/2008/layout/VerticalCurvedList"/>
    <dgm:cxn modelId="{F822E77D-2C9A-4873-87AC-11D77EE90497}" srcId="{C6F98BA1-624C-4EF0-80CA-7BF15E3E3CF8}" destId="{7CED3ABE-EE09-466B-965A-94B5986F1F78}" srcOrd="1" destOrd="0" parTransId="{134BDD68-FE74-4FA0-940A-2855E38FE44F}" sibTransId="{B30DA693-3CFE-44EE-B0B9-1218952968C9}"/>
    <dgm:cxn modelId="{F393A5B2-9809-493E-B930-A7D043D79FE3}" type="presOf" srcId="{67A467AC-C8FA-466C-92F7-0BCCB3CC5F56}" destId="{44694467-2703-4838-BA5C-552A9602BEAD}" srcOrd="0" destOrd="0" presId="urn:microsoft.com/office/officeart/2008/layout/VerticalCurvedList"/>
    <dgm:cxn modelId="{84B4EEB9-97EF-4082-9459-6DF3647356F1}" srcId="{C6F98BA1-624C-4EF0-80CA-7BF15E3E3CF8}" destId="{C96D9099-430D-4DFD-8F50-4582DEC2B7D3}" srcOrd="0" destOrd="0" parTransId="{26812555-848D-4BA6-A385-2210888C67E1}" sibTransId="{67A467AC-C8FA-466C-92F7-0BCCB3CC5F56}"/>
    <dgm:cxn modelId="{B5CE66E0-E1D6-4558-A8F2-18BFE3AB6437}" type="presOf" srcId="{7CED3ABE-EE09-466B-965A-94B5986F1F78}" destId="{3851819D-A948-46E6-B98B-713E8651599A}" srcOrd="0" destOrd="0" presId="urn:microsoft.com/office/officeart/2008/layout/VerticalCurvedList"/>
    <dgm:cxn modelId="{8CA9619A-546A-4699-9D73-E58C9B83ABC0}" type="presParOf" srcId="{340BE149-0A78-4854-9464-C16DB9715DBE}" destId="{4B9AA58A-18A2-4AE0-9C46-0666C97A7EF8}" srcOrd="0" destOrd="0" presId="urn:microsoft.com/office/officeart/2008/layout/VerticalCurvedList"/>
    <dgm:cxn modelId="{50DA1CD3-49D6-4568-8346-AFED64D2FEB9}" type="presParOf" srcId="{4B9AA58A-18A2-4AE0-9C46-0666C97A7EF8}" destId="{FEBF61CA-AF92-486C-8795-3ED529B7DC3E}" srcOrd="0" destOrd="0" presId="urn:microsoft.com/office/officeart/2008/layout/VerticalCurvedList"/>
    <dgm:cxn modelId="{D3EC33A0-FABC-4427-A986-BAFAE0131650}" type="presParOf" srcId="{FEBF61CA-AF92-486C-8795-3ED529B7DC3E}" destId="{A1CE67F3-A18D-46BE-A35B-BD48D3B2AFCB}" srcOrd="0" destOrd="0" presId="urn:microsoft.com/office/officeart/2008/layout/VerticalCurvedList"/>
    <dgm:cxn modelId="{FD90761B-2896-4E50-80A8-55DF67313857}" type="presParOf" srcId="{FEBF61CA-AF92-486C-8795-3ED529B7DC3E}" destId="{44694467-2703-4838-BA5C-552A9602BEAD}" srcOrd="1" destOrd="0" presId="urn:microsoft.com/office/officeart/2008/layout/VerticalCurvedList"/>
    <dgm:cxn modelId="{A2297E3E-ABF7-4B6C-87E9-739B44D06C12}" type="presParOf" srcId="{FEBF61CA-AF92-486C-8795-3ED529B7DC3E}" destId="{42DF6FE8-04B1-4AD8-A86F-2E7DD23DBEB9}" srcOrd="2" destOrd="0" presId="urn:microsoft.com/office/officeart/2008/layout/VerticalCurvedList"/>
    <dgm:cxn modelId="{7712D3B7-653B-4440-BECF-4C2C3ABB806B}" type="presParOf" srcId="{FEBF61CA-AF92-486C-8795-3ED529B7DC3E}" destId="{79D935D0-5A90-41FD-8551-5072234CA2E1}" srcOrd="3" destOrd="0" presId="urn:microsoft.com/office/officeart/2008/layout/VerticalCurvedList"/>
    <dgm:cxn modelId="{261170C4-BB8B-4DB9-84CE-D34C8D031552}" type="presParOf" srcId="{4B9AA58A-18A2-4AE0-9C46-0666C97A7EF8}" destId="{51B53102-B3BF-4567-9525-1426319F939C}" srcOrd="1" destOrd="0" presId="urn:microsoft.com/office/officeart/2008/layout/VerticalCurvedList"/>
    <dgm:cxn modelId="{C8537B96-6B5E-470D-88BF-C48C2B751EBB}" type="presParOf" srcId="{4B9AA58A-18A2-4AE0-9C46-0666C97A7EF8}" destId="{AAA71634-9781-454C-9034-68D3235F056A}" srcOrd="2" destOrd="0" presId="urn:microsoft.com/office/officeart/2008/layout/VerticalCurvedList"/>
    <dgm:cxn modelId="{1C881F6A-02AB-4A3D-A54F-32D665E455E2}" type="presParOf" srcId="{AAA71634-9781-454C-9034-68D3235F056A}" destId="{BB410DFF-4C35-4314-A387-2B59392F9AE6}" srcOrd="0" destOrd="0" presId="urn:microsoft.com/office/officeart/2008/layout/VerticalCurvedList"/>
    <dgm:cxn modelId="{E6869F80-612E-41AB-8A47-7794FDBFE9DC}" type="presParOf" srcId="{4B9AA58A-18A2-4AE0-9C46-0666C97A7EF8}" destId="{3851819D-A948-46E6-B98B-713E8651599A}" srcOrd="3" destOrd="0" presId="urn:microsoft.com/office/officeart/2008/layout/VerticalCurvedList"/>
    <dgm:cxn modelId="{768487BA-9047-4751-8B9C-8B198A301689}" type="presParOf" srcId="{4B9AA58A-18A2-4AE0-9C46-0666C97A7EF8}" destId="{8E21C63B-A178-4F31-AE3F-79D3981AEA77}" srcOrd="4" destOrd="0" presId="urn:microsoft.com/office/officeart/2008/layout/VerticalCurvedList"/>
    <dgm:cxn modelId="{F558C1B9-7C84-475B-99E1-3F8505F953A2}" type="presParOf" srcId="{8E21C63B-A178-4F31-AE3F-79D3981AEA77}" destId="{BE07F9F1-10B8-459B-B1B0-1017D1429ED8}" srcOrd="0" destOrd="0" presId="urn:microsoft.com/office/officeart/2008/layout/VerticalCurvedList"/>
    <dgm:cxn modelId="{6C49E4AB-F5B4-445B-94FC-25DE77D6360B}" type="presParOf" srcId="{4B9AA58A-18A2-4AE0-9C46-0666C97A7EF8}" destId="{C92A14FB-EAD8-4566-890B-C0DA7877C08B}" srcOrd="5" destOrd="0" presId="urn:microsoft.com/office/officeart/2008/layout/VerticalCurvedList"/>
    <dgm:cxn modelId="{03648525-96CC-4F36-9EAC-46E05F60A61B}" type="presParOf" srcId="{4B9AA58A-18A2-4AE0-9C46-0666C97A7EF8}" destId="{D638BFD8-5F48-4EA2-B121-BC3525CC0FE3}" srcOrd="6" destOrd="0" presId="urn:microsoft.com/office/officeart/2008/layout/VerticalCurvedList"/>
    <dgm:cxn modelId="{E0E13E4C-3DA8-49FF-B585-6042723B5F74}" type="presParOf" srcId="{D638BFD8-5F48-4EA2-B121-BC3525CC0FE3}" destId="{3E0DCCC9-E6AC-4019-B27A-611BC8EC0A31}" srcOrd="0" destOrd="0" presId="urn:microsoft.com/office/officeart/2008/layout/VerticalCurvedList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050D57B-69E6-4E12-A0E1-7576B1BBDDE2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0E7067D-7E79-4BE4-AB81-D75C75C83501}">
      <dgm:prSet phldrT="[Text]" phldr="0" custT="1"/>
      <dgm:spPr>
        <a:solidFill>
          <a:schemeClr val="accent1">
            <a:lumMod val="50000"/>
          </a:schemeClr>
        </a:solidFill>
        <a:ln>
          <a:solidFill>
            <a:srgbClr val="0E1B2C"/>
          </a:solidFill>
        </a:ln>
      </dgm:spPr>
      <dgm:t>
        <a:bodyPr/>
        <a:lstStyle/>
        <a:p>
          <a:r>
            <a:rPr lang="en-US" sz="1800" noProof="0" dirty="0">
              <a:solidFill>
                <a:schemeClr val="bg1"/>
              </a:solidFill>
            </a:rPr>
            <a:t>Linear model</a:t>
          </a:r>
        </a:p>
      </dgm:t>
    </dgm:pt>
    <dgm:pt modelId="{BAC0BCF6-020A-46A4-ADB1-E0C67C6E079B}" type="parTrans" cxnId="{1408E5BE-22C7-4DC5-9378-C5E3B76C68A2}">
      <dgm:prSet/>
      <dgm:spPr/>
      <dgm:t>
        <a:bodyPr/>
        <a:lstStyle/>
        <a:p>
          <a:endParaRPr lang="en-US" sz="2400"/>
        </a:p>
      </dgm:t>
    </dgm:pt>
    <dgm:pt modelId="{0CA8FA3A-6552-42B8-B0C2-28C50482FA00}" type="sibTrans" cxnId="{1408E5BE-22C7-4DC5-9378-C5E3B76C68A2}">
      <dgm:prSet/>
      <dgm:spPr/>
      <dgm:t>
        <a:bodyPr/>
        <a:lstStyle/>
        <a:p>
          <a:endParaRPr lang="en-US" sz="2400"/>
        </a:p>
      </dgm:t>
    </dgm:pt>
    <dgm:pt modelId="{63B707AC-AFF1-4021-96BB-BF71327F8E45}">
      <dgm:prSet phldrT="[Text]" phldr="0" custT="1"/>
      <dgm:spPr>
        <a:solidFill>
          <a:schemeClr val="accent1">
            <a:lumMod val="50000"/>
          </a:schemeClr>
        </a:solidFill>
        <a:ln>
          <a:solidFill>
            <a:srgbClr val="0E1B2C"/>
          </a:solidFill>
        </a:ln>
      </dgm:spPr>
      <dgm:t>
        <a:bodyPr/>
        <a:lstStyle/>
        <a:p>
          <a:r>
            <a:rPr lang="en-US" sz="1800" noProof="0" dirty="0">
              <a:solidFill>
                <a:schemeClr val="bg1"/>
              </a:solidFill>
            </a:rPr>
            <a:t>Base NNUE</a:t>
          </a:r>
        </a:p>
      </dgm:t>
    </dgm:pt>
    <dgm:pt modelId="{0CBFAC0F-397F-4E64-A345-E5F0F7F210C9}" type="parTrans" cxnId="{D06E49B0-88E9-4FB3-9B02-62B30982FA7C}">
      <dgm:prSet/>
      <dgm:spPr/>
      <dgm:t>
        <a:bodyPr/>
        <a:lstStyle/>
        <a:p>
          <a:endParaRPr lang="en-US" sz="2400"/>
        </a:p>
      </dgm:t>
    </dgm:pt>
    <dgm:pt modelId="{CE9D0679-F08C-416F-8566-34162956421B}" type="sibTrans" cxnId="{D06E49B0-88E9-4FB3-9B02-62B30982FA7C}">
      <dgm:prSet/>
      <dgm:spPr/>
      <dgm:t>
        <a:bodyPr/>
        <a:lstStyle/>
        <a:p>
          <a:endParaRPr lang="en-US" sz="2400"/>
        </a:p>
      </dgm:t>
    </dgm:pt>
    <dgm:pt modelId="{4ADFECF3-3CD8-4240-B629-0F6131C0EACB}">
      <dgm:prSet phldrT="[Text]" custT="1"/>
      <dgm:spPr>
        <a:solidFill>
          <a:schemeClr val="accent1">
            <a:lumMod val="50000"/>
          </a:schemeClr>
        </a:solidFill>
        <a:ln>
          <a:solidFill>
            <a:srgbClr val="0E1B2C"/>
          </a:solidFill>
        </a:ln>
      </dgm:spPr>
      <dgm:t>
        <a:bodyPr/>
        <a:lstStyle/>
        <a:p>
          <a:r>
            <a:rPr lang="en-US" sz="1800" noProof="0" dirty="0">
              <a:solidFill>
                <a:schemeClr val="bg1"/>
              </a:solidFill>
            </a:rPr>
            <a:t>NNUE </a:t>
          </a:r>
          <a:r>
            <a:rPr lang="en-US" sz="1800" noProof="0" dirty="0" err="1">
              <a:solidFill>
                <a:schemeClr val="bg1"/>
              </a:solidFill>
            </a:rPr>
            <a:t>MoE</a:t>
          </a:r>
          <a:r>
            <a:rPr lang="en-US" sz="1800" noProof="0" dirty="0">
              <a:solidFill>
                <a:schemeClr val="bg1"/>
              </a:solidFill>
            </a:rPr>
            <a:t> – input-clustering</a:t>
          </a:r>
        </a:p>
      </dgm:t>
    </dgm:pt>
    <dgm:pt modelId="{7DB75869-CCC1-41BF-8CD8-3714A34E501C}" type="parTrans" cxnId="{D5320121-61C3-440D-9B43-504ADAB2DD7F}">
      <dgm:prSet/>
      <dgm:spPr/>
      <dgm:t>
        <a:bodyPr/>
        <a:lstStyle/>
        <a:p>
          <a:endParaRPr lang="en-US" sz="2400"/>
        </a:p>
      </dgm:t>
    </dgm:pt>
    <dgm:pt modelId="{8DD041C3-D5C3-4012-B5DF-DC9777ED2804}" type="sibTrans" cxnId="{D5320121-61C3-440D-9B43-504ADAB2DD7F}">
      <dgm:prSet/>
      <dgm:spPr/>
      <dgm:t>
        <a:bodyPr/>
        <a:lstStyle/>
        <a:p>
          <a:endParaRPr lang="en-US" sz="2400"/>
        </a:p>
      </dgm:t>
    </dgm:pt>
    <dgm:pt modelId="{3E5805E2-F735-42DD-B919-C60561CE795B}">
      <dgm:prSet phldrT="[Text]" custT="1"/>
      <dgm:spPr>
        <a:solidFill>
          <a:schemeClr val="accent1">
            <a:lumMod val="50000"/>
          </a:schemeClr>
        </a:solidFill>
        <a:ln>
          <a:solidFill>
            <a:srgbClr val="0E1B2C"/>
          </a:solidFill>
        </a:ln>
      </dgm:spPr>
      <dgm:t>
        <a:bodyPr/>
        <a:lstStyle/>
        <a:p>
          <a:r>
            <a:rPr lang="en-US" sz="1800" noProof="0" dirty="0">
              <a:solidFill>
                <a:schemeClr val="bg1"/>
              </a:solidFill>
            </a:rPr>
            <a:t>NNUE </a:t>
          </a:r>
          <a:r>
            <a:rPr lang="en-US" sz="1800" noProof="0" dirty="0" err="1">
              <a:solidFill>
                <a:schemeClr val="bg1"/>
              </a:solidFill>
            </a:rPr>
            <a:t>MoE</a:t>
          </a:r>
          <a:r>
            <a:rPr lang="en-US" sz="1800" noProof="0" dirty="0">
              <a:solidFill>
                <a:schemeClr val="bg1"/>
              </a:solidFill>
            </a:rPr>
            <a:t> – L1 clustering</a:t>
          </a:r>
        </a:p>
      </dgm:t>
    </dgm:pt>
    <dgm:pt modelId="{A095E9BE-44A1-49D6-B274-33E0C4321DC1}" type="parTrans" cxnId="{EA48702C-4590-47D1-B32E-10A2CF994040}">
      <dgm:prSet/>
      <dgm:spPr/>
      <dgm:t>
        <a:bodyPr/>
        <a:lstStyle/>
        <a:p>
          <a:endParaRPr lang="en-US" sz="2400"/>
        </a:p>
      </dgm:t>
    </dgm:pt>
    <dgm:pt modelId="{7FA6F055-0E41-45C1-8961-AA7EE09AF190}" type="sibTrans" cxnId="{EA48702C-4590-47D1-B32E-10A2CF994040}">
      <dgm:prSet/>
      <dgm:spPr/>
      <dgm:t>
        <a:bodyPr/>
        <a:lstStyle/>
        <a:p>
          <a:endParaRPr lang="en-US" sz="2400"/>
        </a:p>
      </dgm:t>
    </dgm:pt>
    <dgm:pt modelId="{9D41F34A-98F9-4904-ACAE-935B8B8FF86A}">
      <dgm:prSet phldrT="[Text]" custT="1"/>
      <dgm:spPr>
        <a:solidFill>
          <a:schemeClr val="accent1">
            <a:lumMod val="50000"/>
          </a:schemeClr>
        </a:solidFill>
        <a:ln>
          <a:solidFill>
            <a:srgbClr val="0E1B2C"/>
          </a:solidFill>
        </a:ln>
      </dgm:spPr>
      <dgm:t>
        <a:bodyPr/>
        <a:lstStyle/>
        <a:p>
          <a:r>
            <a:rPr lang="en-US" sz="1800" b="1" noProof="0" dirty="0">
              <a:solidFill>
                <a:schemeClr val="bg1"/>
              </a:solidFill>
            </a:rPr>
            <a:t>NNUE </a:t>
          </a:r>
          <a:r>
            <a:rPr lang="en-US" sz="1800" b="1" noProof="0" dirty="0" err="1">
              <a:solidFill>
                <a:schemeClr val="bg1"/>
              </a:solidFill>
            </a:rPr>
            <a:t>MoE</a:t>
          </a:r>
          <a:r>
            <a:rPr lang="en-US" sz="1800" b="1" noProof="0" dirty="0">
              <a:solidFill>
                <a:schemeClr val="bg1"/>
              </a:solidFill>
            </a:rPr>
            <a:t> – sample gradient clustering</a:t>
          </a:r>
        </a:p>
      </dgm:t>
    </dgm:pt>
    <dgm:pt modelId="{428110F6-0E22-4FEB-9CDA-DABDE28B60B9}" type="parTrans" cxnId="{9BC382E6-4FAB-41E1-A67A-F168E8D98266}">
      <dgm:prSet/>
      <dgm:spPr/>
      <dgm:t>
        <a:bodyPr/>
        <a:lstStyle/>
        <a:p>
          <a:endParaRPr lang="en-US" sz="2400"/>
        </a:p>
      </dgm:t>
    </dgm:pt>
    <dgm:pt modelId="{F7666557-B1BD-4C7D-AB68-C4EECD6A0C9D}" type="sibTrans" cxnId="{9BC382E6-4FAB-41E1-A67A-F168E8D98266}">
      <dgm:prSet/>
      <dgm:spPr/>
      <dgm:t>
        <a:bodyPr/>
        <a:lstStyle/>
        <a:p>
          <a:endParaRPr lang="en-US" sz="2400"/>
        </a:p>
      </dgm:t>
    </dgm:pt>
    <dgm:pt modelId="{43A1FEF3-D057-457B-BFB4-344D5909E836}">
      <dgm:prSet phldrT="[Text]" custT="1"/>
      <dgm:spPr>
        <a:solidFill>
          <a:schemeClr val="accent1">
            <a:lumMod val="50000"/>
          </a:schemeClr>
        </a:solidFill>
        <a:ln>
          <a:solidFill>
            <a:srgbClr val="0E1B2C"/>
          </a:solidFill>
        </a:ln>
      </dgm:spPr>
      <dgm:t>
        <a:bodyPr/>
        <a:lstStyle/>
        <a:p>
          <a:r>
            <a:rPr lang="en-US" sz="1800" b="1" noProof="0" dirty="0">
              <a:solidFill>
                <a:schemeClr val="bg1"/>
              </a:solidFill>
            </a:rPr>
            <a:t>KITSUNE</a:t>
          </a:r>
        </a:p>
      </dgm:t>
    </dgm:pt>
    <dgm:pt modelId="{D11D42F6-54F0-4E1A-BA4C-188B6FD06F06}" type="parTrans" cxnId="{9C177329-D707-4AFD-B03C-8746B3E01D26}">
      <dgm:prSet/>
      <dgm:spPr/>
      <dgm:t>
        <a:bodyPr/>
        <a:lstStyle/>
        <a:p>
          <a:endParaRPr lang="en-US" sz="2400"/>
        </a:p>
      </dgm:t>
    </dgm:pt>
    <dgm:pt modelId="{8C1711DF-D9EB-4F5D-9479-934EFFFF6989}" type="sibTrans" cxnId="{9C177329-D707-4AFD-B03C-8746B3E01D26}">
      <dgm:prSet/>
      <dgm:spPr/>
      <dgm:t>
        <a:bodyPr/>
        <a:lstStyle/>
        <a:p>
          <a:endParaRPr lang="en-US" sz="2400"/>
        </a:p>
      </dgm:t>
    </dgm:pt>
    <dgm:pt modelId="{9F308B7B-5E19-45AD-9040-52D2F22CE0DF}">
      <dgm:prSet phldrT="[Text]" custT="1"/>
      <dgm:spPr>
        <a:solidFill>
          <a:schemeClr val="accent1">
            <a:lumMod val="50000"/>
          </a:schemeClr>
        </a:solidFill>
        <a:ln>
          <a:solidFill>
            <a:srgbClr val="0E1B2C"/>
          </a:solidFill>
        </a:ln>
      </dgm:spPr>
      <dgm:t>
        <a:bodyPr/>
        <a:lstStyle/>
        <a:p>
          <a:r>
            <a:rPr lang="en-US" sz="1800" noProof="0" dirty="0">
              <a:solidFill>
                <a:schemeClr val="bg1"/>
              </a:solidFill>
            </a:rPr>
            <a:t>NNUE </a:t>
          </a:r>
          <a:r>
            <a:rPr lang="en-US" sz="1800" noProof="0" dirty="0" err="1">
              <a:solidFill>
                <a:schemeClr val="bg1"/>
              </a:solidFill>
            </a:rPr>
            <a:t>MoE</a:t>
          </a:r>
          <a:r>
            <a:rPr lang="en-US" sz="1800" noProof="0" dirty="0">
              <a:solidFill>
                <a:schemeClr val="bg1"/>
              </a:solidFill>
            </a:rPr>
            <a:t> – piece-count clustering</a:t>
          </a:r>
        </a:p>
      </dgm:t>
    </dgm:pt>
    <dgm:pt modelId="{3BE65896-51DB-45D9-861B-AFD20341420B}" type="parTrans" cxnId="{80CBFF4E-D477-4D17-BF60-ED279E6F0C2C}">
      <dgm:prSet/>
      <dgm:spPr/>
      <dgm:t>
        <a:bodyPr/>
        <a:lstStyle/>
        <a:p>
          <a:endParaRPr lang="en-US" sz="2400"/>
        </a:p>
      </dgm:t>
    </dgm:pt>
    <dgm:pt modelId="{765AB29D-B01E-4358-92B4-5F1D54C2AAEA}" type="sibTrans" cxnId="{80CBFF4E-D477-4D17-BF60-ED279E6F0C2C}">
      <dgm:prSet/>
      <dgm:spPr/>
      <dgm:t>
        <a:bodyPr/>
        <a:lstStyle/>
        <a:p>
          <a:endParaRPr lang="en-US" sz="2400"/>
        </a:p>
      </dgm:t>
    </dgm:pt>
    <dgm:pt modelId="{F13D55A1-BD5D-4E28-90B0-24D2D1FBC3F2}">
      <dgm:prSet phldrT="[Text]" phldr="0" custT="1"/>
      <dgm:spPr>
        <a:solidFill>
          <a:schemeClr val="accent1">
            <a:lumMod val="50000"/>
          </a:schemeClr>
        </a:solidFill>
        <a:ln>
          <a:solidFill>
            <a:srgbClr val="0E1B2C"/>
          </a:solidFill>
        </a:ln>
      </dgm:spPr>
      <dgm:t>
        <a:bodyPr/>
        <a:lstStyle/>
        <a:p>
          <a:r>
            <a:rPr lang="en-US" sz="1800" noProof="0" dirty="0">
              <a:solidFill>
                <a:schemeClr val="bg1"/>
              </a:solidFill>
            </a:rPr>
            <a:t>FFNN</a:t>
          </a:r>
        </a:p>
      </dgm:t>
    </dgm:pt>
    <dgm:pt modelId="{CA775694-29CC-491A-9305-EF877B389283}" type="parTrans" cxnId="{D15EA76E-008A-451A-8112-8C7ACAD0B83F}">
      <dgm:prSet/>
      <dgm:spPr/>
      <dgm:t>
        <a:bodyPr/>
        <a:lstStyle/>
        <a:p>
          <a:endParaRPr lang="en-US"/>
        </a:p>
      </dgm:t>
    </dgm:pt>
    <dgm:pt modelId="{4E49C81B-BF75-4B58-96B5-2A55DB563836}" type="sibTrans" cxnId="{D15EA76E-008A-451A-8112-8C7ACAD0B83F}">
      <dgm:prSet/>
      <dgm:spPr/>
      <dgm:t>
        <a:bodyPr/>
        <a:lstStyle/>
        <a:p>
          <a:endParaRPr lang="en-US"/>
        </a:p>
      </dgm:t>
    </dgm:pt>
    <dgm:pt modelId="{DCAA6D48-0C9E-4862-8E14-A9FB2DD6315C}" type="pres">
      <dgm:prSet presAssocID="{1050D57B-69E6-4E12-A0E1-7576B1BBDDE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D3B67AD-2EF6-4018-AB14-8EED120EB6EA}" type="pres">
      <dgm:prSet presAssocID="{30E7067D-7E79-4BE4-AB81-D75C75C83501}" presName="hierRoot1" presStyleCnt="0"/>
      <dgm:spPr/>
    </dgm:pt>
    <dgm:pt modelId="{F01A6033-C82B-43AE-9CCE-D99DB2418B18}" type="pres">
      <dgm:prSet presAssocID="{30E7067D-7E79-4BE4-AB81-D75C75C83501}" presName="composite" presStyleCnt="0"/>
      <dgm:spPr/>
    </dgm:pt>
    <dgm:pt modelId="{E6E784C3-5707-4D95-81E3-69802AF605BA}" type="pres">
      <dgm:prSet presAssocID="{30E7067D-7E79-4BE4-AB81-D75C75C83501}" presName="background" presStyleLbl="node0" presStyleIdx="0" presStyleCnt="1"/>
      <dgm:spPr>
        <a:solidFill>
          <a:srgbClr val="0E1B2C">
            <a:alpha val="9000"/>
          </a:srgbClr>
        </a:solidFill>
        <a:ln>
          <a:noFill/>
        </a:ln>
      </dgm:spPr>
    </dgm:pt>
    <dgm:pt modelId="{C51F5431-96AF-4C34-B39E-FBEE6F4D9392}" type="pres">
      <dgm:prSet presAssocID="{30E7067D-7E79-4BE4-AB81-D75C75C83501}" presName="text" presStyleLbl="fgAcc0" presStyleIdx="0" presStyleCnt="1" custScaleX="181439" custLinFactNeighborY="903">
        <dgm:presLayoutVars>
          <dgm:chPref val="3"/>
        </dgm:presLayoutVars>
      </dgm:prSet>
      <dgm:spPr/>
    </dgm:pt>
    <dgm:pt modelId="{0489322C-7EAA-41A8-B7D8-9F1E2F55E3A4}" type="pres">
      <dgm:prSet presAssocID="{30E7067D-7E79-4BE4-AB81-D75C75C83501}" presName="hierChild2" presStyleCnt="0"/>
      <dgm:spPr/>
    </dgm:pt>
    <dgm:pt modelId="{F4C82769-0AF7-44FA-86F2-E264A7AA01D1}" type="pres">
      <dgm:prSet presAssocID="{CA775694-29CC-491A-9305-EF877B389283}" presName="Name10" presStyleLbl="parChTrans1D2" presStyleIdx="0" presStyleCnt="2" custSzX="1446904"/>
      <dgm:spPr/>
    </dgm:pt>
    <dgm:pt modelId="{91594D18-8C5D-495B-9602-7E199174DC49}" type="pres">
      <dgm:prSet presAssocID="{F13D55A1-BD5D-4E28-90B0-24D2D1FBC3F2}" presName="hierRoot2" presStyleCnt="0"/>
      <dgm:spPr/>
    </dgm:pt>
    <dgm:pt modelId="{4ED536FB-7101-42C0-95E8-CB8EB101D3B8}" type="pres">
      <dgm:prSet presAssocID="{F13D55A1-BD5D-4E28-90B0-24D2D1FBC3F2}" presName="composite2" presStyleCnt="0"/>
      <dgm:spPr/>
    </dgm:pt>
    <dgm:pt modelId="{3284AD81-45C9-42A6-A07A-0AE561E2125E}" type="pres">
      <dgm:prSet presAssocID="{F13D55A1-BD5D-4E28-90B0-24D2D1FBC3F2}" presName="background2" presStyleLbl="node2" presStyleIdx="0" presStyleCnt="2"/>
      <dgm:spPr>
        <a:solidFill>
          <a:srgbClr val="0E1B2C">
            <a:alpha val="9000"/>
          </a:srgbClr>
        </a:solidFill>
        <a:ln>
          <a:noFill/>
        </a:ln>
      </dgm:spPr>
    </dgm:pt>
    <dgm:pt modelId="{BBA14444-CD0B-4022-8231-42C82CD8BBB5}" type="pres">
      <dgm:prSet presAssocID="{F13D55A1-BD5D-4E28-90B0-24D2D1FBC3F2}" presName="text2" presStyleLbl="fgAcc2" presStyleIdx="0" presStyleCnt="2" custScaleX="176636" custLinFactNeighborY="903">
        <dgm:presLayoutVars>
          <dgm:chPref val="3"/>
        </dgm:presLayoutVars>
      </dgm:prSet>
      <dgm:spPr/>
    </dgm:pt>
    <dgm:pt modelId="{9101027E-5C01-459C-8065-CCDA2F862488}" type="pres">
      <dgm:prSet presAssocID="{F13D55A1-BD5D-4E28-90B0-24D2D1FBC3F2}" presName="hierChild3" presStyleCnt="0"/>
      <dgm:spPr/>
    </dgm:pt>
    <dgm:pt modelId="{44D9C41F-67FE-4C06-BC79-531A4480C42A}" type="pres">
      <dgm:prSet presAssocID="{0CBFAC0F-397F-4E64-A345-E5F0F7F210C9}" presName="Name10" presStyleLbl="parChTrans1D2" presStyleIdx="1" presStyleCnt="2" custSzX="1412956"/>
      <dgm:spPr/>
    </dgm:pt>
    <dgm:pt modelId="{3DC88FAC-6939-4660-8C53-8325E4EC3712}" type="pres">
      <dgm:prSet presAssocID="{63B707AC-AFF1-4021-96BB-BF71327F8E45}" presName="hierRoot2" presStyleCnt="0"/>
      <dgm:spPr/>
    </dgm:pt>
    <dgm:pt modelId="{CBA17450-6B5F-419B-B025-ADA0037D9307}" type="pres">
      <dgm:prSet presAssocID="{63B707AC-AFF1-4021-96BB-BF71327F8E45}" presName="composite2" presStyleCnt="0"/>
      <dgm:spPr/>
    </dgm:pt>
    <dgm:pt modelId="{C864B6A1-3B1E-4EDC-B09E-3A41D8024851}" type="pres">
      <dgm:prSet presAssocID="{63B707AC-AFF1-4021-96BB-BF71327F8E45}" presName="background2" presStyleLbl="node2" presStyleIdx="1" presStyleCnt="2"/>
      <dgm:spPr>
        <a:solidFill>
          <a:srgbClr val="0E1B2C">
            <a:alpha val="9000"/>
          </a:srgbClr>
        </a:solidFill>
        <a:ln>
          <a:noFill/>
        </a:ln>
      </dgm:spPr>
    </dgm:pt>
    <dgm:pt modelId="{7E51865C-D224-497E-B1F7-706B91BC3094}" type="pres">
      <dgm:prSet presAssocID="{63B707AC-AFF1-4021-96BB-BF71327F8E45}" presName="text2" presStyleLbl="fgAcc2" presStyleIdx="1" presStyleCnt="2" custScaleX="181439" custLinFactNeighborY="903">
        <dgm:presLayoutVars>
          <dgm:chPref val="3"/>
        </dgm:presLayoutVars>
      </dgm:prSet>
      <dgm:spPr/>
    </dgm:pt>
    <dgm:pt modelId="{D4C1B10F-7B7B-4C1F-8DF8-6EE15FE4327B}" type="pres">
      <dgm:prSet presAssocID="{63B707AC-AFF1-4021-96BB-BF71327F8E45}" presName="hierChild3" presStyleCnt="0"/>
      <dgm:spPr/>
    </dgm:pt>
    <dgm:pt modelId="{7A43CF83-2A7E-480E-85A8-FF9E51B5F58E}" type="pres">
      <dgm:prSet presAssocID="{A095E9BE-44A1-49D6-B274-33E0C4321DC1}" presName="Name17" presStyleLbl="parChTrans1D3" presStyleIdx="0" presStyleCnt="4"/>
      <dgm:spPr/>
    </dgm:pt>
    <dgm:pt modelId="{CD96CA73-BEAE-497A-A1E9-6D5392196251}" type="pres">
      <dgm:prSet presAssocID="{3E5805E2-F735-42DD-B919-C60561CE795B}" presName="hierRoot3" presStyleCnt="0"/>
      <dgm:spPr/>
    </dgm:pt>
    <dgm:pt modelId="{828B04FC-1992-4CC7-8ADE-3D9A552667DD}" type="pres">
      <dgm:prSet presAssocID="{3E5805E2-F735-42DD-B919-C60561CE795B}" presName="composite3" presStyleCnt="0"/>
      <dgm:spPr/>
    </dgm:pt>
    <dgm:pt modelId="{F7C63C39-3523-41EA-8897-22E8DB05B454}" type="pres">
      <dgm:prSet presAssocID="{3E5805E2-F735-42DD-B919-C60561CE795B}" presName="background3" presStyleLbl="node3" presStyleIdx="0" presStyleCnt="4"/>
      <dgm:spPr>
        <a:solidFill>
          <a:srgbClr val="DFDBD5"/>
        </a:solidFill>
        <a:ln>
          <a:noFill/>
        </a:ln>
      </dgm:spPr>
    </dgm:pt>
    <dgm:pt modelId="{32D4381C-5A0B-4F67-A3EA-70B98BA43D19}" type="pres">
      <dgm:prSet presAssocID="{3E5805E2-F735-42DD-B919-C60561CE795B}" presName="text3" presStyleLbl="fgAcc3" presStyleIdx="0" presStyleCnt="4" custScaleX="158531">
        <dgm:presLayoutVars>
          <dgm:chPref val="3"/>
        </dgm:presLayoutVars>
      </dgm:prSet>
      <dgm:spPr/>
    </dgm:pt>
    <dgm:pt modelId="{F5D9E1AD-F2D3-439D-9D08-172359C73174}" type="pres">
      <dgm:prSet presAssocID="{3E5805E2-F735-42DD-B919-C60561CE795B}" presName="hierChild4" presStyleCnt="0"/>
      <dgm:spPr/>
    </dgm:pt>
    <dgm:pt modelId="{2E5371B1-A5A4-4543-8A4B-ECB0DC1B07E3}" type="pres">
      <dgm:prSet presAssocID="{D11D42F6-54F0-4E1A-BA4C-188B6FD06F06}" presName="Name23" presStyleLbl="parChTrans1D4" presStyleIdx="0" presStyleCnt="1" custSzX="120431"/>
      <dgm:spPr/>
    </dgm:pt>
    <dgm:pt modelId="{149424C0-D3D9-4992-B485-2FF1260B48C6}" type="pres">
      <dgm:prSet presAssocID="{43A1FEF3-D057-457B-BFB4-344D5909E836}" presName="hierRoot4" presStyleCnt="0"/>
      <dgm:spPr/>
    </dgm:pt>
    <dgm:pt modelId="{16F33F17-996D-4152-8C7E-C69DDF112AB7}" type="pres">
      <dgm:prSet presAssocID="{43A1FEF3-D057-457B-BFB4-344D5909E836}" presName="composite4" presStyleCnt="0"/>
      <dgm:spPr/>
    </dgm:pt>
    <dgm:pt modelId="{78E42B3D-3BA4-46A7-B27D-C8E75E0C6D67}" type="pres">
      <dgm:prSet presAssocID="{43A1FEF3-D057-457B-BFB4-344D5909E836}" presName="background4" presStyleLbl="node4" presStyleIdx="0" presStyleCnt="1"/>
      <dgm:spPr>
        <a:solidFill>
          <a:srgbClr val="0E1B2C">
            <a:alpha val="9000"/>
          </a:srgbClr>
        </a:solidFill>
        <a:ln>
          <a:noFill/>
        </a:ln>
      </dgm:spPr>
    </dgm:pt>
    <dgm:pt modelId="{E9354974-5E74-4C24-95A2-B3A729DF768B}" type="pres">
      <dgm:prSet presAssocID="{43A1FEF3-D057-457B-BFB4-344D5909E836}" presName="text4" presStyleLbl="fgAcc4" presStyleIdx="0" presStyleCnt="1" custScaleX="181439" custLinFactNeighborY="-1550">
        <dgm:presLayoutVars>
          <dgm:chPref val="3"/>
        </dgm:presLayoutVars>
      </dgm:prSet>
      <dgm:spPr/>
    </dgm:pt>
    <dgm:pt modelId="{A05A6133-0E57-4B48-8BC8-EBB0CF27835E}" type="pres">
      <dgm:prSet presAssocID="{43A1FEF3-D057-457B-BFB4-344D5909E836}" presName="hierChild5" presStyleCnt="0"/>
      <dgm:spPr/>
    </dgm:pt>
    <dgm:pt modelId="{9B846F12-3511-460D-9F6D-6AFDCCC94AD1}" type="pres">
      <dgm:prSet presAssocID="{428110F6-0E22-4FEB-9CDA-DABDE28B60B9}" presName="Name17" presStyleLbl="parChTrans1D3" presStyleIdx="1" presStyleCnt="4"/>
      <dgm:spPr/>
    </dgm:pt>
    <dgm:pt modelId="{18DD3083-30B5-4005-821C-BF2134B649AB}" type="pres">
      <dgm:prSet presAssocID="{9D41F34A-98F9-4904-ACAE-935B8B8FF86A}" presName="hierRoot3" presStyleCnt="0"/>
      <dgm:spPr/>
    </dgm:pt>
    <dgm:pt modelId="{EE4204BE-02F4-46FF-85A1-B5D861C0DE49}" type="pres">
      <dgm:prSet presAssocID="{9D41F34A-98F9-4904-ACAE-935B8B8FF86A}" presName="composite3" presStyleCnt="0"/>
      <dgm:spPr/>
    </dgm:pt>
    <dgm:pt modelId="{E9665B0E-FD45-4078-BC6F-16056E3CC932}" type="pres">
      <dgm:prSet presAssocID="{9D41F34A-98F9-4904-ACAE-935B8B8FF86A}" presName="background3" presStyleLbl="node3" presStyleIdx="1" presStyleCnt="4"/>
      <dgm:spPr>
        <a:solidFill>
          <a:srgbClr val="DFDBD5"/>
        </a:solidFill>
        <a:ln>
          <a:noFill/>
        </a:ln>
      </dgm:spPr>
    </dgm:pt>
    <dgm:pt modelId="{46B5F4B8-3DD7-4492-A69C-EBDF50946CE4}" type="pres">
      <dgm:prSet presAssocID="{9D41F34A-98F9-4904-ACAE-935B8B8FF86A}" presName="text3" presStyleLbl="fgAcc3" presStyleIdx="1" presStyleCnt="4" custScaleX="158531">
        <dgm:presLayoutVars>
          <dgm:chPref val="3"/>
        </dgm:presLayoutVars>
      </dgm:prSet>
      <dgm:spPr/>
    </dgm:pt>
    <dgm:pt modelId="{39149A97-13F1-49B1-9C23-5F6666706528}" type="pres">
      <dgm:prSet presAssocID="{9D41F34A-98F9-4904-ACAE-935B8B8FF86A}" presName="hierChild4" presStyleCnt="0"/>
      <dgm:spPr/>
    </dgm:pt>
    <dgm:pt modelId="{AD99DFDD-E7AF-4357-9BF5-162251A08343}" type="pres">
      <dgm:prSet presAssocID="{3BE65896-51DB-45D9-861B-AFD20341420B}" presName="Name17" presStyleLbl="parChTrans1D3" presStyleIdx="2" presStyleCnt="4"/>
      <dgm:spPr/>
    </dgm:pt>
    <dgm:pt modelId="{56A2545E-517B-41D6-A9A5-644C502BB6C7}" type="pres">
      <dgm:prSet presAssocID="{9F308B7B-5E19-45AD-9040-52D2F22CE0DF}" presName="hierRoot3" presStyleCnt="0"/>
      <dgm:spPr/>
    </dgm:pt>
    <dgm:pt modelId="{7FB76C93-0330-4F7B-98F0-562E7E6604BB}" type="pres">
      <dgm:prSet presAssocID="{9F308B7B-5E19-45AD-9040-52D2F22CE0DF}" presName="composite3" presStyleCnt="0"/>
      <dgm:spPr/>
    </dgm:pt>
    <dgm:pt modelId="{6BCD92BE-C918-4AAF-9E16-71966D8D1FF0}" type="pres">
      <dgm:prSet presAssocID="{9F308B7B-5E19-45AD-9040-52D2F22CE0DF}" presName="background3" presStyleLbl="node3" presStyleIdx="2" presStyleCnt="4"/>
      <dgm:spPr>
        <a:solidFill>
          <a:srgbClr val="DFDBD5"/>
        </a:solidFill>
        <a:ln>
          <a:noFill/>
        </a:ln>
      </dgm:spPr>
    </dgm:pt>
    <dgm:pt modelId="{8C4686AF-361C-4AAC-9ECE-DEEA8244C0FE}" type="pres">
      <dgm:prSet presAssocID="{9F308B7B-5E19-45AD-9040-52D2F22CE0DF}" presName="text3" presStyleLbl="fgAcc3" presStyleIdx="2" presStyleCnt="4" custScaleX="158531">
        <dgm:presLayoutVars>
          <dgm:chPref val="3"/>
        </dgm:presLayoutVars>
      </dgm:prSet>
      <dgm:spPr/>
    </dgm:pt>
    <dgm:pt modelId="{779A72AF-422D-4146-81C0-06C74ED6D232}" type="pres">
      <dgm:prSet presAssocID="{9F308B7B-5E19-45AD-9040-52D2F22CE0DF}" presName="hierChild4" presStyleCnt="0"/>
      <dgm:spPr/>
    </dgm:pt>
    <dgm:pt modelId="{12AED1AE-D936-4152-841E-7D5B5AC3AE8F}" type="pres">
      <dgm:prSet presAssocID="{7DB75869-CCC1-41BF-8CD8-3714A34E501C}" presName="Name17" presStyleLbl="parChTrans1D3" presStyleIdx="3" presStyleCnt="4" custSzX="120431"/>
      <dgm:spPr/>
    </dgm:pt>
    <dgm:pt modelId="{6D6719EB-FEE1-4A47-8336-7FC6D6337453}" type="pres">
      <dgm:prSet presAssocID="{4ADFECF3-3CD8-4240-B629-0F6131C0EACB}" presName="hierRoot3" presStyleCnt="0"/>
      <dgm:spPr/>
    </dgm:pt>
    <dgm:pt modelId="{57097CAE-7289-497D-ABBF-645B0A9E53B3}" type="pres">
      <dgm:prSet presAssocID="{4ADFECF3-3CD8-4240-B629-0F6131C0EACB}" presName="composite3" presStyleCnt="0"/>
      <dgm:spPr/>
    </dgm:pt>
    <dgm:pt modelId="{02ADEBF8-B56F-49D9-9826-6FB0F525A038}" type="pres">
      <dgm:prSet presAssocID="{4ADFECF3-3CD8-4240-B629-0F6131C0EACB}" presName="background3" presStyleLbl="node3" presStyleIdx="3" presStyleCnt="4"/>
      <dgm:spPr>
        <a:solidFill>
          <a:srgbClr val="0E1B2C">
            <a:alpha val="9000"/>
          </a:srgbClr>
        </a:solidFill>
        <a:ln>
          <a:noFill/>
        </a:ln>
      </dgm:spPr>
    </dgm:pt>
    <dgm:pt modelId="{B25E925F-F4A3-46C3-BCFA-84B6E2542749}" type="pres">
      <dgm:prSet presAssocID="{4ADFECF3-3CD8-4240-B629-0F6131C0EACB}" presName="text3" presStyleLbl="fgAcc3" presStyleIdx="3" presStyleCnt="4" custScaleX="167995" custLinFactNeighborY="903">
        <dgm:presLayoutVars>
          <dgm:chPref val="3"/>
        </dgm:presLayoutVars>
      </dgm:prSet>
      <dgm:spPr/>
    </dgm:pt>
    <dgm:pt modelId="{61CD13CA-37A4-466E-962B-4B999BF0C61C}" type="pres">
      <dgm:prSet presAssocID="{4ADFECF3-3CD8-4240-B629-0F6131C0EACB}" presName="hierChild4" presStyleCnt="0"/>
      <dgm:spPr/>
    </dgm:pt>
  </dgm:ptLst>
  <dgm:cxnLst>
    <dgm:cxn modelId="{7C5AC50D-77D1-44DD-91CA-6A407F90FC68}" type="presOf" srcId="{F13D55A1-BD5D-4E28-90B0-24D2D1FBC3F2}" destId="{BBA14444-CD0B-4022-8231-42C82CD8BBB5}" srcOrd="0" destOrd="0" presId="urn:microsoft.com/office/officeart/2005/8/layout/hierarchy1"/>
    <dgm:cxn modelId="{4DB64B13-8016-4B07-8EE9-35AB3A277486}" type="presOf" srcId="{9D41F34A-98F9-4904-ACAE-935B8B8FF86A}" destId="{46B5F4B8-3DD7-4492-A69C-EBDF50946CE4}" srcOrd="0" destOrd="0" presId="urn:microsoft.com/office/officeart/2005/8/layout/hierarchy1"/>
    <dgm:cxn modelId="{D5320121-61C3-440D-9B43-504ADAB2DD7F}" srcId="{63B707AC-AFF1-4021-96BB-BF71327F8E45}" destId="{4ADFECF3-3CD8-4240-B629-0F6131C0EACB}" srcOrd="3" destOrd="0" parTransId="{7DB75869-CCC1-41BF-8CD8-3714A34E501C}" sibTransId="{8DD041C3-D5C3-4012-B5DF-DC9777ED2804}"/>
    <dgm:cxn modelId="{9C177329-D707-4AFD-B03C-8746B3E01D26}" srcId="{3E5805E2-F735-42DD-B919-C60561CE795B}" destId="{43A1FEF3-D057-457B-BFB4-344D5909E836}" srcOrd="0" destOrd="0" parTransId="{D11D42F6-54F0-4E1A-BA4C-188B6FD06F06}" sibTransId="{8C1711DF-D9EB-4F5D-9479-934EFFFF6989}"/>
    <dgm:cxn modelId="{EA48702C-4590-47D1-B32E-10A2CF994040}" srcId="{63B707AC-AFF1-4021-96BB-BF71327F8E45}" destId="{3E5805E2-F735-42DD-B919-C60561CE795B}" srcOrd="0" destOrd="0" parTransId="{A095E9BE-44A1-49D6-B274-33E0C4321DC1}" sibTransId="{7FA6F055-0E41-45C1-8961-AA7EE09AF190}"/>
    <dgm:cxn modelId="{26D1E73C-ABF6-45C2-8689-3D6409AD006C}" type="presOf" srcId="{3BE65896-51DB-45D9-861B-AFD20341420B}" destId="{AD99DFDD-E7AF-4357-9BF5-162251A08343}" srcOrd="0" destOrd="0" presId="urn:microsoft.com/office/officeart/2005/8/layout/hierarchy1"/>
    <dgm:cxn modelId="{9669A763-1F78-4B62-8121-82D06248B920}" type="presOf" srcId="{0CBFAC0F-397F-4E64-A345-E5F0F7F210C9}" destId="{44D9C41F-67FE-4C06-BC79-531A4480C42A}" srcOrd="0" destOrd="0" presId="urn:microsoft.com/office/officeart/2005/8/layout/hierarchy1"/>
    <dgm:cxn modelId="{DF896567-E5BF-407E-904A-EB87EE6E8319}" type="presOf" srcId="{3E5805E2-F735-42DD-B919-C60561CE795B}" destId="{32D4381C-5A0B-4F67-A3EA-70B98BA43D19}" srcOrd="0" destOrd="0" presId="urn:microsoft.com/office/officeart/2005/8/layout/hierarchy1"/>
    <dgm:cxn modelId="{D15EA76E-008A-451A-8112-8C7ACAD0B83F}" srcId="{30E7067D-7E79-4BE4-AB81-D75C75C83501}" destId="{F13D55A1-BD5D-4E28-90B0-24D2D1FBC3F2}" srcOrd="0" destOrd="0" parTransId="{CA775694-29CC-491A-9305-EF877B389283}" sibTransId="{4E49C81B-BF75-4B58-96B5-2A55DB563836}"/>
    <dgm:cxn modelId="{80CBFF4E-D477-4D17-BF60-ED279E6F0C2C}" srcId="{63B707AC-AFF1-4021-96BB-BF71327F8E45}" destId="{9F308B7B-5E19-45AD-9040-52D2F22CE0DF}" srcOrd="2" destOrd="0" parTransId="{3BE65896-51DB-45D9-861B-AFD20341420B}" sibTransId="{765AB29D-B01E-4358-92B4-5F1D54C2AAEA}"/>
    <dgm:cxn modelId="{67BAA857-BCB9-41C5-99E6-698E5F7AF528}" type="presOf" srcId="{30E7067D-7E79-4BE4-AB81-D75C75C83501}" destId="{C51F5431-96AF-4C34-B39E-FBEE6F4D9392}" srcOrd="0" destOrd="0" presId="urn:microsoft.com/office/officeart/2005/8/layout/hierarchy1"/>
    <dgm:cxn modelId="{BBB75B59-1EC1-4806-8775-6B760995DF0C}" type="presOf" srcId="{43A1FEF3-D057-457B-BFB4-344D5909E836}" destId="{E9354974-5E74-4C24-95A2-B3A729DF768B}" srcOrd="0" destOrd="0" presId="urn:microsoft.com/office/officeart/2005/8/layout/hierarchy1"/>
    <dgm:cxn modelId="{39529182-6A47-48D4-839F-B718081013C9}" type="presOf" srcId="{7DB75869-CCC1-41BF-8CD8-3714A34E501C}" destId="{12AED1AE-D936-4152-841E-7D5B5AC3AE8F}" srcOrd="0" destOrd="0" presId="urn:microsoft.com/office/officeart/2005/8/layout/hierarchy1"/>
    <dgm:cxn modelId="{CD96E294-8512-40FF-A46C-ECD2952F28E8}" type="presOf" srcId="{D11D42F6-54F0-4E1A-BA4C-188B6FD06F06}" destId="{2E5371B1-A5A4-4543-8A4B-ECB0DC1B07E3}" srcOrd="0" destOrd="0" presId="urn:microsoft.com/office/officeart/2005/8/layout/hierarchy1"/>
    <dgm:cxn modelId="{E28351A5-1338-45E2-BBA2-B7578FEFCC6A}" type="presOf" srcId="{63B707AC-AFF1-4021-96BB-BF71327F8E45}" destId="{7E51865C-D224-497E-B1F7-706B91BC3094}" srcOrd="0" destOrd="0" presId="urn:microsoft.com/office/officeart/2005/8/layout/hierarchy1"/>
    <dgm:cxn modelId="{F3CB07A9-6901-4FF1-AAFA-61EFA168B486}" type="presOf" srcId="{428110F6-0E22-4FEB-9CDA-DABDE28B60B9}" destId="{9B846F12-3511-460D-9F6D-6AFDCCC94AD1}" srcOrd="0" destOrd="0" presId="urn:microsoft.com/office/officeart/2005/8/layout/hierarchy1"/>
    <dgm:cxn modelId="{D06E49B0-88E9-4FB3-9B02-62B30982FA7C}" srcId="{30E7067D-7E79-4BE4-AB81-D75C75C83501}" destId="{63B707AC-AFF1-4021-96BB-BF71327F8E45}" srcOrd="1" destOrd="0" parTransId="{0CBFAC0F-397F-4E64-A345-E5F0F7F210C9}" sibTransId="{CE9D0679-F08C-416F-8566-34162956421B}"/>
    <dgm:cxn modelId="{730739B6-DBB8-4D2E-9DAD-5147CE48AE16}" type="presOf" srcId="{1050D57B-69E6-4E12-A0E1-7576B1BBDDE2}" destId="{DCAA6D48-0C9E-4862-8E14-A9FB2DD6315C}" srcOrd="0" destOrd="0" presId="urn:microsoft.com/office/officeart/2005/8/layout/hierarchy1"/>
    <dgm:cxn modelId="{C2A82FB9-E9A8-4DE0-9E90-36521C843CAC}" type="presOf" srcId="{CA775694-29CC-491A-9305-EF877B389283}" destId="{F4C82769-0AF7-44FA-86F2-E264A7AA01D1}" srcOrd="0" destOrd="0" presId="urn:microsoft.com/office/officeart/2005/8/layout/hierarchy1"/>
    <dgm:cxn modelId="{1408E5BE-22C7-4DC5-9378-C5E3B76C68A2}" srcId="{1050D57B-69E6-4E12-A0E1-7576B1BBDDE2}" destId="{30E7067D-7E79-4BE4-AB81-D75C75C83501}" srcOrd="0" destOrd="0" parTransId="{BAC0BCF6-020A-46A4-ADB1-E0C67C6E079B}" sibTransId="{0CA8FA3A-6552-42B8-B0C2-28C50482FA00}"/>
    <dgm:cxn modelId="{D73232C6-6CD7-4B0B-9054-F97FF3D0D291}" type="presOf" srcId="{4ADFECF3-3CD8-4240-B629-0F6131C0EACB}" destId="{B25E925F-F4A3-46C3-BCFA-84B6E2542749}" srcOrd="0" destOrd="0" presId="urn:microsoft.com/office/officeart/2005/8/layout/hierarchy1"/>
    <dgm:cxn modelId="{85E753E4-647A-4A55-BB40-AC97DAA495F1}" type="presOf" srcId="{A095E9BE-44A1-49D6-B274-33E0C4321DC1}" destId="{7A43CF83-2A7E-480E-85A8-FF9E51B5F58E}" srcOrd="0" destOrd="0" presId="urn:microsoft.com/office/officeart/2005/8/layout/hierarchy1"/>
    <dgm:cxn modelId="{9BC382E6-4FAB-41E1-A67A-F168E8D98266}" srcId="{63B707AC-AFF1-4021-96BB-BF71327F8E45}" destId="{9D41F34A-98F9-4904-ACAE-935B8B8FF86A}" srcOrd="1" destOrd="0" parTransId="{428110F6-0E22-4FEB-9CDA-DABDE28B60B9}" sibTransId="{F7666557-B1BD-4C7D-AB68-C4EECD6A0C9D}"/>
    <dgm:cxn modelId="{5B3CD7FC-9AB0-42F3-82FA-2F9B107E180F}" type="presOf" srcId="{9F308B7B-5E19-45AD-9040-52D2F22CE0DF}" destId="{8C4686AF-361C-4AAC-9ECE-DEEA8244C0FE}" srcOrd="0" destOrd="0" presId="urn:microsoft.com/office/officeart/2005/8/layout/hierarchy1"/>
    <dgm:cxn modelId="{04F5C152-8BC9-49AA-B74C-EFA21F8EE19E}" type="presParOf" srcId="{DCAA6D48-0C9E-4862-8E14-A9FB2DD6315C}" destId="{AD3B67AD-2EF6-4018-AB14-8EED120EB6EA}" srcOrd="0" destOrd="0" presId="urn:microsoft.com/office/officeart/2005/8/layout/hierarchy1"/>
    <dgm:cxn modelId="{7C31949C-0DF9-4E65-9E3C-1F2F9B99FFAB}" type="presParOf" srcId="{AD3B67AD-2EF6-4018-AB14-8EED120EB6EA}" destId="{F01A6033-C82B-43AE-9CCE-D99DB2418B18}" srcOrd="0" destOrd="0" presId="urn:microsoft.com/office/officeart/2005/8/layout/hierarchy1"/>
    <dgm:cxn modelId="{F24DBBAD-5B0B-4891-A4A5-7452B3D9FD7D}" type="presParOf" srcId="{F01A6033-C82B-43AE-9CCE-D99DB2418B18}" destId="{E6E784C3-5707-4D95-81E3-69802AF605BA}" srcOrd="0" destOrd="0" presId="urn:microsoft.com/office/officeart/2005/8/layout/hierarchy1"/>
    <dgm:cxn modelId="{8104B520-6932-4469-B644-5094DD87EBD2}" type="presParOf" srcId="{F01A6033-C82B-43AE-9CCE-D99DB2418B18}" destId="{C51F5431-96AF-4C34-B39E-FBEE6F4D9392}" srcOrd="1" destOrd="0" presId="urn:microsoft.com/office/officeart/2005/8/layout/hierarchy1"/>
    <dgm:cxn modelId="{96BC8370-0119-478D-8565-ACD12EA4E348}" type="presParOf" srcId="{AD3B67AD-2EF6-4018-AB14-8EED120EB6EA}" destId="{0489322C-7EAA-41A8-B7D8-9F1E2F55E3A4}" srcOrd="1" destOrd="0" presId="urn:microsoft.com/office/officeart/2005/8/layout/hierarchy1"/>
    <dgm:cxn modelId="{8A350DCB-CE2E-411A-AD4A-D95967332709}" type="presParOf" srcId="{0489322C-7EAA-41A8-B7D8-9F1E2F55E3A4}" destId="{F4C82769-0AF7-44FA-86F2-E264A7AA01D1}" srcOrd="0" destOrd="0" presId="urn:microsoft.com/office/officeart/2005/8/layout/hierarchy1"/>
    <dgm:cxn modelId="{3FEE3562-9D1E-485E-8BE0-22A5A7BD8293}" type="presParOf" srcId="{0489322C-7EAA-41A8-B7D8-9F1E2F55E3A4}" destId="{91594D18-8C5D-495B-9602-7E199174DC49}" srcOrd="1" destOrd="0" presId="urn:microsoft.com/office/officeart/2005/8/layout/hierarchy1"/>
    <dgm:cxn modelId="{BB307D4D-EA75-4EC0-9191-B59E55F8A5C9}" type="presParOf" srcId="{91594D18-8C5D-495B-9602-7E199174DC49}" destId="{4ED536FB-7101-42C0-95E8-CB8EB101D3B8}" srcOrd="0" destOrd="0" presId="urn:microsoft.com/office/officeart/2005/8/layout/hierarchy1"/>
    <dgm:cxn modelId="{7EA14223-8017-4810-82D9-A14285851F5F}" type="presParOf" srcId="{4ED536FB-7101-42C0-95E8-CB8EB101D3B8}" destId="{3284AD81-45C9-42A6-A07A-0AE561E2125E}" srcOrd="0" destOrd="0" presId="urn:microsoft.com/office/officeart/2005/8/layout/hierarchy1"/>
    <dgm:cxn modelId="{5628BA60-0B4A-49DF-A0A4-4BA2F4E81BF3}" type="presParOf" srcId="{4ED536FB-7101-42C0-95E8-CB8EB101D3B8}" destId="{BBA14444-CD0B-4022-8231-42C82CD8BBB5}" srcOrd="1" destOrd="0" presId="urn:microsoft.com/office/officeart/2005/8/layout/hierarchy1"/>
    <dgm:cxn modelId="{97E8DD41-05A3-4416-8F45-72AAE64A24AD}" type="presParOf" srcId="{91594D18-8C5D-495B-9602-7E199174DC49}" destId="{9101027E-5C01-459C-8065-CCDA2F862488}" srcOrd="1" destOrd="0" presId="urn:microsoft.com/office/officeart/2005/8/layout/hierarchy1"/>
    <dgm:cxn modelId="{B6FF9D90-175D-43A2-9A7D-0BAE57B17D5E}" type="presParOf" srcId="{0489322C-7EAA-41A8-B7D8-9F1E2F55E3A4}" destId="{44D9C41F-67FE-4C06-BC79-531A4480C42A}" srcOrd="2" destOrd="0" presId="urn:microsoft.com/office/officeart/2005/8/layout/hierarchy1"/>
    <dgm:cxn modelId="{AE55414D-CD6D-4088-92CC-612F37F62C54}" type="presParOf" srcId="{0489322C-7EAA-41A8-B7D8-9F1E2F55E3A4}" destId="{3DC88FAC-6939-4660-8C53-8325E4EC3712}" srcOrd="3" destOrd="0" presId="urn:microsoft.com/office/officeart/2005/8/layout/hierarchy1"/>
    <dgm:cxn modelId="{E08F6502-A9AD-4EB9-83B9-1CED83318531}" type="presParOf" srcId="{3DC88FAC-6939-4660-8C53-8325E4EC3712}" destId="{CBA17450-6B5F-419B-B025-ADA0037D9307}" srcOrd="0" destOrd="0" presId="urn:microsoft.com/office/officeart/2005/8/layout/hierarchy1"/>
    <dgm:cxn modelId="{1971D270-063D-4FEF-9818-77CC01D37CB3}" type="presParOf" srcId="{CBA17450-6B5F-419B-B025-ADA0037D9307}" destId="{C864B6A1-3B1E-4EDC-B09E-3A41D8024851}" srcOrd="0" destOrd="0" presId="urn:microsoft.com/office/officeart/2005/8/layout/hierarchy1"/>
    <dgm:cxn modelId="{3392C6DE-1AD1-48FC-85BC-7DDAEF86594B}" type="presParOf" srcId="{CBA17450-6B5F-419B-B025-ADA0037D9307}" destId="{7E51865C-D224-497E-B1F7-706B91BC3094}" srcOrd="1" destOrd="0" presId="urn:microsoft.com/office/officeart/2005/8/layout/hierarchy1"/>
    <dgm:cxn modelId="{AA024DBC-8503-402D-933E-EB6A409B41A5}" type="presParOf" srcId="{3DC88FAC-6939-4660-8C53-8325E4EC3712}" destId="{D4C1B10F-7B7B-4C1F-8DF8-6EE15FE4327B}" srcOrd="1" destOrd="0" presId="urn:microsoft.com/office/officeart/2005/8/layout/hierarchy1"/>
    <dgm:cxn modelId="{E52F6969-E519-488F-A092-67D8774EA3BD}" type="presParOf" srcId="{D4C1B10F-7B7B-4C1F-8DF8-6EE15FE4327B}" destId="{7A43CF83-2A7E-480E-85A8-FF9E51B5F58E}" srcOrd="0" destOrd="0" presId="urn:microsoft.com/office/officeart/2005/8/layout/hierarchy1"/>
    <dgm:cxn modelId="{14C49823-7E89-4268-8FEB-EB9C49A3CD38}" type="presParOf" srcId="{D4C1B10F-7B7B-4C1F-8DF8-6EE15FE4327B}" destId="{CD96CA73-BEAE-497A-A1E9-6D5392196251}" srcOrd="1" destOrd="0" presId="urn:microsoft.com/office/officeart/2005/8/layout/hierarchy1"/>
    <dgm:cxn modelId="{02E75545-145D-4B7F-8DD0-24EEA28CF975}" type="presParOf" srcId="{CD96CA73-BEAE-497A-A1E9-6D5392196251}" destId="{828B04FC-1992-4CC7-8ADE-3D9A552667DD}" srcOrd="0" destOrd="0" presId="urn:microsoft.com/office/officeart/2005/8/layout/hierarchy1"/>
    <dgm:cxn modelId="{760B88B3-FDEE-47D5-A289-ECB2AC5D58FB}" type="presParOf" srcId="{828B04FC-1992-4CC7-8ADE-3D9A552667DD}" destId="{F7C63C39-3523-41EA-8897-22E8DB05B454}" srcOrd="0" destOrd="0" presId="urn:microsoft.com/office/officeart/2005/8/layout/hierarchy1"/>
    <dgm:cxn modelId="{62129078-D7CD-4F6B-A954-8C309A19FF41}" type="presParOf" srcId="{828B04FC-1992-4CC7-8ADE-3D9A552667DD}" destId="{32D4381C-5A0B-4F67-A3EA-70B98BA43D19}" srcOrd="1" destOrd="0" presId="urn:microsoft.com/office/officeart/2005/8/layout/hierarchy1"/>
    <dgm:cxn modelId="{DF6E85FA-60C1-4EE5-9A86-402B9AEE37C6}" type="presParOf" srcId="{CD96CA73-BEAE-497A-A1E9-6D5392196251}" destId="{F5D9E1AD-F2D3-439D-9D08-172359C73174}" srcOrd="1" destOrd="0" presId="urn:microsoft.com/office/officeart/2005/8/layout/hierarchy1"/>
    <dgm:cxn modelId="{60C73920-3021-4F3C-81E4-5646931CF780}" type="presParOf" srcId="{F5D9E1AD-F2D3-439D-9D08-172359C73174}" destId="{2E5371B1-A5A4-4543-8A4B-ECB0DC1B07E3}" srcOrd="0" destOrd="0" presId="urn:microsoft.com/office/officeart/2005/8/layout/hierarchy1"/>
    <dgm:cxn modelId="{3C9ACA83-C353-47CC-9444-D8F5B6303CAA}" type="presParOf" srcId="{F5D9E1AD-F2D3-439D-9D08-172359C73174}" destId="{149424C0-D3D9-4992-B485-2FF1260B48C6}" srcOrd="1" destOrd="0" presId="urn:microsoft.com/office/officeart/2005/8/layout/hierarchy1"/>
    <dgm:cxn modelId="{032E6541-106A-44E9-A782-82B88D96B770}" type="presParOf" srcId="{149424C0-D3D9-4992-B485-2FF1260B48C6}" destId="{16F33F17-996D-4152-8C7E-C69DDF112AB7}" srcOrd="0" destOrd="0" presId="urn:microsoft.com/office/officeart/2005/8/layout/hierarchy1"/>
    <dgm:cxn modelId="{24893C1A-5767-4CE3-92D7-ED584693A1F1}" type="presParOf" srcId="{16F33F17-996D-4152-8C7E-C69DDF112AB7}" destId="{78E42B3D-3BA4-46A7-B27D-C8E75E0C6D67}" srcOrd="0" destOrd="0" presId="urn:microsoft.com/office/officeart/2005/8/layout/hierarchy1"/>
    <dgm:cxn modelId="{C858148F-C0D8-4653-B31C-7DD2F595D1D3}" type="presParOf" srcId="{16F33F17-996D-4152-8C7E-C69DDF112AB7}" destId="{E9354974-5E74-4C24-95A2-B3A729DF768B}" srcOrd="1" destOrd="0" presId="urn:microsoft.com/office/officeart/2005/8/layout/hierarchy1"/>
    <dgm:cxn modelId="{001FDB01-B068-4C01-A261-3EA0B0DAD92B}" type="presParOf" srcId="{149424C0-D3D9-4992-B485-2FF1260B48C6}" destId="{A05A6133-0E57-4B48-8BC8-EBB0CF27835E}" srcOrd="1" destOrd="0" presId="urn:microsoft.com/office/officeart/2005/8/layout/hierarchy1"/>
    <dgm:cxn modelId="{6BA0FAFC-DBBB-40EF-8C8D-56B12CB799B0}" type="presParOf" srcId="{D4C1B10F-7B7B-4C1F-8DF8-6EE15FE4327B}" destId="{9B846F12-3511-460D-9F6D-6AFDCCC94AD1}" srcOrd="2" destOrd="0" presId="urn:microsoft.com/office/officeart/2005/8/layout/hierarchy1"/>
    <dgm:cxn modelId="{8FDF8E50-4B10-4E07-99BB-CCCCE56B8C49}" type="presParOf" srcId="{D4C1B10F-7B7B-4C1F-8DF8-6EE15FE4327B}" destId="{18DD3083-30B5-4005-821C-BF2134B649AB}" srcOrd="3" destOrd="0" presId="urn:microsoft.com/office/officeart/2005/8/layout/hierarchy1"/>
    <dgm:cxn modelId="{8B29239B-2738-4F31-A309-67CB3011F2B9}" type="presParOf" srcId="{18DD3083-30B5-4005-821C-BF2134B649AB}" destId="{EE4204BE-02F4-46FF-85A1-B5D861C0DE49}" srcOrd="0" destOrd="0" presId="urn:microsoft.com/office/officeart/2005/8/layout/hierarchy1"/>
    <dgm:cxn modelId="{604AC91A-E536-4B16-9FB8-47FE13F3496B}" type="presParOf" srcId="{EE4204BE-02F4-46FF-85A1-B5D861C0DE49}" destId="{E9665B0E-FD45-4078-BC6F-16056E3CC932}" srcOrd="0" destOrd="0" presId="urn:microsoft.com/office/officeart/2005/8/layout/hierarchy1"/>
    <dgm:cxn modelId="{1E494D39-F80C-4B32-BAB2-7DE9289F023F}" type="presParOf" srcId="{EE4204BE-02F4-46FF-85A1-B5D861C0DE49}" destId="{46B5F4B8-3DD7-4492-A69C-EBDF50946CE4}" srcOrd="1" destOrd="0" presId="urn:microsoft.com/office/officeart/2005/8/layout/hierarchy1"/>
    <dgm:cxn modelId="{7E261C92-8914-4ADA-863D-6E1F7A5FAECE}" type="presParOf" srcId="{18DD3083-30B5-4005-821C-BF2134B649AB}" destId="{39149A97-13F1-49B1-9C23-5F6666706528}" srcOrd="1" destOrd="0" presId="urn:microsoft.com/office/officeart/2005/8/layout/hierarchy1"/>
    <dgm:cxn modelId="{C042942E-A3E6-498F-8EE1-50FCB38F3191}" type="presParOf" srcId="{D4C1B10F-7B7B-4C1F-8DF8-6EE15FE4327B}" destId="{AD99DFDD-E7AF-4357-9BF5-162251A08343}" srcOrd="4" destOrd="0" presId="urn:microsoft.com/office/officeart/2005/8/layout/hierarchy1"/>
    <dgm:cxn modelId="{9F11BA87-138F-4495-B445-E5A97B97443A}" type="presParOf" srcId="{D4C1B10F-7B7B-4C1F-8DF8-6EE15FE4327B}" destId="{56A2545E-517B-41D6-A9A5-644C502BB6C7}" srcOrd="5" destOrd="0" presId="urn:microsoft.com/office/officeart/2005/8/layout/hierarchy1"/>
    <dgm:cxn modelId="{D9EAD678-BDD2-434C-ABDA-4149E0B04D1F}" type="presParOf" srcId="{56A2545E-517B-41D6-A9A5-644C502BB6C7}" destId="{7FB76C93-0330-4F7B-98F0-562E7E6604BB}" srcOrd="0" destOrd="0" presId="urn:microsoft.com/office/officeart/2005/8/layout/hierarchy1"/>
    <dgm:cxn modelId="{EF972F2A-7864-465D-BB3D-59C5E3AD8B31}" type="presParOf" srcId="{7FB76C93-0330-4F7B-98F0-562E7E6604BB}" destId="{6BCD92BE-C918-4AAF-9E16-71966D8D1FF0}" srcOrd="0" destOrd="0" presId="urn:microsoft.com/office/officeart/2005/8/layout/hierarchy1"/>
    <dgm:cxn modelId="{0EF66502-88C9-43F8-BEE8-22219833173F}" type="presParOf" srcId="{7FB76C93-0330-4F7B-98F0-562E7E6604BB}" destId="{8C4686AF-361C-4AAC-9ECE-DEEA8244C0FE}" srcOrd="1" destOrd="0" presId="urn:microsoft.com/office/officeart/2005/8/layout/hierarchy1"/>
    <dgm:cxn modelId="{894E744C-2169-48C3-B908-87D5F48233FE}" type="presParOf" srcId="{56A2545E-517B-41D6-A9A5-644C502BB6C7}" destId="{779A72AF-422D-4146-81C0-06C74ED6D232}" srcOrd="1" destOrd="0" presId="urn:microsoft.com/office/officeart/2005/8/layout/hierarchy1"/>
    <dgm:cxn modelId="{00D1C441-F89D-4862-840E-964833C6E291}" type="presParOf" srcId="{D4C1B10F-7B7B-4C1F-8DF8-6EE15FE4327B}" destId="{12AED1AE-D936-4152-841E-7D5B5AC3AE8F}" srcOrd="6" destOrd="0" presId="urn:microsoft.com/office/officeart/2005/8/layout/hierarchy1"/>
    <dgm:cxn modelId="{3D0951D4-274A-4664-96F9-9878394BC8C0}" type="presParOf" srcId="{D4C1B10F-7B7B-4C1F-8DF8-6EE15FE4327B}" destId="{6D6719EB-FEE1-4A47-8336-7FC6D6337453}" srcOrd="7" destOrd="0" presId="urn:microsoft.com/office/officeart/2005/8/layout/hierarchy1"/>
    <dgm:cxn modelId="{6A89E5B9-C2AD-49D3-A2CA-E1F9E6BB1A55}" type="presParOf" srcId="{6D6719EB-FEE1-4A47-8336-7FC6D6337453}" destId="{57097CAE-7289-497D-ABBF-645B0A9E53B3}" srcOrd="0" destOrd="0" presId="urn:microsoft.com/office/officeart/2005/8/layout/hierarchy1"/>
    <dgm:cxn modelId="{212BFA22-FABD-418E-8787-9620BA796D7B}" type="presParOf" srcId="{57097CAE-7289-497D-ABBF-645B0A9E53B3}" destId="{02ADEBF8-B56F-49D9-9826-6FB0F525A038}" srcOrd="0" destOrd="0" presId="urn:microsoft.com/office/officeart/2005/8/layout/hierarchy1"/>
    <dgm:cxn modelId="{B5D35D63-746F-4BF9-9B3F-6C56339CB70F}" type="presParOf" srcId="{57097CAE-7289-497D-ABBF-645B0A9E53B3}" destId="{B25E925F-F4A3-46C3-BCFA-84B6E2542749}" srcOrd="1" destOrd="0" presId="urn:microsoft.com/office/officeart/2005/8/layout/hierarchy1"/>
    <dgm:cxn modelId="{D0C5A406-541D-45BC-A080-D7EDD5D11C51}" type="presParOf" srcId="{6D6719EB-FEE1-4A47-8336-7FC6D6337453}" destId="{61CD13CA-37A4-466E-962B-4B999BF0C61C}" srcOrd="1" destOrd="0" presId="urn:microsoft.com/office/officeart/2005/8/layout/hierarchy1"/>
  </dgm:cxnLst>
  <dgm:bg>
    <a:noFill/>
    <a:effectLst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F244423-770B-4E49-8D44-278C5BE702BB}" type="doc">
      <dgm:prSet loTypeId="urn:microsoft.com/office/officeart/2008/layout/VerticalCurvedList" loCatId="list" qsTypeId="urn:microsoft.com/office/officeart/2005/8/quickstyle/simple2#1" qsCatId="simple" csTypeId="urn:microsoft.com/office/officeart/2005/8/colors/accent1_2#3" csCatId="accent1" phldr="1"/>
      <dgm:spPr/>
      <dgm:t>
        <a:bodyPr/>
        <a:lstStyle/>
        <a:p>
          <a:endParaRPr lang="en-US"/>
        </a:p>
      </dgm:t>
    </dgm:pt>
    <dgm:pt modelId="{90A56262-DCF1-4ADF-9CE1-2D7F20CF0A94}">
      <dgm:prSet custT="1"/>
      <dgm:spPr>
        <a:solidFill>
          <a:srgbClr val="002060"/>
        </a:solidFill>
        <a:ln>
          <a:solidFill>
            <a:schemeClr val="bg1">
              <a:lumMod val="85000"/>
            </a:schemeClr>
          </a:solidFill>
        </a:ln>
      </dgm:spPr>
      <dgm:t>
        <a:bodyPr/>
        <a:lstStyle/>
        <a:p>
          <a:r>
            <a:rPr lang="en-US" sz="1600" noProof="0" dirty="0">
              <a:solidFill>
                <a:schemeClr val="bg1"/>
              </a:solidFill>
            </a:rPr>
            <a:t>Some partitions produce </a:t>
          </a:r>
          <a:r>
            <a:rPr lang="en-US" sz="1600" b="1" noProof="0" dirty="0">
              <a:solidFill>
                <a:schemeClr val="bg1"/>
              </a:solidFill>
            </a:rPr>
            <a:t>very effective experts</a:t>
          </a:r>
        </a:p>
      </dgm:t>
    </dgm:pt>
    <dgm:pt modelId="{BB212685-9D6D-4144-8F9A-B6679DDD1D8B}" type="parTrans" cxnId="{CE374D2A-9259-4B1A-B46C-442DD6252BEE}">
      <dgm:prSet/>
      <dgm:spPr/>
      <dgm:t>
        <a:bodyPr/>
        <a:lstStyle/>
        <a:p>
          <a:endParaRPr lang="en-US" sz="1600"/>
        </a:p>
      </dgm:t>
    </dgm:pt>
    <dgm:pt modelId="{EBD1D499-0615-464B-A736-CD70BAAC331E}" type="sibTrans" cxnId="{CE374D2A-9259-4B1A-B46C-442DD6252BEE}">
      <dgm:prSet/>
      <dgm:spPr>
        <a:ln>
          <a:solidFill>
            <a:schemeClr val="tx1">
              <a:lumMod val="75000"/>
              <a:lumOff val="25000"/>
            </a:schemeClr>
          </a:solidFill>
        </a:ln>
      </dgm:spPr>
      <dgm:t>
        <a:bodyPr/>
        <a:lstStyle/>
        <a:p>
          <a:endParaRPr lang="en-US" sz="1600"/>
        </a:p>
      </dgm:t>
    </dgm:pt>
    <dgm:pt modelId="{683B0057-73C3-4569-89A8-8D12444CC0D8}">
      <dgm:prSet custT="1"/>
      <dgm:spPr>
        <a:solidFill>
          <a:srgbClr val="002060"/>
        </a:solidFill>
      </dgm:spPr>
      <dgm:t>
        <a:bodyPr/>
        <a:lstStyle/>
        <a:p>
          <a:r>
            <a:rPr lang="en-US" sz="1600" noProof="0" dirty="0">
              <a:solidFill>
                <a:schemeClr val="bg1"/>
              </a:solidFill>
            </a:rPr>
            <a:t>Many partitions produce </a:t>
          </a:r>
          <a:r>
            <a:rPr lang="en-US" sz="1600" b="1" noProof="0" dirty="0">
              <a:solidFill>
                <a:schemeClr val="bg1"/>
              </a:solidFill>
            </a:rPr>
            <a:t>modest improvements</a:t>
          </a:r>
        </a:p>
      </dgm:t>
    </dgm:pt>
    <dgm:pt modelId="{6AFBE145-D5FB-469A-A490-87B658B96E1E}" type="parTrans" cxnId="{A0A95247-8329-44FE-9E7C-0DF3EBFA4D7C}">
      <dgm:prSet/>
      <dgm:spPr/>
      <dgm:t>
        <a:bodyPr/>
        <a:lstStyle/>
        <a:p>
          <a:endParaRPr lang="en-US" sz="1600"/>
        </a:p>
      </dgm:t>
    </dgm:pt>
    <dgm:pt modelId="{BEADF8B8-523C-40BC-92EE-95C3F7A37D82}" type="sibTrans" cxnId="{A0A95247-8329-44FE-9E7C-0DF3EBFA4D7C}">
      <dgm:prSet/>
      <dgm:spPr/>
      <dgm:t>
        <a:bodyPr/>
        <a:lstStyle/>
        <a:p>
          <a:endParaRPr lang="en-US" sz="1600"/>
        </a:p>
      </dgm:t>
    </dgm:pt>
    <dgm:pt modelId="{6221E7AE-457D-4440-BBB2-1DBEA0831D42}">
      <dgm:prSet custT="1"/>
      <dgm:spPr>
        <a:solidFill>
          <a:srgbClr val="002060"/>
        </a:solidFill>
      </dgm:spPr>
      <dgm:t>
        <a:bodyPr/>
        <a:lstStyle/>
        <a:p>
          <a:r>
            <a:rPr lang="en-US" sz="1600" noProof="0" dirty="0">
              <a:solidFill>
                <a:schemeClr val="bg1"/>
              </a:solidFill>
            </a:rPr>
            <a:t>The depth of the </a:t>
          </a:r>
          <a:r>
            <a:rPr lang="en-US" sz="1600" b="1" noProof="0" dirty="0">
              <a:solidFill>
                <a:schemeClr val="bg1"/>
              </a:solidFill>
            </a:rPr>
            <a:t>loss </a:t>
          </a:r>
          <a:r>
            <a:rPr lang="en-US" sz="1600" b="1" noProof="0" dirty="0" err="1">
              <a:solidFill>
                <a:schemeClr val="bg1"/>
              </a:solidFill>
            </a:rPr>
            <a:t>basen</a:t>
          </a:r>
          <a:r>
            <a:rPr lang="en-US" sz="1600" b="1" noProof="0" dirty="0">
              <a:solidFill>
                <a:schemeClr val="bg1"/>
              </a:solidFill>
            </a:rPr>
            <a:t> </a:t>
          </a:r>
          <a:r>
            <a:rPr lang="en-US" sz="1600" noProof="0" dirty="0">
              <a:solidFill>
                <a:schemeClr val="bg1"/>
              </a:solidFill>
            </a:rPr>
            <a:t>is </a:t>
          </a:r>
          <a:r>
            <a:rPr lang="en-US" sz="1600" noProof="0" dirty="0" err="1">
              <a:solidFill>
                <a:schemeClr val="bg1"/>
              </a:solidFill>
            </a:rPr>
            <a:t>rougly</a:t>
          </a:r>
          <a:r>
            <a:rPr lang="en-US" sz="1600" noProof="0" dirty="0">
              <a:solidFill>
                <a:schemeClr val="bg1"/>
              </a:solidFill>
            </a:rPr>
            <a:t> proportional to the initial magnitude of the </a:t>
          </a:r>
          <a:r>
            <a:rPr lang="en-US" sz="1600" b="1" noProof="0" dirty="0">
              <a:solidFill>
                <a:schemeClr val="bg1"/>
              </a:solidFill>
            </a:rPr>
            <a:t>gradient</a:t>
          </a:r>
        </a:p>
      </dgm:t>
    </dgm:pt>
    <dgm:pt modelId="{A7C37C80-3CD0-4898-BFA0-19C0B593B2C6}" type="parTrans" cxnId="{CBAC0D8D-FA8B-4CA8-80D3-7283A6C8E3C9}">
      <dgm:prSet/>
      <dgm:spPr/>
      <dgm:t>
        <a:bodyPr/>
        <a:lstStyle/>
        <a:p>
          <a:endParaRPr lang="en-US" sz="1600"/>
        </a:p>
      </dgm:t>
    </dgm:pt>
    <dgm:pt modelId="{6FB75B68-0048-4A4D-A668-03F67084800D}" type="sibTrans" cxnId="{CBAC0D8D-FA8B-4CA8-80D3-7283A6C8E3C9}">
      <dgm:prSet/>
      <dgm:spPr/>
      <dgm:t>
        <a:bodyPr/>
        <a:lstStyle/>
        <a:p>
          <a:endParaRPr lang="en-US" sz="1600"/>
        </a:p>
      </dgm:t>
    </dgm:pt>
    <dgm:pt modelId="{CE0252A1-51ED-42D9-8251-89ABB98E1FF0}" type="pres">
      <dgm:prSet presAssocID="{3F244423-770B-4E49-8D44-278C5BE702BB}" presName="Name0" presStyleCnt="0">
        <dgm:presLayoutVars>
          <dgm:chMax val="7"/>
          <dgm:chPref val="7"/>
          <dgm:dir/>
        </dgm:presLayoutVars>
      </dgm:prSet>
      <dgm:spPr/>
    </dgm:pt>
    <dgm:pt modelId="{BA5B16AD-0E8C-475F-8306-C908B5904CF5}" type="pres">
      <dgm:prSet presAssocID="{3F244423-770B-4E49-8D44-278C5BE702BB}" presName="Name1" presStyleCnt="0"/>
      <dgm:spPr/>
    </dgm:pt>
    <dgm:pt modelId="{5C92A746-8F9C-41E8-B1E8-79751E631834}" type="pres">
      <dgm:prSet presAssocID="{3F244423-770B-4E49-8D44-278C5BE702BB}" presName="cycle" presStyleCnt="0"/>
      <dgm:spPr/>
    </dgm:pt>
    <dgm:pt modelId="{414CDBC6-5DD8-4FE2-8F3D-BEAE6069D64D}" type="pres">
      <dgm:prSet presAssocID="{3F244423-770B-4E49-8D44-278C5BE702BB}" presName="srcNode" presStyleLbl="node1" presStyleIdx="0" presStyleCnt="3"/>
      <dgm:spPr/>
    </dgm:pt>
    <dgm:pt modelId="{75ED2FD7-17A6-4AA6-B1CE-D6634C5E4505}" type="pres">
      <dgm:prSet presAssocID="{3F244423-770B-4E49-8D44-278C5BE702BB}" presName="conn" presStyleLbl="parChTrans1D2" presStyleIdx="0" presStyleCnt="1" custLinFactNeighborX="-52689" custLinFactNeighborY="2059"/>
      <dgm:spPr/>
    </dgm:pt>
    <dgm:pt modelId="{245C8B4C-933C-41BA-9CFC-CBA845D59522}" type="pres">
      <dgm:prSet presAssocID="{3F244423-770B-4E49-8D44-278C5BE702BB}" presName="extraNode" presStyleLbl="node1" presStyleIdx="0" presStyleCnt="3"/>
      <dgm:spPr/>
    </dgm:pt>
    <dgm:pt modelId="{ED3F0C5A-C044-462D-ABDF-09142CA62219}" type="pres">
      <dgm:prSet presAssocID="{3F244423-770B-4E49-8D44-278C5BE702BB}" presName="dstNode" presStyleLbl="node1" presStyleIdx="0" presStyleCnt="3"/>
      <dgm:spPr/>
    </dgm:pt>
    <dgm:pt modelId="{8C55CCE0-E827-4B86-861E-A5749FC2AD16}" type="pres">
      <dgm:prSet presAssocID="{90A56262-DCF1-4ADF-9CE1-2D7F20CF0A94}" presName="text_1" presStyleLbl="node1" presStyleIdx="0" presStyleCnt="3">
        <dgm:presLayoutVars>
          <dgm:bulletEnabled val="1"/>
        </dgm:presLayoutVars>
      </dgm:prSet>
      <dgm:spPr/>
    </dgm:pt>
    <dgm:pt modelId="{A300139A-BC76-4616-B250-5B11AEA00D02}" type="pres">
      <dgm:prSet presAssocID="{90A56262-DCF1-4ADF-9CE1-2D7F20CF0A94}" presName="accent_1" presStyleCnt="0"/>
      <dgm:spPr/>
    </dgm:pt>
    <dgm:pt modelId="{DD1F8BB0-EA66-40BA-BFF5-2CA3595E2806}" type="pres">
      <dgm:prSet presAssocID="{90A56262-DCF1-4ADF-9CE1-2D7F20CF0A94}" presName="accentRepeatNode" presStyleLbl="solidFgAcc1" presStyleIdx="0" presStyleCnt="3"/>
      <dgm:spPr>
        <a:ln>
          <a:solidFill>
            <a:schemeClr val="tx1">
              <a:lumMod val="65000"/>
              <a:lumOff val="35000"/>
            </a:schemeClr>
          </a:solidFill>
        </a:ln>
      </dgm:spPr>
    </dgm:pt>
    <dgm:pt modelId="{BDDE1B80-D7AF-4304-8F07-3111B0D8AE05}" type="pres">
      <dgm:prSet presAssocID="{683B0057-73C3-4569-89A8-8D12444CC0D8}" presName="text_2" presStyleLbl="node1" presStyleIdx="1" presStyleCnt="3">
        <dgm:presLayoutVars>
          <dgm:bulletEnabled val="1"/>
        </dgm:presLayoutVars>
      </dgm:prSet>
      <dgm:spPr/>
    </dgm:pt>
    <dgm:pt modelId="{128EFDBE-FDA2-4232-B416-8D1D5650B50B}" type="pres">
      <dgm:prSet presAssocID="{683B0057-73C3-4569-89A8-8D12444CC0D8}" presName="accent_2" presStyleCnt="0"/>
      <dgm:spPr/>
    </dgm:pt>
    <dgm:pt modelId="{52A5448B-6F90-4A2D-924A-7275D19FDBE6}" type="pres">
      <dgm:prSet presAssocID="{683B0057-73C3-4569-89A8-8D12444CC0D8}" presName="accentRepeatNode" presStyleLbl="solidFgAcc1" presStyleIdx="1" presStyleCnt="3"/>
      <dgm:spPr>
        <a:ln>
          <a:solidFill>
            <a:schemeClr val="tx1">
              <a:lumMod val="65000"/>
              <a:lumOff val="35000"/>
            </a:schemeClr>
          </a:solidFill>
        </a:ln>
      </dgm:spPr>
    </dgm:pt>
    <dgm:pt modelId="{C84F83AF-9758-48A3-9805-AE9EB9DBF52D}" type="pres">
      <dgm:prSet presAssocID="{6221E7AE-457D-4440-BBB2-1DBEA0831D42}" presName="text_3" presStyleLbl="node1" presStyleIdx="2" presStyleCnt="3">
        <dgm:presLayoutVars>
          <dgm:bulletEnabled val="1"/>
        </dgm:presLayoutVars>
      </dgm:prSet>
      <dgm:spPr/>
    </dgm:pt>
    <dgm:pt modelId="{23526013-F796-4EB1-B859-37BA9B634789}" type="pres">
      <dgm:prSet presAssocID="{6221E7AE-457D-4440-BBB2-1DBEA0831D42}" presName="accent_3" presStyleCnt="0"/>
      <dgm:spPr/>
    </dgm:pt>
    <dgm:pt modelId="{4644D4AE-7AA4-462A-8947-2AB341901E3C}" type="pres">
      <dgm:prSet presAssocID="{6221E7AE-457D-4440-BBB2-1DBEA0831D42}" presName="accentRepeatNode" presStyleLbl="solidFgAcc1" presStyleIdx="2" presStyleCnt="3"/>
      <dgm:spPr>
        <a:ln>
          <a:solidFill>
            <a:schemeClr val="tx1">
              <a:lumMod val="65000"/>
              <a:lumOff val="35000"/>
            </a:schemeClr>
          </a:solidFill>
        </a:ln>
      </dgm:spPr>
    </dgm:pt>
  </dgm:ptLst>
  <dgm:cxnLst>
    <dgm:cxn modelId="{D5437B16-6F2C-4070-8856-EB1E3989FC49}" type="presOf" srcId="{683B0057-73C3-4569-89A8-8D12444CC0D8}" destId="{BDDE1B80-D7AF-4304-8F07-3111B0D8AE05}" srcOrd="0" destOrd="0" presId="urn:microsoft.com/office/officeart/2008/layout/VerticalCurvedList"/>
    <dgm:cxn modelId="{03980718-8290-4334-B1B7-3880DC73754E}" type="presOf" srcId="{90A56262-DCF1-4ADF-9CE1-2D7F20CF0A94}" destId="{8C55CCE0-E827-4B86-861E-A5749FC2AD16}" srcOrd="0" destOrd="0" presId="urn:microsoft.com/office/officeart/2008/layout/VerticalCurvedList"/>
    <dgm:cxn modelId="{CE374D2A-9259-4B1A-B46C-442DD6252BEE}" srcId="{3F244423-770B-4E49-8D44-278C5BE702BB}" destId="{90A56262-DCF1-4ADF-9CE1-2D7F20CF0A94}" srcOrd="0" destOrd="0" parTransId="{BB212685-9D6D-4144-8F9A-B6679DDD1D8B}" sibTransId="{EBD1D499-0615-464B-A736-CD70BAAC331E}"/>
    <dgm:cxn modelId="{22636C5E-8105-4A32-9CDB-19FB80F128C1}" type="presOf" srcId="{EBD1D499-0615-464B-A736-CD70BAAC331E}" destId="{75ED2FD7-17A6-4AA6-B1CE-D6634C5E4505}" srcOrd="0" destOrd="0" presId="urn:microsoft.com/office/officeart/2008/layout/VerticalCurvedList"/>
    <dgm:cxn modelId="{A0A95247-8329-44FE-9E7C-0DF3EBFA4D7C}" srcId="{3F244423-770B-4E49-8D44-278C5BE702BB}" destId="{683B0057-73C3-4569-89A8-8D12444CC0D8}" srcOrd="1" destOrd="0" parTransId="{6AFBE145-D5FB-469A-A490-87B658B96E1E}" sibTransId="{BEADF8B8-523C-40BC-92EE-95C3F7A37D82}"/>
    <dgm:cxn modelId="{AAF0B154-5E50-4DCA-9A65-9CF7C7A2BD83}" type="presOf" srcId="{6221E7AE-457D-4440-BBB2-1DBEA0831D42}" destId="{C84F83AF-9758-48A3-9805-AE9EB9DBF52D}" srcOrd="0" destOrd="0" presId="urn:microsoft.com/office/officeart/2008/layout/VerticalCurvedList"/>
    <dgm:cxn modelId="{CBAC0D8D-FA8B-4CA8-80D3-7283A6C8E3C9}" srcId="{3F244423-770B-4E49-8D44-278C5BE702BB}" destId="{6221E7AE-457D-4440-BBB2-1DBEA0831D42}" srcOrd="2" destOrd="0" parTransId="{A7C37C80-3CD0-4898-BFA0-19C0B593B2C6}" sibTransId="{6FB75B68-0048-4A4D-A668-03F67084800D}"/>
    <dgm:cxn modelId="{49A458BA-38B0-4282-B5C1-527278B2D4EF}" type="presOf" srcId="{3F244423-770B-4E49-8D44-278C5BE702BB}" destId="{CE0252A1-51ED-42D9-8251-89ABB98E1FF0}" srcOrd="0" destOrd="0" presId="urn:microsoft.com/office/officeart/2008/layout/VerticalCurvedList"/>
    <dgm:cxn modelId="{34EB44B7-EA6C-4D82-8048-D5F758B94072}" type="presParOf" srcId="{CE0252A1-51ED-42D9-8251-89ABB98E1FF0}" destId="{BA5B16AD-0E8C-475F-8306-C908B5904CF5}" srcOrd="0" destOrd="0" presId="urn:microsoft.com/office/officeart/2008/layout/VerticalCurvedList"/>
    <dgm:cxn modelId="{1DEF7D03-6A5F-4BAC-A452-71924A4B83DB}" type="presParOf" srcId="{BA5B16AD-0E8C-475F-8306-C908B5904CF5}" destId="{5C92A746-8F9C-41E8-B1E8-79751E631834}" srcOrd="0" destOrd="0" presId="urn:microsoft.com/office/officeart/2008/layout/VerticalCurvedList"/>
    <dgm:cxn modelId="{CB27D293-73ED-4AF2-8CE7-4B60AB930511}" type="presParOf" srcId="{5C92A746-8F9C-41E8-B1E8-79751E631834}" destId="{414CDBC6-5DD8-4FE2-8F3D-BEAE6069D64D}" srcOrd="0" destOrd="0" presId="urn:microsoft.com/office/officeart/2008/layout/VerticalCurvedList"/>
    <dgm:cxn modelId="{34E75F91-132D-478F-B40A-9C0C1DB9DEF0}" type="presParOf" srcId="{5C92A746-8F9C-41E8-B1E8-79751E631834}" destId="{75ED2FD7-17A6-4AA6-B1CE-D6634C5E4505}" srcOrd="1" destOrd="0" presId="urn:microsoft.com/office/officeart/2008/layout/VerticalCurvedList"/>
    <dgm:cxn modelId="{1EE6830F-2998-46EA-8538-EDEF4C03678A}" type="presParOf" srcId="{5C92A746-8F9C-41E8-B1E8-79751E631834}" destId="{245C8B4C-933C-41BA-9CFC-CBA845D59522}" srcOrd="2" destOrd="0" presId="urn:microsoft.com/office/officeart/2008/layout/VerticalCurvedList"/>
    <dgm:cxn modelId="{5C6170D9-2759-4F3F-BB51-FC5989A71588}" type="presParOf" srcId="{5C92A746-8F9C-41E8-B1E8-79751E631834}" destId="{ED3F0C5A-C044-462D-ABDF-09142CA62219}" srcOrd="3" destOrd="0" presId="urn:microsoft.com/office/officeart/2008/layout/VerticalCurvedList"/>
    <dgm:cxn modelId="{14466040-C8EB-41EB-9068-493E47C3B1F9}" type="presParOf" srcId="{BA5B16AD-0E8C-475F-8306-C908B5904CF5}" destId="{8C55CCE0-E827-4B86-861E-A5749FC2AD16}" srcOrd="1" destOrd="0" presId="urn:microsoft.com/office/officeart/2008/layout/VerticalCurvedList"/>
    <dgm:cxn modelId="{8DFF7E4E-8E92-4920-A389-5B32482A4986}" type="presParOf" srcId="{BA5B16AD-0E8C-475F-8306-C908B5904CF5}" destId="{A300139A-BC76-4616-B250-5B11AEA00D02}" srcOrd="2" destOrd="0" presId="urn:microsoft.com/office/officeart/2008/layout/VerticalCurvedList"/>
    <dgm:cxn modelId="{02B6373A-E932-41D4-BE39-BD3E6D4C9515}" type="presParOf" srcId="{A300139A-BC76-4616-B250-5B11AEA00D02}" destId="{DD1F8BB0-EA66-40BA-BFF5-2CA3595E2806}" srcOrd="0" destOrd="0" presId="urn:microsoft.com/office/officeart/2008/layout/VerticalCurvedList"/>
    <dgm:cxn modelId="{0BAFE0C2-CBF8-4362-98B3-F094F24C0D62}" type="presParOf" srcId="{BA5B16AD-0E8C-475F-8306-C908B5904CF5}" destId="{BDDE1B80-D7AF-4304-8F07-3111B0D8AE05}" srcOrd="3" destOrd="0" presId="urn:microsoft.com/office/officeart/2008/layout/VerticalCurvedList"/>
    <dgm:cxn modelId="{C36A9054-6EC7-4E7E-A875-6743E2ADE45F}" type="presParOf" srcId="{BA5B16AD-0E8C-475F-8306-C908B5904CF5}" destId="{128EFDBE-FDA2-4232-B416-8D1D5650B50B}" srcOrd="4" destOrd="0" presId="urn:microsoft.com/office/officeart/2008/layout/VerticalCurvedList"/>
    <dgm:cxn modelId="{190EB527-DE95-43F0-ADD8-E2494D5BACE5}" type="presParOf" srcId="{128EFDBE-FDA2-4232-B416-8D1D5650B50B}" destId="{52A5448B-6F90-4A2D-924A-7275D19FDBE6}" srcOrd="0" destOrd="0" presId="urn:microsoft.com/office/officeart/2008/layout/VerticalCurvedList"/>
    <dgm:cxn modelId="{9618F8D6-4542-4604-B0A5-91C38B6622D2}" type="presParOf" srcId="{BA5B16AD-0E8C-475F-8306-C908B5904CF5}" destId="{C84F83AF-9758-48A3-9805-AE9EB9DBF52D}" srcOrd="5" destOrd="0" presId="urn:microsoft.com/office/officeart/2008/layout/VerticalCurvedList"/>
    <dgm:cxn modelId="{427B461E-DE51-4B35-ABBA-2C0B6E90A644}" type="presParOf" srcId="{BA5B16AD-0E8C-475F-8306-C908B5904CF5}" destId="{23526013-F796-4EB1-B859-37BA9B634789}" srcOrd="6" destOrd="0" presId="urn:microsoft.com/office/officeart/2008/layout/VerticalCurvedList"/>
    <dgm:cxn modelId="{7DED6F24-1781-4235-B68C-6FCCB2CE0B6B}" type="presParOf" srcId="{23526013-F796-4EB1-B859-37BA9B634789}" destId="{4644D4AE-7AA4-462A-8947-2AB341901E3C}" srcOrd="0" destOrd="0" presId="urn:microsoft.com/office/officeart/2008/layout/VerticalCurvedList"/>
  </dgm:cxnLst>
  <dgm:bg>
    <a:noFill/>
  </dgm:bg>
  <dgm:whole>
    <a:ln>
      <a:noFill/>
    </a:ln>
  </dgm:whole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7F2E059-6D38-4141-8C61-A3619F9306B6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B488A91D-3011-4FC1-9C07-0F82E3A86A9B}">
          <dgm:prSet phldrT="[Text]" phldr="0"/>
          <dgm:spPr>
            <a:solidFill>
              <a:srgbClr val="002060"/>
            </a:solidFill>
          </dgm:spPr>
          <dgm:t>
            <a:bodyPr/>
            <a:lstStyle/>
            <a:p>
              <a:r>
                <a:rPr lang="en-US" noProof="0" dirty="0"/>
                <a:t>You want </a:t>
              </a:r>
              <a14:m>
                <m:oMath xmlns:m="http://schemas.openxmlformats.org/officeDocument/2006/math">
                  <m:r>
                    <a:rPr lang="en-US" i="1" noProof="0" smtClean="0">
                      <a:latin typeface="Cambria Math" panose="02040503050406030204" pitchFamily="18" charset="0"/>
                    </a:rPr>
                    <m:t>𝐵</m:t>
                  </m:r>
                </m:oMath>
              </a14:m>
              <a:r>
                <a:rPr lang="en-US" noProof="0" dirty="0"/>
                <a:t> experts</a:t>
              </a:r>
            </a:p>
          </dgm:t>
        </dgm:pt>
      </mc:Choice>
      <mc:Fallback xmlns="">
        <dgm:pt modelId="{B488A91D-3011-4FC1-9C07-0F82E3A86A9B}">
          <dgm:prSet phldrT="[Text]" phldr="0"/>
          <dgm:spPr>
            <a:solidFill>
              <a:srgbClr val="002060"/>
            </a:solidFill>
          </dgm:spPr>
          <dgm:t>
            <a:bodyPr/>
            <a:lstStyle/>
            <a:p>
              <a:r>
                <a:rPr lang="en-US" noProof="0" dirty="0"/>
                <a:t>You want </a:t>
              </a:r>
              <a:r>
                <a:rPr lang="en-US" i="0" noProof="0">
                  <a:latin typeface="Cambria Math" panose="02040503050406030204" pitchFamily="18" charset="0"/>
                </a:rPr>
                <a:t>𝐵</a:t>
              </a:r>
              <a:r>
                <a:rPr lang="en-US" noProof="0" dirty="0"/>
                <a:t> experts</a:t>
              </a:r>
            </a:p>
          </dgm:t>
        </dgm:pt>
      </mc:Fallback>
    </mc:AlternateContent>
    <dgm:pt modelId="{DB07128F-9C60-4E67-9594-8A1B654276F6}" type="parTrans" cxnId="{CF7F8137-E862-4763-A1F3-1B182DFCB41C}">
      <dgm:prSet/>
      <dgm:spPr/>
      <dgm:t>
        <a:bodyPr/>
        <a:lstStyle/>
        <a:p>
          <a:endParaRPr lang="en-US"/>
        </a:p>
      </dgm:t>
    </dgm:pt>
    <dgm:pt modelId="{98864F5B-8B93-4C6F-8496-DE05CE4F312A}" type="sibTrans" cxnId="{CF7F8137-E862-4763-A1F3-1B182DFCB41C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AB5E8C35-0BA6-47F1-922E-88BDC09C3B77}">
          <dgm:prSet phldrT="[Text]" phldr="0"/>
          <dgm:spPr>
            <a:solidFill>
              <a:srgbClr val="002060"/>
            </a:solidFill>
          </dgm:spPr>
          <dgm:t>
            <a:bodyPr/>
            <a:lstStyle/>
            <a:p>
              <a:pPr algn="l"/>
              <a:r>
                <a:rPr lang="en-US" noProof="0" dirty="0"/>
                <a:t>Partition the space to </a:t>
              </a:r>
              <a14:m>
                <m:oMath xmlns:m="http://schemas.openxmlformats.org/officeDocument/2006/math">
                  <m:r>
                    <a:rPr lang="en-US" i="1" noProof="0" smtClean="0">
                      <a:latin typeface="Cambria Math" panose="02040503050406030204" pitchFamily="18" charset="0"/>
                    </a:rPr>
                    <m:t>𝐵</m:t>
                  </m:r>
                  <m:r>
                    <a:rPr lang="en-US" i="1" noProof="0" smtClean="0">
                      <a:latin typeface="Cambria Math" panose="02040503050406030204" pitchFamily="18" charset="0"/>
                    </a:rPr>
                    <m:t>’=</m:t>
                  </m:r>
                  <m:r>
                    <a:rPr lang="en-US" i="1" noProof="0" smtClean="0">
                      <a:latin typeface="Cambria Math" panose="02040503050406030204" pitchFamily="18" charset="0"/>
                    </a:rPr>
                    <m:t>𝐵</m:t>
                  </m:r>
                  <m:r>
                    <a:rPr lang="en-US" b="0" i="1" noProof="0" smtClean="0">
                      <a:latin typeface="Cambria Math" panose="02040503050406030204" pitchFamily="18" charset="0"/>
                    </a:rPr>
                    <m:t> </m:t>
                  </m:r>
                  <m:sSub>
                    <m:sSubPr>
                      <m:ctrlPr>
                        <a:rPr lang="en-US" b="0" i="1" noProof="0" smtClean="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𝑘</m:t>
                      </m:r>
                    </m:e>
                    <m:sub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𝑟𝑒𝑓𝑖𝑛𝑒𝑚𝑒𝑛𝑡</m:t>
                      </m:r>
                    </m:sub>
                  </m:sSub>
                </m:oMath>
              </a14:m>
              <a:endParaRPr lang="en-US" noProof="0" dirty="0"/>
            </a:p>
            <a:p>
              <a:pPr algn="l"/>
              <a:r>
                <a:rPr lang="en-US" noProof="0" dirty="0"/>
                <a:t>mini-clusters</a:t>
              </a:r>
            </a:p>
          </dgm:t>
        </dgm:pt>
      </mc:Choice>
      <mc:Fallback xmlns="">
        <dgm:pt modelId="{AB5E8C35-0BA6-47F1-922E-88BDC09C3B77}">
          <dgm:prSet phldrT="[Text]" phldr="0"/>
          <dgm:spPr>
            <a:solidFill>
              <a:srgbClr val="002060"/>
            </a:solidFill>
          </dgm:spPr>
          <dgm:t>
            <a:bodyPr/>
            <a:lstStyle/>
            <a:p>
              <a:pPr algn="l"/>
              <a:r>
                <a:rPr lang="en-US" noProof="0" dirty="0"/>
                <a:t>Partition the space to </a:t>
              </a:r>
              <a:r>
                <a:rPr lang="en-US" i="0" noProof="0">
                  <a:latin typeface="Cambria Math" panose="02040503050406030204" pitchFamily="18" charset="0"/>
                </a:rPr>
                <a:t>𝐵’=𝐵</a:t>
              </a:r>
              <a:r>
                <a:rPr lang="en-US" b="0" i="0" noProof="0">
                  <a:latin typeface="Cambria Math" panose="02040503050406030204" pitchFamily="18" charset="0"/>
                </a:rPr>
                <a:t> 𝑘_𝑟𝑒𝑓𝑖𝑛𝑒𝑚𝑒𝑛𝑡</a:t>
              </a:r>
              <a:endParaRPr lang="en-US" noProof="0" dirty="0"/>
            </a:p>
            <a:p>
              <a:pPr algn="l"/>
              <a:r>
                <a:rPr lang="en-US" noProof="0" dirty="0"/>
                <a:t>mini-clusters</a:t>
              </a:r>
            </a:p>
          </dgm:t>
        </dgm:pt>
      </mc:Fallback>
    </mc:AlternateContent>
    <dgm:pt modelId="{AEB2AADA-BA68-4142-BE99-36E64842E59C}" type="parTrans" cxnId="{084EEE7F-F4E5-4D8C-8713-1BE8C7046B6D}">
      <dgm:prSet/>
      <dgm:spPr/>
      <dgm:t>
        <a:bodyPr/>
        <a:lstStyle/>
        <a:p>
          <a:endParaRPr lang="en-US"/>
        </a:p>
      </dgm:t>
    </dgm:pt>
    <dgm:pt modelId="{E9D42D49-A97F-4209-B0D9-F86BA8DF89F1}" type="sibTrans" cxnId="{084EEE7F-F4E5-4D8C-8713-1BE8C7046B6D}">
      <dgm:prSet/>
      <dgm:spPr/>
      <dgm:t>
        <a:bodyPr/>
        <a:lstStyle/>
        <a:p>
          <a:endParaRPr lang="en-US"/>
        </a:p>
      </dgm:t>
    </dgm:pt>
    <dgm:pt modelId="{EC767A62-18A4-4BBD-8D30-C4B12C4C0645}">
      <dgm:prSet phldrT="[Text]" phldr="0"/>
      <dgm:spPr>
        <a:solidFill>
          <a:srgbClr val="002060"/>
        </a:solidFill>
      </dgm:spPr>
      <dgm:t>
        <a:bodyPr/>
        <a:lstStyle/>
        <a:p>
          <a:r>
            <a:rPr lang="en-US" i="1" noProof="0" dirty="0"/>
            <a:t>Stitch </a:t>
          </a:r>
          <a:r>
            <a:rPr lang="en-US" i="0" noProof="0" dirty="0"/>
            <a:t>together the partitions with similar </a:t>
          </a:r>
        </a:p>
        <a:p>
          <a:r>
            <a:rPr lang="en-US" i="1" noProof="0" dirty="0"/>
            <a:t>average sample gradient</a:t>
          </a:r>
        </a:p>
      </dgm:t>
    </dgm:pt>
    <dgm:pt modelId="{B1A1C22D-900A-49A0-AFD7-338862C2C31E}" type="parTrans" cxnId="{A44DCB51-490E-4DE8-BA17-8D78CB4E3EF6}">
      <dgm:prSet/>
      <dgm:spPr/>
      <dgm:t>
        <a:bodyPr/>
        <a:lstStyle/>
        <a:p>
          <a:endParaRPr lang="en-US"/>
        </a:p>
      </dgm:t>
    </dgm:pt>
    <dgm:pt modelId="{F1467374-923B-4333-BDC8-71D4C5B5C911}" type="sibTrans" cxnId="{A44DCB51-490E-4DE8-BA17-8D78CB4E3EF6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798C188D-18B1-4B26-9FDC-409C045ED262}">
          <dgm:prSet phldrT="[Text]" phldr="0"/>
          <dgm:spPr>
            <a:solidFill>
              <a:srgbClr val="002060"/>
            </a:solidFill>
          </dgm:spPr>
          <dgm:t>
            <a:bodyPr/>
            <a:lstStyle/>
            <a:p>
              <a:r>
                <a:rPr lang="en-US" noProof="0" dirty="0"/>
                <a:t>Accuracy vs </a:t>
              </a:r>
              <a14:m>
                <m:oMath xmlns:m="http://schemas.openxmlformats.org/officeDocument/2006/math">
                  <m:r>
                    <a:rPr lang="en-US" i="1" noProof="0" smtClean="0">
                      <a:latin typeface="Cambria Math" panose="02040503050406030204" pitchFamily="18" charset="0"/>
                    </a:rPr>
                    <m:t>𝐵</m:t>
                  </m:r>
                </m:oMath>
              </a14:m>
              <a:endParaRPr lang="en-US" noProof="0" dirty="0"/>
            </a:p>
          </dgm:t>
        </dgm:pt>
      </mc:Choice>
      <mc:Fallback xmlns="">
        <dgm:pt modelId="{798C188D-18B1-4B26-9FDC-409C045ED262}">
          <dgm:prSet phldrT="[Text]" phldr="0"/>
          <dgm:spPr>
            <a:solidFill>
              <a:srgbClr val="002060"/>
            </a:solidFill>
          </dgm:spPr>
          <dgm:t>
            <a:bodyPr/>
            <a:lstStyle/>
            <a:p>
              <a:r>
                <a:rPr lang="en-US" noProof="0" dirty="0"/>
                <a:t>Accuracy vs </a:t>
              </a:r>
              <a:r>
                <a:rPr lang="en-US" i="0" noProof="0">
                  <a:latin typeface="Cambria Math" panose="02040503050406030204" pitchFamily="18" charset="0"/>
                </a:rPr>
                <a:t>𝐵</a:t>
              </a:r>
              <a:endParaRPr lang="en-US" noProof="0" dirty="0"/>
            </a:p>
          </dgm:t>
        </dgm:pt>
      </mc:Fallback>
    </mc:AlternateContent>
    <dgm:pt modelId="{93EA24C5-1F0B-461A-8EC2-1DABDEB5BC00}" type="parTrans" cxnId="{42951E79-71F1-4DD0-87E9-7E0BF3437401}">
      <dgm:prSet/>
      <dgm:spPr/>
      <dgm:t>
        <a:bodyPr/>
        <a:lstStyle/>
        <a:p>
          <a:endParaRPr lang="en-US"/>
        </a:p>
      </dgm:t>
    </dgm:pt>
    <dgm:pt modelId="{BF9048D5-8388-42A4-A2A6-28B768649C7B}" type="sibTrans" cxnId="{42951E79-71F1-4DD0-87E9-7E0BF3437401}">
      <dgm:prSet/>
      <dgm:spPr/>
      <dgm:t>
        <a:bodyPr/>
        <a:lstStyle/>
        <a:p>
          <a:endParaRPr lang="en-US"/>
        </a:p>
      </dgm:t>
    </dgm:pt>
    <dgm:pt modelId="{D8859118-FAD5-4BF1-97EC-C98EC4F71A05}" type="pres">
      <dgm:prSet presAssocID="{E7F2E059-6D38-4141-8C61-A3619F9306B6}" presName="Name0" presStyleCnt="0">
        <dgm:presLayoutVars>
          <dgm:chMax val="7"/>
          <dgm:chPref val="7"/>
          <dgm:dir/>
        </dgm:presLayoutVars>
      </dgm:prSet>
      <dgm:spPr/>
    </dgm:pt>
    <dgm:pt modelId="{03023755-3772-4464-85AC-CE927BA663F3}" type="pres">
      <dgm:prSet presAssocID="{E7F2E059-6D38-4141-8C61-A3619F9306B6}" presName="Name1" presStyleCnt="0"/>
      <dgm:spPr/>
    </dgm:pt>
    <dgm:pt modelId="{1AFCD2CA-8B4E-4898-A39F-54B810AE832A}" type="pres">
      <dgm:prSet presAssocID="{E7F2E059-6D38-4141-8C61-A3619F9306B6}" presName="cycle" presStyleCnt="0"/>
      <dgm:spPr/>
    </dgm:pt>
    <dgm:pt modelId="{330500F8-CC30-4831-A561-3F33A2DB40B0}" type="pres">
      <dgm:prSet presAssocID="{E7F2E059-6D38-4141-8C61-A3619F9306B6}" presName="srcNode" presStyleLbl="node1" presStyleIdx="0" presStyleCnt="4"/>
      <dgm:spPr/>
    </dgm:pt>
    <dgm:pt modelId="{DB97A614-0CD1-4D1C-9AC4-CDF076F83FBC}" type="pres">
      <dgm:prSet presAssocID="{E7F2E059-6D38-4141-8C61-A3619F9306B6}" presName="conn" presStyleLbl="parChTrans1D2" presStyleIdx="0" presStyleCnt="1"/>
      <dgm:spPr/>
    </dgm:pt>
    <dgm:pt modelId="{15D63AA4-CD32-4A9F-8A52-67A874CA55EB}" type="pres">
      <dgm:prSet presAssocID="{E7F2E059-6D38-4141-8C61-A3619F9306B6}" presName="extraNode" presStyleLbl="node1" presStyleIdx="0" presStyleCnt="4"/>
      <dgm:spPr/>
    </dgm:pt>
    <dgm:pt modelId="{6C93834D-A338-48CA-8879-44B0F7A10B41}" type="pres">
      <dgm:prSet presAssocID="{E7F2E059-6D38-4141-8C61-A3619F9306B6}" presName="dstNode" presStyleLbl="node1" presStyleIdx="0" presStyleCnt="4"/>
      <dgm:spPr/>
    </dgm:pt>
    <dgm:pt modelId="{6B1155D6-2615-4C01-A103-5C865AD5DBB0}" type="pres">
      <dgm:prSet presAssocID="{B488A91D-3011-4FC1-9C07-0F82E3A86A9B}" presName="text_1" presStyleLbl="node1" presStyleIdx="0" presStyleCnt="4">
        <dgm:presLayoutVars>
          <dgm:bulletEnabled val="1"/>
        </dgm:presLayoutVars>
      </dgm:prSet>
      <dgm:spPr/>
    </dgm:pt>
    <dgm:pt modelId="{BDC0F71C-4597-4FDD-980D-36316462213B}" type="pres">
      <dgm:prSet presAssocID="{B488A91D-3011-4FC1-9C07-0F82E3A86A9B}" presName="accent_1" presStyleCnt="0"/>
      <dgm:spPr/>
    </dgm:pt>
    <dgm:pt modelId="{A5E440D7-B800-4036-A379-8B30AB2CA8F8}" type="pres">
      <dgm:prSet presAssocID="{B488A91D-3011-4FC1-9C07-0F82E3A86A9B}" presName="accentRepeatNode" presStyleLbl="solidFgAcc1" presStyleIdx="0" presStyleCnt="4"/>
      <dgm:spPr/>
    </dgm:pt>
    <dgm:pt modelId="{3A12FD77-D938-4F13-8C7C-2EE4E6C3CB59}" type="pres">
      <dgm:prSet presAssocID="{AB5E8C35-0BA6-47F1-922E-88BDC09C3B77}" presName="text_2" presStyleLbl="node1" presStyleIdx="1" presStyleCnt="4">
        <dgm:presLayoutVars>
          <dgm:bulletEnabled val="1"/>
        </dgm:presLayoutVars>
      </dgm:prSet>
      <dgm:spPr/>
    </dgm:pt>
    <dgm:pt modelId="{3478D894-D245-4E85-B26C-341F04EA5973}" type="pres">
      <dgm:prSet presAssocID="{AB5E8C35-0BA6-47F1-922E-88BDC09C3B77}" presName="accent_2" presStyleCnt="0"/>
      <dgm:spPr/>
    </dgm:pt>
    <dgm:pt modelId="{A806FBA3-8774-4FCA-A268-8CC8209F5AAF}" type="pres">
      <dgm:prSet presAssocID="{AB5E8C35-0BA6-47F1-922E-88BDC09C3B77}" presName="accentRepeatNode" presStyleLbl="solidFgAcc1" presStyleIdx="1" presStyleCnt="4"/>
      <dgm:spPr/>
    </dgm:pt>
    <dgm:pt modelId="{0DC9BD8A-54EE-447B-ADE4-25EB25EF7EF3}" type="pres">
      <dgm:prSet presAssocID="{EC767A62-18A4-4BBD-8D30-C4B12C4C0645}" presName="text_3" presStyleLbl="node1" presStyleIdx="2" presStyleCnt="4">
        <dgm:presLayoutVars>
          <dgm:bulletEnabled val="1"/>
        </dgm:presLayoutVars>
      </dgm:prSet>
      <dgm:spPr/>
    </dgm:pt>
    <dgm:pt modelId="{93944EF3-0974-4076-8B4C-957DF69F257D}" type="pres">
      <dgm:prSet presAssocID="{EC767A62-18A4-4BBD-8D30-C4B12C4C0645}" presName="accent_3" presStyleCnt="0"/>
      <dgm:spPr/>
    </dgm:pt>
    <dgm:pt modelId="{71C501C7-2686-421D-945D-142B4331F832}" type="pres">
      <dgm:prSet presAssocID="{EC767A62-18A4-4BBD-8D30-C4B12C4C0645}" presName="accentRepeatNode" presStyleLbl="solidFgAcc1" presStyleIdx="2" presStyleCnt="4"/>
      <dgm:spPr/>
    </dgm:pt>
    <dgm:pt modelId="{39D27E14-1ECE-4C5B-8C92-AFC83511FB9E}" type="pres">
      <dgm:prSet presAssocID="{798C188D-18B1-4B26-9FDC-409C045ED262}" presName="text_4" presStyleLbl="node1" presStyleIdx="3" presStyleCnt="4">
        <dgm:presLayoutVars>
          <dgm:bulletEnabled val="1"/>
        </dgm:presLayoutVars>
      </dgm:prSet>
      <dgm:spPr/>
    </dgm:pt>
    <dgm:pt modelId="{AA2A4316-6713-4B3F-B3C0-A0102030FC58}" type="pres">
      <dgm:prSet presAssocID="{798C188D-18B1-4B26-9FDC-409C045ED262}" presName="accent_4" presStyleCnt="0"/>
      <dgm:spPr/>
    </dgm:pt>
    <dgm:pt modelId="{204B6F6D-7B1C-4CAD-9ADE-CB573A37270F}" type="pres">
      <dgm:prSet presAssocID="{798C188D-18B1-4B26-9FDC-409C045ED262}" presName="accentRepeatNode" presStyleLbl="solidFgAcc1" presStyleIdx="3" presStyleCnt="4"/>
      <dgm:spPr/>
    </dgm:pt>
  </dgm:ptLst>
  <dgm:cxnLst>
    <dgm:cxn modelId="{B3E59B2F-FD9F-4914-81B1-1A0B9D79BDCB}" type="presOf" srcId="{B488A91D-3011-4FC1-9C07-0F82E3A86A9B}" destId="{6B1155D6-2615-4C01-A103-5C865AD5DBB0}" srcOrd="0" destOrd="0" presId="urn:microsoft.com/office/officeart/2008/layout/VerticalCurvedList"/>
    <dgm:cxn modelId="{CF7F8137-E862-4763-A1F3-1B182DFCB41C}" srcId="{E7F2E059-6D38-4141-8C61-A3619F9306B6}" destId="{B488A91D-3011-4FC1-9C07-0F82E3A86A9B}" srcOrd="0" destOrd="0" parTransId="{DB07128F-9C60-4E67-9594-8A1B654276F6}" sibTransId="{98864F5B-8B93-4C6F-8496-DE05CE4F312A}"/>
    <dgm:cxn modelId="{EB13905D-F425-4181-BDFC-F4AC53E8198A}" type="presOf" srcId="{98864F5B-8B93-4C6F-8496-DE05CE4F312A}" destId="{DB97A614-0CD1-4D1C-9AC4-CDF076F83FBC}" srcOrd="0" destOrd="0" presId="urn:microsoft.com/office/officeart/2008/layout/VerticalCurvedList"/>
    <dgm:cxn modelId="{C4BF5860-9AA9-450F-936B-A876F9B48BE5}" type="presOf" srcId="{AB5E8C35-0BA6-47F1-922E-88BDC09C3B77}" destId="{3A12FD77-D938-4F13-8C7C-2EE4E6C3CB59}" srcOrd="0" destOrd="0" presId="urn:microsoft.com/office/officeart/2008/layout/VerticalCurvedList"/>
    <dgm:cxn modelId="{A44DCB51-490E-4DE8-BA17-8D78CB4E3EF6}" srcId="{E7F2E059-6D38-4141-8C61-A3619F9306B6}" destId="{EC767A62-18A4-4BBD-8D30-C4B12C4C0645}" srcOrd="2" destOrd="0" parTransId="{B1A1C22D-900A-49A0-AFD7-338862C2C31E}" sibTransId="{F1467374-923B-4333-BDC8-71D4C5B5C911}"/>
    <dgm:cxn modelId="{42951E79-71F1-4DD0-87E9-7E0BF3437401}" srcId="{E7F2E059-6D38-4141-8C61-A3619F9306B6}" destId="{798C188D-18B1-4B26-9FDC-409C045ED262}" srcOrd="3" destOrd="0" parTransId="{93EA24C5-1F0B-461A-8EC2-1DABDEB5BC00}" sibTransId="{BF9048D5-8388-42A4-A2A6-28B768649C7B}"/>
    <dgm:cxn modelId="{084EEE7F-F4E5-4D8C-8713-1BE8C7046B6D}" srcId="{E7F2E059-6D38-4141-8C61-A3619F9306B6}" destId="{AB5E8C35-0BA6-47F1-922E-88BDC09C3B77}" srcOrd="1" destOrd="0" parTransId="{AEB2AADA-BA68-4142-BE99-36E64842E59C}" sibTransId="{E9D42D49-A97F-4209-B0D9-F86BA8DF89F1}"/>
    <dgm:cxn modelId="{42744DA2-43BD-4FEE-B554-7E7AEE0949E8}" type="presOf" srcId="{E7F2E059-6D38-4141-8C61-A3619F9306B6}" destId="{D8859118-FAD5-4BF1-97EC-C98EC4F71A05}" srcOrd="0" destOrd="0" presId="urn:microsoft.com/office/officeart/2008/layout/VerticalCurvedList"/>
    <dgm:cxn modelId="{591F6BA8-94C3-47EB-9AB6-6939A6BEE24E}" type="presOf" srcId="{798C188D-18B1-4B26-9FDC-409C045ED262}" destId="{39D27E14-1ECE-4C5B-8C92-AFC83511FB9E}" srcOrd="0" destOrd="0" presId="urn:microsoft.com/office/officeart/2008/layout/VerticalCurvedList"/>
    <dgm:cxn modelId="{659F76FE-95C9-43BC-A556-0E995CD6F7CA}" type="presOf" srcId="{EC767A62-18A4-4BBD-8D30-C4B12C4C0645}" destId="{0DC9BD8A-54EE-447B-ADE4-25EB25EF7EF3}" srcOrd="0" destOrd="0" presId="urn:microsoft.com/office/officeart/2008/layout/VerticalCurvedList"/>
    <dgm:cxn modelId="{FBA8A61C-5D93-47C3-8C98-E8B705410E05}" type="presParOf" srcId="{D8859118-FAD5-4BF1-97EC-C98EC4F71A05}" destId="{03023755-3772-4464-85AC-CE927BA663F3}" srcOrd="0" destOrd="0" presId="urn:microsoft.com/office/officeart/2008/layout/VerticalCurvedList"/>
    <dgm:cxn modelId="{3F10D827-574C-4879-81D7-B0A33173899C}" type="presParOf" srcId="{03023755-3772-4464-85AC-CE927BA663F3}" destId="{1AFCD2CA-8B4E-4898-A39F-54B810AE832A}" srcOrd="0" destOrd="0" presId="urn:microsoft.com/office/officeart/2008/layout/VerticalCurvedList"/>
    <dgm:cxn modelId="{FF8DA589-54E8-41FD-88C7-68F8F559C4B0}" type="presParOf" srcId="{1AFCD2CA-8B4E-4898-A39F-54B810AE832A}" destId="{330500F8-CC30-4831-A561-3F33A2DB40B0}" srcOrd="0" destOrd="0" presId="urn:microsoft.com/office/officeart/2008/layout/VerticalCurvedList"/>
    <dgm:cxn modelId="{86B86998-E45F-46CF-85F7-86ECDCFE9B95}" type="presParOf" srcId="{1AFCD2CA-8B4E-4898-A39F-54B810AE832A}" destId="{DB97A614-0CD1-4D1C-9AC4-CDF076F83FBC}" srcOrd="1" destOrd="0" presId="urn:microsoft.com/office/officeart/2008/layout/VerticalCurvedList"/>
    <dgm:cxn modelId="{521B3972-D89A-4A39-8DEC-AD99D10BAF8F}" type="presParOf" srcId="{1AFCD2CA-8B4E-4898-A39F-54B810AE832A}" destId="{15D63AA4-CD32-4A9F-8A52-67A874CA55EB}" srcOrd="2" destOrd="0" presId="urn:microsoft.com/office/officeart/2008/layout/VerticalCurvedList"/>
    <dgm:cxn modelId="{D05F0FB1-7134-4427-909F-5853C564C6AF}" type="presParOf" srcId="{1AFCD2CA-8B4E-4898-A39F-54B810AE832A}" destId="{6C93834D-A338-48CA-8879-44B0F7A10B41}" srcOrd="3" destOrd="0" presId="urn:microsoft.com/office/officeart/2008/layout/VerticalCurvedList"/>
    <dgm:cxn modelId="{ED8697AD-5774-4783-A47A-820C1B10FB73}" type="presParOf" srcId="{03023755-3772-4464-85AC-CE927BA663F3}" destId="{6B1155D6-2615-4C01-A103-5C865AD5DBB0}" srcOrd="1" destOrd="0" presId="urn:microsoft.com/office/officeart/2008/layout/VerticalCurvedList"/>
    <dgm:cxn modelId="{B6B213A3-1910-4B32-8AFA-164CF2777EB0}" type="presParOf" srcId="{03023755-3772-4464-85AC-CE927BA663F3}" destId="{BDC0F71C-4597-4FDD-980D-36316462213B}" srcOrd="2" destOrd="0" presId="urn:microsoft.com/office/officeart/2008/layout/VerticalCurvedList"/>
    <dgm:cxn modelId="{AAE6E76B-B752-4A68-835D-38D8C8192966}" type="presParOf" srcId="{BDC0F71C-4597-4FDD-980D-36316462213B}" destId="{A5E440D7-B800-4036-A379-8B30AB2CA8F8}" srcOrd="0" destOrd="0" presId="urn:microsoft.com/office/officeart/2008/layout/VerticalCurvedList"/>
    <dgm:cxn modelId="{E511D7B8-70D4-4202-8774-E09CD818E1A8}" type="presParOf" srcId="{03023755-3772-4464-85AC-CE927BA663F3}" destId="{3A12FD77-D938-4F13-8C7C-2EE4E6C3CB59}" srcOrd="3" destOrd="0" presId="urn:microsoft.com/office/officeart/2008/layout/VerticalCurvedList"/>
    <dgm:cxn modelId="{2C9986AD-8A7F-40DA-9344-99957EEDA619}" type="presParOf" srcId="{03023755-3772-4464-85AC-CE927BA663F3}" destId="{3478D894-D245-4E85-B26C-341F04EA5973}" srcOrd="4" destOrd="0" presId="urn:microsoft.com/office/officeart/2008/layout/VerticalCurvedList"/>
    <dgm:cxn modelId="{00F2DB3D-A8AE-4499-B4A5-4815E05F956B}" type="presParOf" srcId="{3478D894-D245-4E85-B26C-341F04EA5973}" destId="{A806FBA3-8774-4FCA-A268-8CC8209F5AAF}" srcOrd="0" destOrd="0" presId="urn:microsoft.com/office/officeart/2008/layout/VerticalCurvedList"/>
    <dgm:cxn modelId="{13E62292-35A3-4222-A9BB-7A704DEA216E}" type="presParOf" srcId="{03023755-3772-4464-85AC-CE927BA663F3}" destId="{0DC9BD8A-54EE-447B-ADE4-25EB25EF7EF3}" srcOrd="5" destOrd="0" presId="urn:microsoft.com/office/officeart/2008/layout/VerticalCurvedList"/>
    <dgm:cxn modelId="{FB07E080-3B2E-454E-BCCA-D771BD777142}" type="presParOf" srcId="{03023755-3772-4464-85AC-CE927BA663F3}" destId="{93944EF3-0974-4076-8B4C-957DF69F257D}" srcOrd="6" destOrd="0" presId="urn:microsoft.com/office/officeart/2008/layout/VerticalCurvedList"/>
    <dgm:cxn modelId="{E7E79779-00D2-4B39-B559-CBDF1C287E6E}" type="presParOf" srcId="{93944EF3-0974-4076-8B4C-957DF69F257D}" destId="{71C501C7-2686-421D-945D-142B4331F832}" srcOrd="0" destOrd="0" presId="urn:microsoft.com/office/officeart/2008/layout/VerticalCurvedList"/>
    <dgm:cxn modelId="{EC208846-F04C-416D-B1FA-9B8FAC97A82D}" type="presParOf" srcId="{03023755-3772-4464-85AC-CE927BA663F3}" destId="{39D27E14-1ECE-4C5B-8C92-AFC83511FB9E}" srcOrd="7" destOrd="0" presId="urn:microsoft.com/office/officeart/2008/layout/VerticalCurvedList"/>
    <dgm:cxn modelId="{1E9E88B5-DB92-4E6E-B303-E4DB08EA4E66}" type="presParOf" srcId="{03023755-3772-4464-85AC-CE927BA663F3}" destId="{AA2A4316-6713-4B3F-B3C0-A0102030FC58}" srcOrd="8" destOrd="0" presId="urn:microsoft.com/office/officeart/2008/layout/VerticalCurvedList"/>
    <dgm:cxn modelId="{64E20FAC-0A1E-4DA6-BE40-3FA28F2A663F}" type="presParOf" srcId="{AA2A4316-6713-4B3F-B3C0-A0102030FC58}" destId="{204B6F6D-7B1C-4CAD-9ADE-CB573A37270F}" srcOrd="0" destOrd="0" presId="urn:microsoft.com/office/officeart/2008/layout/VerticalCurvedLis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7F2E059-6D38-4141-8C61-A3619F9306B6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488A91D-3011-4FC1-9C07-0F82E3A86A9B}">
      <dgm:prSet phldrT="[Text]" phldr="0"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DB07128F-9C60-4E67-9594-8A1B654276F6}" type="parTrans" cxnId="{CF7F8137-E862-4763-A1F3-1B182DFCB41C}">
      <dgm:prSet/>
      <dgm:spPr/>
      <dgm:t>
        <a:bodyPr/>
        <a:lstStyle/>
        <a:p>
          <a:endParaRPr lang="en-US"/>
        </a:p>
      </dgm:t>
    </dgm:pt>
    <dgm:pt modelId="{98864F5B-8B93-4C6F-8496-DE05CE4F312A}" type="sibTrans" cxnId="{CF7F8137-E862-4763-A1F3-1B182DFCB41C}">
      <dgm:prSet/>
      <dgm:spPr/>
      <dgm:t>
        <a:bodyPr/>
        <a:lstStyle/>
        <a:p>
          <a:endParaRPr lang="en-US"/>
        </a:p>
      </dgm:t>
    </dgm:pt>
    <dgm:pt modelId="{AB5E8C35-0BA6-47F1-922E-88BDC09C3B77}">
      <dgm:prSet phldrT="[Text]" phldr="0"/>
      <dgm:spPr>
        <a:blipFill>
          <a:blip xmlns:r="http://schemas.openxmlformats.org/officeDocument/2006/relationships" r:embed="rId2"/>
          <a:stretch>
            <a:fillRect t="-2885" b="-9615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AEB2AADA-BA68-4142-BE99-36E64842E59C}" type="parTrans" cxnId="{084EEE7F-F4E5-4D8C-8713-1BE8C7046B6D}">
      <dgm:prSet/>
      <dgm:spPr/>
      <dgm:t>
        <a:bodyPr/>
        <a:lstStyle/>
        <a:p>
          <a:endParaRPr lang="en-US"/>
        </a:p>
      </dgm:t>
    </dgm:pt>
    <dgm:pt modelId="{E9D42D49-A97F-4209-B0D9-F86BA8DF89F1}" type="sibTrans" cxnId="{084EEE7F-F4E5-4D8C-8713-1BE8C7046B6D}">
      <dgm:prSet/>
      <dgm:spPr/>
      <dgm:t>
        <a:bodyPr/>
        <a:lstStyle/>
        <a:p>
          <a:endParaRPr lang="en-US"/>
        </a:p>
      </dgm:t>
    </dgm:pt>
    <dgm:pt modelId="{EC767A62-18A4-4BBD-8D30-C4B12C4C0645}">
      <dgm:prSet phldrT="[Text]" phldr="0"/>
      <dgm:spPr>
        <a:solidFill>
          <a:srgbClr val="002060"/>
        </a:solidFill>
      </dgm:spPr>
      <dgm:t>
        <a:bodyPr/>
        <a:lstStyle/>
        <a:p>
          <a:r>
            <a:rPr lang="en-US" i="1" noProof="0" dirty="0"/>
            <a:t>Stitch </a:t>
          </a:r>
          <a:r>
            <a:rPr lang="en-US" i="0" noProof="0" dirty="0"/>
            <a:t>together the partitions with similar </a:t>
          </a:r>
        </a:p>
        <a:p>
          <a:r>
            <a:rPr lang="en-US" i="1" noProof="0" dirty="0"/>
            <a:t>average sample gradient</a:t>
          </a:r>
        </a:p>
      </dgm:t>
    </dgm:pt>
    <dgm:pt modelId="{B1A1C22D-900A-49A0-AFD7-338862C2C31E}" type="parTrans" cxnId="{A44DCB51-490E-4DE8-BA17-8D78CB4E3EF6}">
      <dgm:prSet/>
      <dgm:spPr/>
      <dgm:t>
        <a:bodyPr/>
        <a:lstStyle/>
        <a:p>
          <a:endParaRPr lang="en-US"/>
        </a:p>
      </dgm:t>
    </dgm:pt>
    <dgm:pt modelId="{F1467374-923B-4333-BDC8-71D4C5B5C911}" type="sibTrans" cxnId="{A44DCB51-490E-4DE8-BA17-8D78CB4E3EF6}">
      <dgm:prSet/>
      <dgm:spPr/>
      <dgm:t>
        <a:bodyPr/>
        <a:lstStyle/>
        <a:p>
          <a:endParaRPr lang="en-US"/>
        </a:p>
      </dgm:t>
    </dgm:pt>
    <dgm:pt modelId="{798C188D-18B1-4B26-9FDC-409C045ED262}">
      <dgm:prSet phldrT="[Text]" phldr="0"/>
      <dgm:spPr>
        <a:blipFill>
          <a:blip xmlns:r="http://schemas.openxmlformats.org/officeDocument/2006/relationships" r:embed="rId3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93EA24C5-1F0B-461A-8EC2-1DABDEB5BC00}" type="parTrans" cxnId="{42951E79-71F1-4DD0-87E9-7E0BF3437401}">
      <dgm:prSet/>
      <dgm:spPr/>
      <dgm:t>
        <a:bodyPr/>
        <a:lstStyle/>
        <a:p>
          <a:endParaRPr lang="en-US"/>
        </a:p>
      </dgm:t>
    </dgm:pt>
    <dgm:pt modelId="{BF9048D5-8388-42A4-A2A6-28B768649C7B}" type="sibTrans" cxnId="{42951E79-71F1-4DD0-87E9-7E0BF3437401}">
      <dgm:prSet/>
      <dgm:spPr/>
      <dgm:t>
        <a:bodyPr/>
        <a:lstStyle/>
        <a:p>
          <a:endParaRPr lang="en-US"/>
        </a:p>
      </dgm:t>
    </dgm:pt>
    <dgm:pt modelId="{D8859118-FAD5-4BF1-97EC-C98EC4F71A05}" type="pres">
      <dgm:prSet presAssocID="{E7F2E059-6D38-4141-8C61-A3619F9306B6}" presName="Name0" presStyleCnt="0">
        <dgm:presLayoutVars>
          <dgm:chMax val="7"/>
          <dgm:chPref val="7"/>
          <dgm:dir/>
        </dgm:presLayoutVars>
      </dgm:prSet>
      <dgm:spPr/>
    </dgm:pt>
    <dgm:pt modelId="{03023755-3772-4464-85AC-CE927BA663F3}" type="pres">
      <dgm:prSet presAssocID="{E7F2E059-6D38-4141-8C61-A3619F9306B6}" presName="Name1" presStyleCnt="0"/>
      <dgm:spPr/>
    </dgm:pt>
    <dgm:pt modelId="{1AFCD2CA-8B4E-4898-A39F-54B810AE832A}" type="pres">
      <dgm:prSet presAssocID="{E7F2E059-6D38-4141-8C61-A3619F9306B6}" presName="cycle" presStyleCnt="0"/>
      <dgm:spPr/>
    </dgm:pt>
    <dgm:pt modelId="{330500F8-CC30-4831-A561-3F33A2DB40B0}" type="pres">
      <dgm:prSet presAssocID="{E7F2E059-6D38-4141-8C61-A3619F9306B6}" presName="srcNode" presStyleLbl="node1" presStyleIdx="0" presStyleCnt="4"/>
      <dgm:spPr/>
    </dgm:pt>
    <dgm:pt modelId="{DB97A614-0CD1-4D1C-9AC4-CDF076F83FBC}" type="pres">
      <dgm:prSet presAssocID="{E7F2E059-6D38-4141-8C61-A3619F9306B6}" presName="conn" presStyleLbl="parChTrans1D2" presStyleIdx="0" presStyleCnt="1"/>
      <dgm:spPr/>
    </dgm:pt>
    <dgm:pt modelId="{15D63AA4-CD32-4A9F-8A52-67A874CA55EB}" type="pres">
      <dgm:prSet presAssocID="{E7F2E059-6D38-4141-8C61-A3619F9306B6}" presName="extraNode" presStyleLbl="node1" presStyleIdx="0" presStyleCnt="4"/>
      <dgm:spPr/>
    </dgm:pt>
    <dgm:pt modelId="{6C93834D-A338-48CA-8879-44B0F7A10B41}" type="pres">
      <dgm:prSet presAssocID="{E7F2E059-6D38-4141-8C61-A3619F9306B6}" presName="dstNode" presStyleLbl="node1" presStyleIdx="0" presStyleCnt="4"/>
      <dgm:spPr/>
    </dgm:pt>
    <dgm:pt modelId="{6B1155D6-2615-4C01-A103-5C865AD5DBB0}" type="pres">
      <dgm:prSet presAssocID="{B488A91D-3011-4FC1-9C07-0F82E3A86A9B}" presName="text_1" presStyleLbl="node1" presStyleIdx="0" presStyleCnt="4">
        <dgm:presLayoutVars>
          <dgm:bulletEnabled val="1"/>
        </dgm:presLayoutVars>
      </dgm:prSet>
      <dgm:spPr/>
    </dgm:pt>
    <dgm:pt modelId="{BDC0F71C-4597-4FDD-980D-36316462213B}" type="pres">
      <dgm:prSet presAssocID="{B488A91D-3011-4FC1-9C07-0F82E3A86A9B}" presName="accent_1" presStyleCnt="0"/>
      <dgm:spPr/>
    </dgm:pt>
    <dgm:pt modelId="{A5E440D7-B800-4036-A379-8B30AB2CA8F8}" type="pres">
      <dgm:prSet presAssocID="{B488A91D-3011-4FC1-9C07-0F82E3A86A9B}" presName="accentRepeatNode" presStyleLbl="solidFgAcc1" presStyleIdx="0" presStyleCnt="4"/>
      <dgm:spPr/>
    </dgm:pt>
    <dgm:pt modelId="{3A12FD77-D938-4F13-8C7C-2EE4E6C3CB59}" type="pres">
      <dgm:prSet presAssocID="{AB5E8C35-0BA6-47F1-922E-88BDC09C3B77}" presName="text_2" presStyleLbl="node1" presStyleIdx="1" presStyleCnt="4">
        <dgm:presLayoutVars>
          <dgm:bulletEnabled val="1"/>
        </dgm:presLayoutVars>
      </dgm:prSet>
      <dgm:spPr/>
    </dgm:pt>
    <dgm:pt modelId="{3478D894-D245-4E85-B26C-341F04EA5973}" type="pres">
      <dgm:prSet presAssocID="{AB5E8C35-0BA6-47F1-922E-88BDC09C3B77}" presName="accent_2" presStyleCnt="0"/>
      <dgm:spPr/>
    </dgm:pt>
    <dgm:pt modelId="{A806FBA3-8774-4FCA-A268-8CC8209F5AAF}" type="pres">
      <dgm:prSet presAssocID="{AB5E8C35-0BA6-47F1-922E-88BDC09C3B77}" presName="accentRepeatNode" presStyleLbl="solidFgAcc1" presStyleIdx="1" presStyleCnt="4"/>
      <dgm:spPr/>
    </dgm:pt>
    <dgm:pt modelId="{0DC9BD8A-54EE-447B-ADE4-25EB25EF7EF3}" type="pres">
      <dgm:prSet presAssocID="{EC767A62-18A4-4BBD-8D30-C4B12C4C0645}" presName="text_3" presStyleLbl="node1" presStyleIdx="2" presStyleCnt="4">
        <dgm:presLayoutVars>
          <dgm:bulletEnabled val="1"/>
        </dgm:presLayoutVars>
      </dgm:prSet>
      <dgm:spPr/>
    </dgm:pt>
    <dgm:pt modelId="{93944EF3-0974-4076-8B4C-957DF69F257D}" type="pres">
      <dgm:prSet presAssocID="{EC767A62-18A4-4BBD-8D30-C4B12C4C0645}" presName="accent_3" presStyleCnt="0"/>
      <dgm:spPr/>
    </dgm:pt>
    <dgm:pt modelId="{71C501C7-2686-421D-945D-142B4331F832}" type="pres">
      <dgm:prSet presAssocID="{EC767A62-18A4-4BBD-8D30-C4B12C4C0645}" presName="accentRepeatNode" presStyleLbl="solidFgAcc1" presStyleIdx="2" presStyleCnt="4"/>
      <dgm:spPr/>
    </dgm:pt>
    <dgm:pt modelId="{39D27E14-1ECE-4C5B-8C92-AFC83511FB9E}" type="pres">
      <dgm:prSet presAssocID="{798C188D-18B1-4B26-9FDC-409C045ED262}" presName="text_4" presStyleLbl="node1" presStyleIdx="3" presStyleCnt="4">
        <dgm:presLayoutVars>
          <dgm:bulletEnabled val="1"/>
        </dgm:presLayoutVars>
      </dgm:prSet>
      <dgm:spPr/>
    </dgm:pt>
    <dgm:pt modelId="{AA2A4316-6713-4B3F-B3C0-A0102030FC58}" type="pres">
      <dgm:prSet presAssocID="{798C188D-18B1-4B26-9FDC-409C045ED262}" presName="accent_4" presStyleCnt="0"/>
      <dgm:spPr/>
    </dgm:pt>
    <dgm:pt modelId="{204B6F6D-7B1C-4CAD-9ADE-CB573A37270F}" type="pres">
      <dgm:prSet presAssocID="{798C188D-18B1-4B26-9FDC-409C045ED262}" presName="accentRepeatNode" presStyleLbl="solidFgAcc1" presStyleIdx="3" presStyleCnt="4"/>
      <dgm:spPr/>
    </dgm:pt>
  </dgm:ptLst>
  <dgm:cxnLst>
    <dgm:cxn modelId="{B3E59B2F-FD9F-4914-81B1-1A0B9D79BDCB}" type="presOf" srcId="{B488A91D-3011-4FC1-9C07-0F82E3A86A9B}" destId="{6B1155D6-2615-4C01-A103-5C865AD5DBB0}" srcOrd="0" destOrd="0" presId="urn:microsoft.com/office/officeart/2008/layout/VerticalCurvedList"/>
    <dgm:cxn modelId="{CF7F8137-E862-4763-A1F3-1B182DFCB41C}" srcId="{E7F2E059-6D38-4141-8C61-A3619F9306B6}" destId="{B488A91D-3011-4FC1-9C07-0F82E3A86A9B}" srcOrd="0" destOrd="0" parTransId="{DB07128F-9C60-4E67-9594-8A1B654276F6}" sibTransId="{98864F5B-8B93-4C6F-8496-DE05CE4F312A}"/>
    <dgm:cxn modelId="{EB13905D-F425-4181-BDFC-F4AC53E8198A}" type="presOf" srcId="{98864F5B-8B93-4C6F-8496-DE05CE4F312A}" destId="{DB97A614-0CD1-4D1C-9AC4-CDF076F83FBC}" srcOrd="0" destOrd="0" presId="urn:microsoft.com/office/officeart/2008/layout/VerticalCurvedList"/>
    <dgm:cxn modelId="{C4BF5860-9AA9-450F-936B-A876F9B48BE5}" type="presOf" srcId="{AB5E8C35-0BA6-47F1-922E-88BDC09C3B77}" destId="{3A12FD77-D938-4F13-8C7C-2EE4E6C3CB59}" srcOrd="0" destOrd="0" presId="urn:microsoft.com/office/officeart/2008/layout/VerticalCurvedList"/>
    <dgm:cxn modelId="{A44DCB51-490E-4DE8-BA17-8D78CB4E3EF6}" srcId="{E7F2E059-6D38-4141-8C61-A3619F9306B6}" destId="{EC767A62-18A4-4BBD-8D30-C4B12C4C0645}" srcOrd="2" destOrd="0" parTransId="{B1A1C22D-900A-49A0-AFD7-338862C2C31E}" sibTransId="{F1467374-923B-4333-BDC8-71D4C5B5C911}"/>
    <dgm:cxn modelId="{42951E79-71F1-4DD0-87E9-7E0BF3437401}" srcId="{E7F2E059-6D38-4141-8C61-A3619F9306B6}" destId="{798C188D-18B1-4B26-9FDC-409C045ED262}" srcOrd="3" destOrd="0" parTransId="{93EA24C5-1F0B-461A-8EC2-1DABDEB5BC00}" sibTransId="{BF9048D5-8388-42A4-A2A6-28B768649C7B}"/>
    <dgm:cxn modelId="{084EEE7F-F4E5-4D8C-8713-1BE8C7046B6D}" srcId="{E7F2E059-6D38-4141-8C61-A3619F9306B6}" destId="{AB5E8C35-0BA6-47F1-922E-88BDC09C3B77}" srcOrd="1" destOrd="0" parTransId="{AEB2AADA-BA68-4142-BE99-36E64842E59C}" sibTransId="{E9D42D49-A97F-4209-B0D9-F86BA8DF89F1}"/>
    <dgm:cxn modelId="{42744DA2-43BD-4FEE-B554-7E7AEE0949E8}" type="presOf" srcId="{E7F2E059-6D38-4141-8C61-A3619F9306B6}" destId="{D8859118-FAD5-4BF1-97EC-C98EC4F71A05}" srcOrd="0" destOrd="0" presId="urn:microsoft.com/office/officeart/2008/layout/VerticalCurvedList"/>
    <dgm:cxn modelId="{591F6BA8-94C3-47EB-9AB6-6939A6BEE24E}" type="presOf" srcId="{798C188D-18B1-4B26-9FDC-409C045ED262}" destId="{39D27E14-1ECE-4C5B-8C92-AFC83511FB9E}" srcOrd="0" destOrd="0" presId="urn:microsoft.com/office/officeart/2008/layout/VerticalCurvedList"/>
    <dgm:cxn modelId="{659F76FE-95C9-43BC-A556-0E995CD6F7CA}" type="presOf" srcId="{EC767A62-18A4-4BBD-8D30-C4B12C4C0645}" destId="{0DC9BD8A-54EE-447B-ADE4-25EB25EF7EF3}" srcOrd="0" destOrd="0" presId="urn:microsoft.com/office/officeart/2008/layout/VerticalCurvedList"/>
    <dgm:cxn modelId="{FBA8A61C-5D93-47C3-8C98-E8B705410E05}" type="presParOf" srcId="{D8859118-FAD5-4BF1-97EC-C98EC4F71A05}" destId="{03023755-3772-4464-85AC-CE927BA663F3}" srcOrd="0" destOrd="0" presId="urn:microsoft.com/office/officeart/2008/layout/VerticalCurvedList"/>
    <dgm:cxn modelId="{3F10D827-574C-4879-81D7-B0A33173899C}" type="presParOf" srcId="{03023755-3772-4464-85AC-CE927BA663F3}" destId="{1AFCD2CA-8B4E-4898-A39F-54B810AE832A}" srcOrd="0" destOrd="0" presId="urn:microsoft.com/office/officeart/2008/layout/VerticalCurvedList"/>
    <dgm:cxn modelId="{FF8DA589-54E8-41FD-88C7-68F8F559C4B0}" type="presParOf" srcId="{1AFCD2CA-8B4E-4898-A39F-54B810AE832A}" destId="{330500F8-CC30-4831-A561-3F33A2DB40B0}" srcOrd="0" destOrd="0" presId="urn:microsoft.com/office/officeart/2008/layout/VerticalCurvedList"/>
    <dgm:cxn modelId="{86B86998-E45F-46CF-85F7-86ECDCFE9B95}" type="presParOf" srcId="{1AFCD2CA-8B4E-4898-A39F-54B810AE832A}" destId="{DB97A614-0CD1-4D1C-9AC4-CDF076F83FBC}" srcOrd="1" destOrd="0" presId="urn:microsoft.com/office/officeart/2008/layout/VerticalCurvedList"/>
    <dgm:cxn modelId="{521B3972-D89A-4A39-8DEC-AD99D10BAF8F}" type="presParOf" srcId="{1AFCD2CA-8B4E-4898-A39F-54B810AE832A}" destId="{15D63AA4-CD32-4A9F-8A52-67A874CA55EB}" srcOrd="2" destOrd="0" presId="urn:microsoft.com/office/officeart/2008/layout/VerticalCurvedList"/>
    <dgm:cxn modelId="{D05F0FB1-7134-4427-909F-5853C564C6AF}" type="presParOf" srcId="{1AFCD2CA-8B4E-4898-A39F-54B810AE832A}" destId="{6C93834D-A338-48CA-8879-44B0F7A10B41}" srcOrd="3" destOrd="0" presId="urn:microsoft.com/office/officeart/2008/layout/VerticalCurvedList"/>
    <dgm:cxn modelId="{ED8697AD-5774-4783-A47A-820C1B10FB73}" type="presParOf" srcId="{03023755-3772-4464-85AC-CE927BA663F3}" destId="{6B1155D6-2615-4C01-A103-5C865AD5DBB0}" srcOrd="1" destOrd="0" presId="urn:microsoft.com/office/officeart/2008/layout/VerticalCurvedList"/>
    <dgm:cxn modelId="{B6B213A3-1910-4B32-8AFA-164CF2777EB0}" type="presParOf" srcId="{03023755-3772-4464-85AC-CE927BA663F3}" destId="{BDC0F71C-4597-4FDD-980D-36316462213B}" srcOrd="2" destOrd="0" presId="urn:microsoft.com/office/officeart/2008/layout/VerticalCurvedList"/>
    <dgm:cxn modelId="{AAE6E76B-B752-4A68-835D-38D8C8192966}" type="presParOf" srcId="{BDC0F71C-4597-4FDD-980D-36316462213B}" destId="{A5E440D7-B800-4036-A379-8B30AB2CA8F8}" srcOrd="0" destOrd="0" presId="urn:microsoft.com/office/officeart/2008/layout/VerticalCurvedList"/>
    <dgm:cxn modelId="{E511D7B8-70D4-4202-8774-E09CD818E1A8}" type="presParOf" srcId="{03023755-3772-4464-85AC-CE927BA663F3}" destId="{3A12FD77-D938-4F13-8C7C-2EE4E6C3CB59}" srcOrd="3" destOrd="0" presId="urn:microsoft.com/office/officeart/2008/layout/VerticalCurvedList"/>
    <dgm:cxn modelId="{2C9986AD-8A7F-40DA-9344-99957EEDA619}" type="presParOf" srcId="{03023755-3772-4464-85AC-CE927BA663F3}" destId="{3478D894-D245-4E85-B26C-341F04EA5973}" srcOrd="4" destOrd="0" presId="urn:microsoft.com/office/officeart/2008/layout/VerticalCurvedList"/>
    <dgm:cxn modelId="{00F2DB3D-A8AE-4499-B4A5-4815E05F956B}" type="presParOf" srcId="{3478D894-D245-4E85-B26C-341F04EA5973}" destId="{A806FBA3-8774-4FCA-A268-8CC8209F5AAF}" srcOrd="0" destOrd="0" presId="urn:microsoft.com/office/officeart/2008/layout/VerticalCurvedList"/>
    <dgm:cxn modelId="{13E62292-35A3-4222-A9BB-7A704DEA216E}" type="presParOf" srcId="{03023755-3772-4464-85AC-CE927BA663F3}" destId="{0DC9BD8A-54EE-447B-ADE4-25EB25EF7EF3}" srcOrd="5" destOrd="0" presId="urn:microsoft.com/office/officeart/2008/layout/VerticalCurvedList"/>
    <dgm:cxn modelId="{FB07E080-3B2E-454E-BCCA-D771BD777142}" type="presParOf" srcId="{03023755-3772-4464-85AC-CE927BA663F3}" destId="{93944EF3-0974-4076-8B4C-957DF69F257D}" srcOrd="6" destOrd="0" presId="urn:microsoft.com/office/officeart/2008/layout/VerticalCurvedList"/>
    <dgm:cxn modelId="{E7E79779-00D2-4B39-B559-CBDF1C287E6E}" type="presParOf" srcId="{93944EF3-0974-4076-8B4C-957DF69F257D}" destId="{71C501C7-2686-421D-945D-142B4331F832}" srcOrd="0" destOrd="0" presId="urn:microsoft.com/office/officeart/2008/layout/VerticalCurvedList"/>
    <dgm:cxn modelId="{EC208846-F04C-416D-B1FA-9B8FAC97A82D}" type="presParOf" srcId="{03023755-3772-4464-85AC-CE927BA663F3}" destId="{39D27E14-1ECE-4C5B-8C92-AFC83511FB9E}" srcOrd="7" destOrd="0" presId="urn:microsoft.com/office/officeart/2008/layout/VerticalCurvedList"/>
    <dgm:cxn modelId="{1E9E88B5-DB92-4E6E-B303-E4DB08EA4E66}" type="presParOf" srcId="{03023755-3772-4464-85AC-CE927BA663F3}" destId="{AA2A4316-6713-4B3F-B3C0-A0102030FC58}" srcOrd="8" destOrd="0" presId="urn:microsoft.com/office/officeart/2008/layout/VerticalCurvedList"/>
    <dgm:cxn modelId="{64E20FAC-0A1E-4DA6-BE40-3FA28F2A663F}" type="presParOf" srcId="{AA2A4316-6713-4B3F-B3C0-A0102030FC58}" destId="{204B6F6D-7B1C-4CAD-9ADE-CB573A37270F}" srcOrd="0" destOrd="0" presId="urn:microsoft.com/office/officeart/2008/layout/VerticalCurvedLis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7F2E059-6D38-4141-8C61-A3619F9306B6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B488A91D-3011-4FC1-9C07-0F82E3A86A9B}">
          <dgm:prSet phldrT="[Text]" phldr="0"/>
          <dgm:spPr>
            <a:solidFill>
              <a:srgbClr val="002060"/>
            </a:solidFill>
          </dgm:spPr>
          <dgm:t>
            <a:bodyPr/>
            <a:lstStyle/>
            <a:p>
              <a:r>
                <a:rPr lang="en-US" noProof="0" dirty="0"/>
                <a:t>You want </a:t>
              </a:r>
              <a14:m>
                <m:oMath xmlns:m="http://schemas.openxmlformats.org/officeDocument/2006/math">
                  <m:r>
                    <a:rPr lang="en-US" i="1" noProof="0" smtClean="0">
                      <a:latin typeface="Cambria Math" panose="02040503050406030204" pitchFamily="18" charset="0"/>
                    </a:rPr>
                    <m:t>𝐵</m:t>
                  </m:r>
                </m:oMath>
              </a14:m>
              <a:r>
                <a:rPr lang="en-US" noProof="0" dirty="0"/>
                <a:t> experts</a:t>
              </a:r>
            </a:p>
          </dgm:t>
        </dgm:pt>
      </mc:Choice>
      <mc:Fallback xmlns="">
        <dgm:pt modelId="{B488A91D-3011-4FC1-9C07-0F82E3A86A9B}">
          <dgm:prSet phldrT="[Text]" phldr="0"/>
          <dgm:spPr>
            <a:solidFill>
              <a:srgbClr val="002060"/>
            </a:solidFill>
          </dgm:spPr>
          <dgm:t>
            <a:bodyPr/>
            <a:lstStyle/>
            <a:p>
              <a:r>
                <a:rPr lang="en-US" noProof="0" dirty="0"/>
                <a:t>You want </a:t>
              </a:r>
              <a:r>
                <a:rPr lang="en-US" i="0" noProof="0">
                  <a:latin typeface="Cambria Math" panose="02040503050406030204" pitchFamily="18" charset="0"/>
                </a:rPr>
                <a:t>𝐵</a:t>
              </a:r>
              <a:r>
                <a:rPr lang="en-US" noProof="0" dirty="0"/>
                <a:t> experts</a:t>
              </a:r>
            </a:p>
          </dgm:t>
        </dgm:pt>
      </mc:Fallback>
    </mc:AlternateContent>
    <dgm:pt modelId="{DB07128F-9C60-4E67-9594-8A1B654276F6}" type="parTrans" cxnId="{CF7F8137-E862-4763-A1F3-1B182DFCB41C}">
      <dgm:prSet/>
      <dgm:spPr/>
      <dgm:t>
        <a:bodyPr/>
        <a:lstStyle/>
        <a:p>
          <a:endParaRPr lang="en-US"/>
        </a:p>
      </dgm:t>
    </dgm:pt>
    <dgm:pt modelId="{98864F5B-8B93-4C6F-8496-DE05CE4F312A}" type="sibTrans" cxnId="{CF7F8137-E862-4763-A1F3-1B182DFCB41C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AB5E8C35-0BA6-47F1-922E-88BDC09C3B77}">
          <dgm:prSet phldrT="[Text]" phldr="0"/>
          <dgm:spPr>
            <a:solidFill>
              <a:srgbClr val="002060"/>
            </a:solidFill>
          </dgm:spPr>
          <dgm:t>
            <a:bodyPr/>
            <a:lstStyle/>
            <a:p>
              <a:pPr algn="l"/>
              <a:r>
                <a:rPr lang="en-US" noProof="0" dirty="0"/>
                <a:t>Partition the space to </a:t>
              </a:r>
              <a14:m>
                <m:oMath xmlns:m="http://schemas.openxmlformats.org/officeDocument/2006/math">
                  <m:r>
                    <a:rPr lang="en-US" i="1" noProof="0" smtClean="0">
                      <a:latin typeface="Cambria Math" panose="02040503050406030204" pitchFamily="18" charset="0"/>
                    </a:rPr>
                    <m:t>𝐵</m:t>
                  </m:r>
                  <m:r>
                    <a:rPr lang="en-US" i="1" noProof="0" smtClean="0">
                      <a:latin typeface="Cambria Math" panose="02040503050406030204" pitchFamily="18" charset="0"/>
                    </a:rPr>
                    <m:t>’=</m:t>
                  </m:r>
                  <m:r>
                    <a:rPr lang="en-US" i="1" noProof="0" smtClean="0">
                      <a:latin typeface="Cambria Math" panose="02040503050406030204" pitchFamily="18" charset="0"/>
                    </a:rPr>
                    <m:t>𝐵</m:t>
                  </m:r>
                  <m:r>
                    <a:rPr lang="en-US" b="0" i="1" noProof="0" smtClean="0">
                      <a:latin typeface="Cambria Math" panose="02040503050406030204" pitchFamily="18" charset="0"/>
                    </a:rPr>
                    <m:t> </m:t>
                  </m:r>
                  <m:sSub>
                    <m:sSubPr>
                      <m:ctrlPr>
                        <a:rPr lang="en-US" b="0" i="1" noProof="0" smtClean="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𝑘</m:t>
                      </m:r>
                    </m:e>
                    <m:sub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𝑟𝑒𝑓𝑖𝑛𝑒𝑚𝑒𝑛𝑡</m:t>
                      </m:r>
                    </m:sub>
                  </m:sSub>
                </m:oMath>
              </a14:m>
              <a:endParaRPr lang="en-US" noProof="0" dirty="0"/>
            </a:p>
            <a:p>
              <a:pPr algn="l"/>
              <a:r>
                <a:rPr lang="en-US" noProof="0" dirty="0"/>
                <a:t>mini-clusters</a:t>
              </a:r>
            </a:p>
          </dgm:t>
        </dgm:pt>
      </mc:Choice>
      <mc:Fallback xmlns="">
        <dgm:pt modelId="{AB5E8C35-0BA6-47F1-922E-88BDC09C3B77}">
          <dgm:prSet phldrT="[Text]" phldr="0"/>
          <dgm:spPr>
            <a:solidFill>
              <a:srgbClr val="002060"/>
            </a:solidFill>
          </dgm:spPr>
          <dgm:t>
            <a:bodyPr/>
            <a:lstStyle/>
            <a:p>
              <a:pPr algn="l"/>
              <a:r>
                <a:rPr lang="en-US" noProof="0" dirty="0"/>
                <a:t>Partition the space to </a:t>
              </a:r>
              <a:r>
                <a:rPr lang="en-US" i="0" noProof="0">
                  <a:latin typeface="Cambria Math" panose="02040503050406030204" pitchFamily="18" charset="0"/>
                </a:rPr>
                <a:t>𝐵’=𝐵</a:t>
              </a:r>
              <a:r>
                <a:rPr lang="en-US" b="0" i="0" noProof="0">
                  <a:latin typeface="Cambria Math" panose="02040503050406030204" pitchFamily="18" charset="0"/>
                </a:rPr>
                <a:t> 𝑘_𝑟𝑒𝑓𝑖𝑛𝑒𝑚𝑒𝑛𝑡</a:t>
              </a:r>
              <a:endParaRPr lang="en-US" noProof="0" dirty="0"/>
            </a:p>
            <a:p>
              <a:pPr algn="l"/>
              <a:r>
                <a:rPr lang="en-US" noProof="0" dirty="0"/>
                <a:t>mini-clusters</a:t>
              </a:r>
            </a:p>
          </dgm:t>
        </dgm:pt>
      </mc:Fallback>
    </mc:AlternateContent>
    <dgm:pt modelId="{AEB2AADA-BA68-4142-BE99-36E64842E59C}" type="parTrans" cxnId="{084EEE7F-F4E5-4D8C-8713-1BE8C7046B6D}">
      <dgm:prSet/>
      <dgm:spPr/>
      <dgm:t>
        <a:bodyPr/>
        <a:lstStyle/>
        <a:p>
          <a:endParaRPr lang="en-US"/>
        </a:p>
      </dgm:t>
    </dgm:pt>
    <dgm:pt modelId="{E9D42D49-A97F-4209-B0D9-F86BA8DF89F1}" type="sibTrans" cxnId="{084EEE7F-F4E5-4D8C-8713-1BE8C7046B6D}">
      <dgm:prSet/>
      <dgm:spPr/>
      <dgm:t>
        <a:bodyPr/>
        <a:lstStyle/>
        <a:p>
          <a:endParaRPr lang="en-US"/>
        </a:p>
      </dgm:t>
    </dgm:pt>
    <dgm:pt modelId="{EC767A62-18A4-4BBD-8D30-C4B12C4C0645}">
      <dgm:prSet phldrT="[Text]" phldr="0"/>
      <dgm:spPr>
        <a:solidFill>
          <a:srgbClr val="002060"/>
        </a:solidFill>
      </dgm:spPr>
      <dgm:t>
        <a:bodyPr/>
        <a:lstStyle/>
        <a:p>
          <a:r>
            <a:rPr lang="en-US" i="1" noProof="0" dirty="0"/>
            <a:t>Stitch </a:t>
          </a:r>
          <a:r>
            <a:rPr lang="en-US" i="0" noProof="0" dirty="0"/>
            <a:t>together the partitions with similar </a:t>
          </a:r>
        </a:p>
        <a:p>
          <a:r>
            <a:rPr lang="en-US" i="1" noProof="0" dirty="0"/>
            <a:t>average sample gradient</a:t>
          </a:r>
        </a:p>
      </dgm:t>
    </dgm:pt>
    <dgm:pt modelId="{B1A1C22D-900A-49A0-AFD7-338862C2C31E}" type="parTrans" cxnId="{A44DCB51-490E-4DE8-BA17-8D78CB4E3EF6}">
      <dgm:prSet/>
      <dgm:spPr/>
      <dgm:t>
        <a:bodyPr/>
        <a:lstStyle/>
        <a:p>
          <a:endParaRPr lang="en-US"/>
        </a:p>
      </dgm:t>
    </dgm:pt>
    <dgm:pt modelId="{F1467374-923B-4333-BDC8-71D4C5B5C911}" type="sibTrans" cxnId="{A44DCB51-490E-4DE8-BA17-8D78CB4E3EF6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798C188D-18B1-4B26-9FDC-409C045ED262}">
          <dgm:prSet phldrT="[Text]" phldr="0"/>
          <dgm:spPr>
            <a:solidFill>
              <a:srgbClr val="002060"/>
            </a:solidFill>
          </dgm:spPr>
          <dgm:t>
            <a:bodyPr/>
            <a:lstStyle/>
            <a:p>
              <a:r>
                <a:rPr lang="en-US" noProof="0" dirty="0"/>
                <a:t>Accuracy vs </a:t>
              </a:r>
              <a14:m>
                <m:oMath xmlns:m="http://schemas.openxmlformats.org/officeDocument/2006/math">
                  <m:r>
                    <a:rPr lang="en-US" i="1" noProof="0" smtClean="0">
                      <a:latin typeface="Cambria Math" panose="02040503050406030204" pitchFamily="18" charset="0"/>
                    </a:rPr>
                    <m:t>𝐵</m:t>
                  </m:r>
                </m:oMath>
              </a14:m>
              <a:endParaRPr lang="en-US" noProof="0" dirty="0"/>
            </a:p>
          </dgm:t>
        </dgm:pt>
      </mc:Choice>
      <mc:Fallback xmlns="">
        <dgm:pt modelId="{798C188D-18B1-4B26-9FDC-409C045ED262}">
          <dgm:prSet phldrT="[Text]" phldr="0"/>
          <dgm:spPr>
            <a:solidFill>
              <a:srgbClr val="002060"/>
            </a:solidFill>
          </dgm:spPr>
          <dgm:t>
            <a:bodyPr/>
            <a:lstStyle/>
            <a:p>
              <a:r>
                <a:rPr lang="en-US" noProof="0" dirty="0"/>
                <a:t>Accuracy vs </a:t>
              </a:r>
              <a:r>
                <a:rPr lang="en-US" i="0" noProof="0">
                  <a:latin typeface="Cambria Math" panose="02040503050406030204" pitchFamily="18" charset="0"/>
                </a:rPr>
                <a:t>𝐵</a:t>
              </a:r>
              <a:endParaRPr lang="en-US" noProof="0" dirty="0"/>
            </a:p>
          </dgm:t>
        </dgm:pt>
      </mc:Fallback>
    </mc:AlternateContent>
    <dgm:pt modelId="{93EA24C5-1F0B-461A-8EC2-1DABDEB5BC00}" type="parTrans" cxnId="{42951E79-71F1-4DD0-87E9-7E0BF3437401}">
      <dgm:prSet/>
      <dgm:spPr/>
      <dgm:t>
        <a:bodyPr/>
        <a:lstStyle/>
        <a:p>
          <a:endParaRPr lang="en-US"/>
        </a:p>
      </dgm:t>
    </dgm:pt>
    <dgm:pt modelId="{BF9048D5-8388-42A4-A2A6-28B768649C7B}" type="sibTrans" cxnId="{42951E79-71F1-4DD0-87E9-7E0BF3437401}">
      <dgm:prSet/>
      <dgm:spPr/>
      <dgm:t>
        <a:bodyPr/>
        <a:lstStyle/>
        <a:p>
          <a:endParaRPr lang="en-US"/>
        </a:p>
      </dgm:t>
    </dgm:pt>
    <dgm:pt modelId="{D8859118-FAD5-4BF1-97EC-C98EC4F71A05}" type="pres">
      <dgm:prSet presAssocID="{E7F2E059-6D38-4141-8C61-A3619F9306B6}" presName="Name0" presStyleCnt="0">
        <dgm:presLayoutVars>
          <dgm:chMax val="7"/>
          <dgm:chPref val="7"/>
          <dgm:dir/>
        </dgm:presLayoutVars>
      </dgm:prSet>
      <dgm:spPr/>
    </dgm:pt>
    <dgm:pt modelId="{03023755-3772-4464-85AC-CE927BA663F3}" type="pres">
      <dgm:prSet presAssocID="{E7F2E059-6D38-4141-8C61-A3619F9306B6}" presName="Name1" presStyleCnt="0"/>
      <dgm:spPr/>
    </dgm:pt>
    <dgm:pt modelId="{1AFCD2CA-8B4E-4898-A39F-54B810AE832A}" type="pres">
      <dgm:prSet presAssocID="{E7F2E059-6D38-4141-8C61-A3619F9306B6}" presName="cycle" presStyleCnt="0"/>
      <dgm:spPr/>
    </dgm:pt>
    <dgm:pt modelId="{330500F8-CC30-4831-A561-3F33A2DB40B0}" type="pres">
      <dgm:prSet presAssocID="{E7F2E059-6D38-4141-8C61-A3619F9306B6}" presName="srcNode" presStyleLbl="node1" presStyleIdx="0" presStyleCnt="4"/>
      <dgm:spPr/>
    </dgm:pt>
    <dgm:pt modelId="{DB97A614-0CD1-4D1C-9AC4-CDF076F83FBC}" type="pres">
      <dgm:prSet presAssocID="{E7F2E059-6D38-4141-8C61-A3619F9306B6}" presName="conn" presStyleLbl="parChTrans1D2" presStyleIdx="0" presStyleCnt="1"/>
      <dgm:spPr/>
    </dgm:pt>
    <dgm:pt modelId="{15D63AA4-CD32-4A9F-8A52-67A874CA55EB}" type="pres">
      <dgm:prSet presAssocID="{E7F2E059-6D38-4141-8C61-A3619F9306B6}" presName="extraNode" presStyleLbl="node1" presStyleIdx="0" presStyleCnt="4"/>
      <dgm:spPr/>
    </dgm:pt>
    <dgm:pt modelId="{6C93834D-A338-48CA-8879-44B0F7A10B41}" type="pres">
      <dgm:prSet presAssocID="{E7F2E059-6D38-4141-8C61-A3619F9306B6}" presName="dstNode" presStyleLbl="node1" presStyleIdx="0" presStyleCnt="4"/>
      <dgm:spPr/>
    </dgm:pt>
    <dgm:pt modelId="{6B1155D6-2615-4C01-A103-5C865AD5DBB0}" type="pres">
      <dgm:prSet presAssocID="{B488A91D-3011-4FC1-9C07-0F82E3A86A9B}" presName="text_1" presStyleLbl="node1" presStyleIdx="0" presStyleCnt="4">
        <dgm:presLayoutVars>
          <dgm:bulletEnabled val="1"/>
        </dgm:presLayoutVars>
      </dgm:prSet>
      <dgm:spPr/>
    </dgm:pt>
    <dgm:pt modelId="{BDC0F71C-4597-4FDD-980D-36316462213B}" type="pres">
      <dgm:prSet presAssocID="{B488A91D-3011-4FC1-9C07-0F82E3A86A9B}" presName="accent_1" presStyleCnt="0"/>
      <dgm:spPr/>
    </dgm:pt>
    <dgm:pt modelId="{A5E440D7-B800-4036-A379-8B30AB2CA8F8}" type="pres">
      <dgm:prSet presAssocID="{B488A91D-3011-4FC1-9C07-0F82E3A86A9B}" presName="accentRepeatNode" presStyleLbl="solidFgAcc1" presStyleIdx="0" presStyleCnt="4"/>
      <dgm:spPr/>
    </dgm:pt>
    <dgm:pt modelId="{3A12FD77-D938-4F13-8C7C-2EE4E6C3CB59}" type="pres">
      <dgm:prSet presAssocID="{AB5E8C35-0BA6-47F1-922E-88BDC09C3B77}" presName="text_2" presStyleLbl="node1" presStyleIdx="1" presStyleCnt="4">
        <dgm:presLayoutVars>
          <dgm:bulletEnabled val="1"/>
        </dgm:presLayoutVars>
      </dgm:prSet>
      <dgm:spPr/>
    </dgm:pt>
    <dgm:pt modelId="{3478D894-D245-4E85-B26C-341F04EA5973}" type="pres">
      <dgm:prSet presAssocID="{AB5E8C35-0BA6-47F1-922E-88BDC09C3B77}" presName="accent_2" presStyleCnt="0"/>
      <dgm:spPr/>
    </dgm:pt>
    <dgm:pt modelId="{A806FBA3-8774-4FCA-A268-8CC8209F5AAF}" type="pres">
      <dgm:prSet presAssocID="{AB5E8C35-0BA6-47F1-922E-88BDC09C3B77}" presName="accentRepeatNode" presStyleLbl="solidFgAcc1" presStyleIdx="1" presStyleCnt="4"/>
      <dgm:spPr/>
    </dgm:pt>
    <dgm:pt modelId="{0DC9BD8A-54EE-447B-ADE4-25EB25EF7EF3}" type="pres">
      <dgm:prSet presAssocID="{EC767A62-18A4-4BBD-8D30-C4B12C4C0645}" presName="text_3" presStyleLbl="node1" presStyleIdx="2" presStyleCnt="4">
        <dgm:presLayoutVars>
          <dgm:bulletEnabled val="1"/>
        </dgm:presLayoutVars>
      </dgm:prSet>
      <dgm:spPr/>
    </dgm:pt>
    <dgm:pt modelId="{93944EF3-0974-4076-8B4C-957DF69F257D}" type="pres">
      <dgm:prSet presAssocID="{EC767A62-18A4-4BBD-8D30-C4B12C4C0645}" presName="accent_3" presStyleCnt="0"/>
      <dgm:spPr/>
    </dgm:pt>
    <dgm:pt modelId="{71C501C7-2686-421D-945D-142B4331F832}" type="pres">
      <dgm:prSet presAssocID="{EC767A62-18A4-4BBD-8D30-C4B12C4C0645}" presName="accentRepeatNode" presStyleLbl="solidFgAcc1" presStyleIdx="2" presStyleCnt="4"/>
      <dgm:spPr/>
    </dgm:pt>
    <dgm:pt modelId="{39D27E14-1ECE-4C5B-8C92-AFC83511FB9E}" type="pres">
      <dgm:prSet presAssocID="{798C188D-18B1-4B26-9FDC-409C045ED262}" presName="text_4" presStyleLbl="node1" presStyleIdx="3" presStyleCnt="4">
        <dgm:presLayoutVars>
          <dgm:bulletEnabled val="1"/>
        </dgm:presLayoutVars>
      </dgm:prSet>
      <dgm:spPr/>
    </dgm:pt>
    <dgm:pt modelId="{AA2A4316-6713-4B3F-B3C0-A0102030FC58}" type="pres">
      <dgm:prSet presAssocID="{798C188D-18B1-4B26-9FDC-409C045ED262}" presName="accent_4" presStyleCnt="0"/>
      <dgm:spPr/>
    </dgm:pt>
    <dgm:pt modelId="{204B6F6D-7B1C-4CAD-9ADE-CB573A37270F}" type="pres">
      <dgm:prSet presAssocID="{798C188D-18B1-4B26-9FDC-409C045ED262}" presName="accentRepeatNode" presStyleLbl="solidFgAcc1" presStyleIdx="3" presStyleCnt="4"/>
      <dgm:spPr/>
    </dgm:pt>
  </dgm:ptLst>
  <dgm:cxnLst>
    <dgm:cxn modelId="{B3E59B2F-FD9F-4914-81B1-1A0B9D79BDCB}" type="presOf" srcId="{B488A91D-3011-4FC1-9C07-0F82E3A86A9B}" destId="{6B1155D6-2615-4C01-A103-5C865AD5DBB0}" srcOrd="0" destOrd="0" presId="urn:microsoft.com/office/officeart/2008/layout/VerticalCurvedList"/>
    <dgm:cxn modelId="{CF7F8137-E862-4763-A1F3-1B182DFCB41C}" srcId="{E7F2E059-6D38-4141-8C61-A3619F9306B6}" destId="{B488A91D-3011-4FC1-9C07-0F82E3A86A9B}" srcOrd="0" destOrd="0" parTransId="{DB07128F-9C60-4E67-9594-8A1B654276F6}" sibTransId="{98864F5B-8B93-4C6F-8496-DE05CE4F312A}"/>
    <dgm:cxn modelId="{EB13905D-F425-4181-BDFC-F4AC53E8198A}" type="presOf" srcId="{98864F5B-8B93-4C6F-8496-DE05CE4F312A}" destId="{DB97A614-0CD1-4D1C-9AC4-CDF076F83FBC}" srcOrd="0" destOrd="0" presId="urn:microsoft.com/office/officeart/2008/layout/VerticalCurvedList"/>
    <dgm:cxn modelId="{C4BF5860-9AA9-450F-936B-A876F9B48BE5}" type="presOf" srcId="{AB5E8C35-0BA6-47F1-922E-88BDC09C3B77}" destId="{3A12FD77-D938-4F13-8C7C-2EE4E6C3CB59}" srcOrd="0" destOrd="0" presId="urn:microsoft.com/office/officeart/2008/layout/VerticalCurvedList"/>
    <dgm:cxn modelId="{A44DCB51-490E-4DE8-BA17-8D78CB4E3EF6}" srcId="{E7F2E059-6D38-4141-8C61-A3619F9306B6}" destId="{EC767A62-18A4-4BBD-8D30-C4B12C4C0645}" srcOrd="2" destOrd="0" parTransId="{B1A1C22D-900A-49A0-AFD7-338862C2C31E}" sibTransId="{F1467374-923B-4333-BDC8-71D4C5B5C911}"/>
    <dgm:cxn modelId="{42951E79-71F1-4DD0-87E9-7E0BF3437401}" srcId="{E7F2E059-6D38-4141-8C61-A3619F9306B6}" destId="{798C188D-18B1-4B26-9FDC-409C045ED262}" srcOrd="3" destOrd="0" parTransId="{93EA24C5-1F0B-461A-8EC2-1DABDEB5BC00}" sibTransId="{BF9048D5-8388-42A4-A2A6-28B768649C7B}"/>
    <dgm:cxn modelId="{084EEE7F-F4E5-4D8C-8713-1BE8C7046B6D}" srcId="{E7F2E059-6D38-4141-8C61-A3619F9306B6}" destId="{AB5E8C35-0BA6-47F1-922E-88BDC09C3B77}" srcOrd="1" destOrd="0" parTransId="{AEB2AADA-BA68-4142-BE99-36E64842E59C}" sibTransId="{E9D42D49-A97F-4209-B0D9-F86BA8DF89F1}"/>
    <dgm:cxn modelId="{42744DA2-43BD-4FEE-B554-7E7AEE0949E8}" type="presOf" srcId="{E7F2E059-6D38-4141-8C61-A3619F9306B6}" destId="{D8859118-FAD5-4BF1-97EC-C98EC4F71A05}" srcOrd="0" destOrd="0" presId="urn:microsoft.com/office/officeart/2008/layout/VerticalCurvedList"/>
    <dgm:cxn modelId="{591F6BA8-94C3-47EB-9AB6-6939A6BEE24E}" type="presOf" srcId="{798C188D-18B1-4B26-9FDC-409C045ED262}" destId="{39D27E14-1ECE-4C5B-8C92-AFC83511FB9E}" srcOrd="0" destOrd="0" presId="urn:microsoft.com/office/officeart/2008/layout/VerticalCurvedList"/>
    <dgm:cxn modelId="{659F76FE-95C9-43BC-A556-0E995CD6F7CA}" type="presOf" srcId="{EC767A62-18A4-4BBD-8D30-C4B12C4C0645}" destId="{0DC9BD8A-54EE-447B-ADE4-25EB25EF7EF3}" srcOrd="0" destOrd="0" presId="urn:microsoft.com/office/officeart/2008/layout/VerticalCurvedList"/>
    <dgm:cxn modelId="{FBA8A61C-5D93-47C3-8C98-E8B705410E05}" type="presParOf" srcId="{D8859118-FAD5-4BF1-97EC-C98EC4F71A05}" destId="{03023755-3772-4464-85AC-CE927BA663F3}" srcOrd="0" destOrd="0" presId="urn:microsoft.com/office/officeart/2008/layout/VerticalCurvedList"/>
    <dgm:cxn modelId="{3F10D827-574C-4879-81D7-B0A33173899C}" type="presParOf" srcId="{03023755-3772-4464-85AC-CE927BA663F3}" destId="{1AFCD2CA-8B4E-4898-A39F-54B810AE832A}" srcOrd="0" destOrd="0" presId="urn:microsoft.com/office/officeart/2008/layout/VerticalCurvedList"/>
    <dgm:cxn modelId="{FF8DA589-54E8-41FD-88C7-68F8F559C4B0}" type="presParOf" srcId="{1AFCD2CA-8B4E-4898-A39F-54B810AE832A}" destId="{330500F8-CC30-4831-A561-3F33A2DB40B0}" srcOrd="0" destOrd="0" presId="urn:microsoft.com/office/officeart/2008/layout/VerticalCurvedList"/>
    <dgm:cxn modelId="{86B86998-E45F-46CF-85F7-86ECDCFE9B95}" type="presParOf" srcId="{1AFCD2CA-8B4E-4898-A39F-54B810AE832A}" destId="{DB97A614-0CD1-4D1C-9AC4-CDF076F83FBC}" srcOrd="1" destOrd="0" presId="urn:microsoft.com/office/officeart/2008/layout/VerticalCurvedList"/>
    <dgm:cxn modelId="{521B3972-D89A-4A39-8DEC-AD99D10BAF8F}" type="presParOf" srcId="{1AFCD2CA-8B4E-4898-A39F-54B810AE832A}" destId="{15D63AA4-CD32-4A9F-8A52-67A874CA55EB}" srcOrd="2" destOrd="0" presId="urn:microsoft.com/office/officeart/2008/layout/VerticalCurvedList"/>
    <dgm:cxn modelId="{D05F0FB1-7134-4427-909F-5853C564C6AF}" type="presParOf" srcId="{1AFCD2CA-8B4E-4898-A39F-54B810AE832A}" destId="{6C93834D-A338-48CA-8879-44B0F7A10B41}" srcOrd="3" destOrd="0" presId="urn:microsoft.com/office/officeart/2008/layout/VerticalCurvedList"/>
    <dgm:cxn modelId="{ED8697AD-5774-4783-A47A-820C1B10FB73}" type="presParOf" srcId="{03023755-3772-4464-85AC-CE927BA663F3}" destId="{6B1155D6-2615-4C01-A103-5C865AD5DBB0}" srcOrd="1" destOrd="0" presId="urn:microsoft.com/office/officeart/2008/layout/VerticalCurvedList"/>
    <dgm:cxn modelId="{B6B213A3-1910-4B32-8AFA-164CF2777EB0}" type="presParOf" srcId="{03023755-3772-4464-85AC-CE927BA663F3}" destId="{BDC0F71C-4597-4FDD-980D-36316462213B}" srcOrd="2" destOrd="0" presId="urn:microsoft.com/office/officeart/2008/layout/VerticalCurvedList"/>
    <dgm:cxn modelId="{AAE6E76B-B752-4A68-835D-38D8C8192966}" type="presParOf" srcId="{BDC0F71C-4597-4FDD-980D-36316462213B}" destId="{A5E440D7-B800-4036-A379-8B30AB2CA8F8}" srcOrd="0" destOrd="0" presId="urn:microsoft.com/office/officeart/2008/layout/VerticalCurvedList"/>
    <dgm:cxn modelId="{E511D7B8-70D4-4202-8774-E09CD818E1A8}" type="presParOf" srcId="{03023755-3772-4464-85AC-CE927BA663F3}" destId="{3A12FD77-D938-4F13-8C7C-2EE4E6C3CB59}" srcOrd="3" destOrd="0" presId="urn:microsoft.com/office/officeart/2008/layout/VerticalCurvedList"/>
    <dgm:cxn modelId="{2C9986AD-8A7F-40DA-9344-99957EEDA619}" type="presParOf" srcId="{03023755-3772-4464-85AC-CE927BA663F3}" destId="{3478D894-D245-4E85-B26C-341F04EA5973}" srcOrd="4" destOrd="0" presId="urn:microsoft.com/office/officeart/2008/layout/VerticalCurvedList"/>
    <dgm:cxn modelId="{00F2DB3D-A8AE-4499-B4A5-4815E05F956B}" type="presParOf" srcId="{3478D894-D245-4E85-B26C-341F04EA5973}" destId="{A806FBA3-8774-4FCA-A268-8CC8209F5AAF}" srcOrd="0" destOrd="0" presId="urn:microsoft.com/office/officeart/2008/layout/VerticalCurvedList"/>
    <dgm:cxn modelId="{13E62292-35A3-4222-A9BB-7A704DEA216E}" type="presParOf" srcId="{03023755-3772-4464-85AC-CE927BA663F3}" destId="{0DC9BD8A-54EE-447B-ADE4-25EB25EF7EF3}" srcOrd="5" destOrd="0" presId="urn:microsoft.com/office/officeart/2008/layout/VerticalCurvedList"/>
    <dgm:cxn modelId="{FB07E080-3B2E-454E-BCCA-D771BD777142}" type="presParOf" srcId="{03023755-3772-4464-85AC-CE927BA663F3}" destId="{93944EF3-0974-4076-8B4C-957DF69F257D}" srcOrd="6" destOrd="0" presId="urn:microsoft.com/office/officeart/2008/layout/VerticalCurvedList"/>
    <dgm:cxn modelId="{E7E79779-00D2-4B39-B559-CBDF1C287E6E}" type="presParOf" srcId="{93944EF3-0974-4076-8B4C-957DF69F257D}" destId="{71C501C7-2686-421D-945D-142B4331F832}" srcOrd="0" destOrd="0" presId="urn:microsoft.com/office/officeart/2008/layout/VerticalCurvedList"/>
    <dgm:cxn modelId="{EC208846-F04C-416D-B1FA-9B8FAC97A82D}" type="presParOf" srcId="{03023755-3772-4464-85AC-CE927BA663F3}" destId="{39D27E14-1ECE-4C5B-8C92-AFC83511FB9E}" srcOrd="7" destOrd="0" presId="urn:microsoft.com/office/officeart/2008/layout/VerticalCurvedList"/>
    <dgm:cxn modelId="{1E9E88B5-DB92-4E6E-B303-E4DB08EA4E66}" type="presParOf" srcId="{03023755-3772-4464-85AC-CE927BA663F3}" destId="{AA2A4316-6713-4B3F-B3C0-A0102030FC58}" srcOrd="8" destOrd="0" presId="urn:microsoft.com/office/officeart/2008/layout/VerticalCurvedList"/>
    <dgm:cxn modelId="{64E20FAC-0A1E-4DA6-BE40-3FA28F2A663F}" type="presParOf" srcId="{AA2A4316-6713-4B3F-B3C0-A0102030FC58}" destId="{204B6F6D-7B1C-4CAD-9ADE-CB573A37270F}" srcOrd="0" destOrd="0" presId="urn:microsoft.com/office/officeart/2008/layout/VerticalCurvedLis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7F2E059-6D38-4141-8C61-A3619F9306B6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488A91D-3011-4FC1-9C07-0F82E3A86A9B}">
      <dgm:prSet phldrT="[Text]" phldr="0"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DB07128F-9C60-4E67-9594-8A1B654276F6}" type="parTrans" cxnId="{CF7F8137-E862-4763-A1F3-1B182DFCB41C}">
      <dgm:prSet/>
      <dgm:spPr/>
      <dgm:t>
        <a:bodyPr/>
        <a:lstStyle/>
        <a:p>
          <a:endParaRPr lang="en-US"/>
        </a:p>
      </dgm:t>
    </dgm:pt>
    <dgm:pt modelId="{98864F5B-8B93-4C6F-8496-DE05CE4F312A}" type="sibTrans" cxnId="{CF7F8137-E862-4763-A1F3-1B182DFCB41C}">
      <dgm:prSet/>
      <dgm:spPr/>
      <dgm:t>
        <a:bodyPr/>
        <a:lstStyle/>
        <a:p>
          <a:endParaRPr lang="en-US"/>
        </a:p>
      </dgm:t>
    </dgm:pt>
    <dgm:pt modelId="{AB5E8C35-0BA6-47F1-922E-88BDC09C3B77}">
      <dgm:prSet phldrT="[Text]" phldr="0"/>
      <dgm:spPr>
        <a:blipFill>
          <a:blip xmlns:r="http://schemas.openxmlformats.org/officeDocument/2006/relationships" r:embed="rId2"/>
          <a:stretch>
            <a:fillRect t="-2885" b="-9615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AEB2AADA-BA68-4142-BE99-36E64842E59C}" type="parTrans" cxnId="{084EEE7F-F4E5-4D8C-8713-1BE8C7046B6D}">
      <dgm:prSet/>
      <dgm:spPr/>
      <dgm:t>
        <a:bodyPr/>
        <a:lstStyle/>
        <a:p>
          <a:endParaRPr lang="en-US"/>
        </a:p>
      </dgm:t>
    </dgm:pt>
    <dgm:pt modelId="{E9D42D49-A97F-4209-B0D9-F86BA8DF89F1}" type="sibTrans" cxnId="{084EEE7F-F4E5-4D8C-8713-1BE8C7046B6D}">
      <dgm:prSet/>
      <dgm:spPr/>
      <dgm:t>
        <a:bodyPr/>
        <a:lstStyle/>
        <a:p>
          <a:endParaRPr lang="en-US"/>
        </a:p>
      </dgm:t>
    </dgm:pt>
    <dgm:pt modelId="{EC767A62-18A4-4BBD-8D30-C4B12C4C0645}">
      <dgm:prSet phldrT="[Text]" phldr="0"/>
      <dgm:spPr>
        <a:solidFill>
          <a:srgbClr val="002060"/>
        </a:solidFill>
      </dgm:spPr>
      <dgm:t>
        <a:bodyPr/>
        <a:lstStyle/>
        <a:p>
          <a:r>
            <a:rPr lang="en-US" i="1" noProof="0" dirty="0"/>
            <a:t>Stitch </a:t>
          </a:r>
          <a:r>
            <a:rPr lang="en-US" i="0" noProof="0" dirty="0"/>
            <a:t>together the partitions with similar </a:t>
          </a:r>
        </a:p>
        <a:p>
          <a:r>
            <a:rPr lang="en-US" i="1" noProof="0" dirty="0"/>
            <a:t>average sample gradient</a:t>
          </a:r>
        </a:p>
      </dgm:t>
    </dgm:pt>
    <dgm:pt modelId="{B1A1C22D-900A-49A0-AFD7-338862C2C31E}" type="parTrans" cxnId="{A44DCB51-490E-4DE8-BA17-8D78CB4E3EF6}">
      <dgm:prSet/>
      <dgm:spPr/>
      <dgm:t>
        <a:bodyPr/>
        <a:lstStyle/>
        <a:p>
          <a:endParaRPr lang="en-US"/>
        </a:p>
      </dgm:t>
    </dgm:pt>
    <dgm:pt modelId="{F1467374-923B-4333-BDC8-71D4C5B5C911}" type="sibTrans" cxnId="{A44DCB51-490E-4DE8-BA17-8D78CB4E3EF6}">
      <dgm:prSet/>
      <dgm:spPr/>
      <dgm:t>
        <a:bodyPr/>
        <a:lstStyle/>
        <a:p>
          <a:endParaRPr lang="en-US"/>
        </a:p>
      </dgm:t>
    </dgm:pt>
    <dgm:pt modelId="{798C188D-18B1-4B26-9FDC-409C045ED262}">
      <dgm:prSet phldrT="[Text]" phldr="0"/>
      <dgm:spPr>
        <a:blipFill>
          <a:blip xmlns:r="http://schemas.openxmlformats.org/officeDocument/2006/relationships" r:embed="rId3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93EA24C5-1F0B-461A-8EC2-1DABDEB5BC00}" type="parTrans" cxnId="{42951E79-71F1-4DD0-87E9-7E0BF3437401}">
      <dgm:prSet/>
      <dgm:spPr/>
      <dgm:t>
        <a:bodyPr/>
        <a:lstStyle/>
        <a:p>
          <a:endParaRPr lang="en-US"/>
        </a:p>
      </dgm:t>
    </dgm:pt>
    <dgm:pt modelId="{BF9048D5-8388-42A4-A2A6-28B768649C7B}" type="sibTrans" cxnId="{42951E79-71F1-4DD0-87E9-7E0BF3437401}">
      <dgm:prSet/>
      <dgm:spPr/>
      <dgm:t>
        <a:bodyPr/>
        <a:lstStyle/>
        <a:p>
          <a:endParaRPr lang="en-US"/>
        </a:p>
      </dgm:t>
    </dgm:pt>
    <dgm:pt modelId="{D8859118-FAD5-4BF1-97EC-C98EC4F71A05}" type="pres">
      <dgm:prSet presAssocID="{E7F2E059-6D38-4141-8C61-A3619F9306B6}" presName="Name0" presStyleCnt="0">
        <dgm:presLayoutVars>
          <dgm:chMax val="7"/>
          <dgm:chPref val="7"/>
          <dgm:dir/>
        </dgm:presLayoutVars>
      </dgm:prSet>
      <dgm:spPr/>
    </dgm:pt>
    <dgm:pt modelId="{03023755-3772-4464-85AC-CE927BA663F3}" type="pres">
      <dgm:prSet presAssocID="{E7F2E059-6D38-4141-8C61-A3619F9306B6}" presName="Name1" presStyleCnt="0"/>
      <dgm:spPr/>
    </dgm:pt>
    <dgm:pt modelId="{1AFCD2CA-8B4E-4898-A39F-54B810AE832A}" type="pres">
      <dgm:prSet presAssocID="{E7F2E059-6D38-4141-8C61-A3619F9306B6}" presName="cycle" presStyleCnt="0"/>
      <dgm:spPr/>
    </dgm:pt>
    <dgm:pt modelId="{330500F8-CC30-4831-A561-3F33A2DB40B0}" type="pres">
      <dgm:prSet presAssocID="{E7F2E059-6D38-4141-8C61-A3619F9306B6}" presName="srcNode" presStyleLbl="node1" presStyleIdx="0" presStyleCnt="4"/>
      <dgm:spPr/>
    </dgm:pt>
    <dgm:pt modelId="{DB97A614-0CD1-4D1C-9AC4-CDF076F83FBC}" type="pres">
      <dgm:prSet presAssocID="{E7F2E059-6D38-4141-8C61-A3619F9306B6}" presName="conn" presStyleLbl="parChTrans1D2" presStyleIdx="0" presStyleCnt="1"/>
      <dgm:spPr/>
    </dgm:pt>
    <dgm:pt modelId="{15D63AA4-CD32-4A9F-8A52-67A874CA55EB}" type="pres">
      <dgm:prSet presAssocID="{E7F2E059-6D38-4141-8C61-A3619F9306B6}" presName="extraNode" presStyleLbl="node1" presStyleIdx="0" presStyleCnt="4"/>
      <dgm:spPr/>
    </dgm:pt>
    <dgm:pt modelId="{6C93834D-A338-48CA-8879-44B0F7A10B41}" type="pres">
      <dgm:prSet presAssocID="{E7F2E059-6D38-4141-8C61-A3619F9306B6}" presName="dstNode" presStyleLbl="node1" presStyleIdx="0" presStyleCnt="4"/>
      <dgm:spPr/>
    </dgm:pt>
    <dgm:pt modelId="{6B1155D6-2615-4C01-A103-5C865AD5DBB0}" type="pres">
      <dgm:prSet presAssocID="{B488A91D-3011-4FC1-9C07-0F82E3A86A9B}" presName="text_1" presStyleLbl="node1" presStyleIdx="0" presStyleCnt="4">
        <dgm:presLayoutVars>
          <dgm:bulletEnabled val="1"/>
        </dgm:presLayoutVars>
      </dgm:prSet>
      <dgm:spPr/>
    </dgm:pt>
    <dgm:pt modelId="{BDC0F71C-4597-4FDD-980D-36316462213B}" type="pres">
      <dgm:prSet presAssocID="{B488A91D-3011-4FC1-9C07-0F82E3A86A9B}" presName="accent_1" presStyleCnt="0"/>
      <dgm:spPr/>
    </dgm:pt>
    <dgm:pt modelId="{A5E440D7-B800-4036-A379-8B30AB2CA8F8}" type="pres">
      <dgm:prSet presAssocID="{B488A91D-3011-4FC1-9C07-0F82E3A86A9B}" presName="accentRepeatNode" presStyleLbl="solidFgAcc1" presStyleIdx="0" presStyleCnt="4"/>
      <dgm:spPr/>
    </dgm:pt>
    <dgm:pt modelId="{3A12FD77-D938-4F13-8C7C-2EE4E6C3CB59}" type="pres">
      <dgm:prSet presAssocID="{AB5E8C35-0BA6-47F1-922E-88BDC09C3B77}" presName="text_2" presStyleLbl="node1" presStyleIdx="1" presStyleCnt="4">
        <dgm:presLayoutVars>
          <dgm:bulletEnabled val="1"/>
        </dgm:presLayoutVars>
      </dgm:prSet>
      <dgm:spPr/>
    </dgm:pt>
    <dgm:pt modelId="{3478D894-D245-4E85-B26C-341F04EA5973}" type="pres">
      <dgm:prSet presAssocID="{AB5E8C35-0BA6-47F1-922E-88BDC09C3B77}" presName="accent_2" presStyleCnt="0"/>
      <dgm:spPr/>
    </dgm:pt>
    <dgm:pt modelId="{A806FBA3-8774-4FCA-A268-8CC8209F5AAF}" type="pres">
      <dgm:prSet presAssocID="{AB5E8C35-0BA6-47F1-922E-88BDC09C3B77}" presName="accentRepeatNode" presStyleLbl="solidFgAcc1" presStyleIdx="1" presStyleCnt="4"/>
      <dgm:spPr/>
    </dgm:pt>
    <dgm:pt modelId="{0DC9BD8A-54EE-447B-ADE4-25EB25EF7EF3}" type="pres">
      <dgm:prSet presAssocID="{EC767A62-18A4-4BBD-8D30-C4B12C4C0645}" presName="text_3" presStyleLbl="node1" presStyleIdx="2" presStyleCnt="4">
        <dgm:presLayoutVars>
          <dgm:bulletEnabled val="1"/>
        </dgm:presLayoutVars>
      </dgm:prSet>
      <dgm:spPr/>
    </dgm:pt>
    <dgm:pt modelId="{93944EF3-0974-4076-8B4C-957DF69F257D}" type="pres">
      <dgm:prSet presAssocID="{EC767A62-18A4-4BBD-8D30-C4B12C4C0645}" presName="accent_3" presStyleCnt="0"/>
      <dgm:spPr/>
    </dgm:pt>
    <dgm:pt modelId="{71C501C7-2686-421D-945D-142B4331F832}" type="pres">
      <dgm:prSet presAssocID="{EC767A62-18A4-4BBD-8D30-C4B12C4C0645}" presName="accentRepeatNode" presStyleLbl="solidFgAcc1" presStyleIdx="2" presStyleCnt="4"/>
      <dgm:spPr/>
    </dgm:pt>
    <dgm:pt modelId="{39D27E14-1ECE-4C5B-8C92-AFC83511FB9E}" type="pres">
      <dgm:prSet presAssocID="{798C188D-18B1-4B26-9FDC-409C045ED262}" presName="text_4" presStyleLbl="node1" presStyleIdx="3" presStyleCnt="4">
        <dgm:presLayoutVars>
          <dgm:bulletEnabled val="1"/>
        </dgm:presLayoutVars>
      </dgm:prSet>
      <dgm:spPr/>
    </dgm:pt>
    <dgm:pt modelId="{AA2A4316-6713-4B3F-B3C0-A0102030FC58}" type="pres">
      <dgm:prSet presAssocID="{798C188D-18B1-4B26-9FDC-409C045ED262}" presName="accent_4" presStyleCnt="0"/>
      <dgm:spPr/>
    </dgm:pt>
    <dgm:pt modelId="{204B6F6D-7B1C-4CAD-9ADE-CB573A37270F}" type="pres">
      <dgm:prSet presAssocID="{798C188D-18B1-4B26-9FDC-409C045ED262}" presName="accentRepeatNode" presStyleLbl="solidFgAcc1" presStyleIdx="3" presStyleCnt="4"/>
      <dgm:spPr/>
    </dgm:pt>
  </dgm:ptLst>
  <dgm:cxnLst>
    <dgm:cxn modelId="{B3E59B2F-FD9F-4914-81B1-1A0B9D79BDCB}" type="presOf" srcId="{B488A91D-3011-4FC1-9C07-0F82E3A86A9B}" destId="{6B1155D6-2615-4C01-A103-5C865AD5DBB0}" srcOrd="0" destOrd="0" presId="urn:microsoft.com/office/officeart/2008/layout/VerticalCurvedList"/>
    <dgm:cxn modelId="{CF7F8137-E862-4763-A1F3-1B182DFCB41C}" srcId="{E7F2E059-6D38-4141-8C61-A3619F9306B6}" destId="{B488A91D-3011-4FC1-9C07-0F82E3A86A9B}" srcOrd="0" destOrd="0" parTransId="{DB07128F-9C60-4E67-9594-8A1B654276F6}" sibTransId="{98864F5B-8B93-4C6F-8496-DE05CE4F312A}"/>
    <dgm:cxn modelId="{EB13905D-F425-4181-BDFC-F4AC53E8198A}" type="presOf" srcId="{98864F5B-8B93-4C6F-8496-DE05CE4F312A}" destId="{DB97A614-0CD1-4D1C-9AC4-CDF076F83FBC}" srcOrd="0" destOrd="0" presId="urn:microsoft.com/office/officeart/2008/layout/VerticalCurvedList"/>
    <dgm:cxn modelId="{C4BF5860-9AA9-450F-936B-A876F9B48BE5}" type="presOf" srcId="{AB5E8C35-0BA6-47F1-922E-88BDC09C3B77}" destId="{3A12FD77-D938-4F13-8C7C-2EE4E6C3CB59}" srcOrd="0" destOrd="0" presId="urn:microsoft.com/office/officeart/2008/layout/VerticalCurvedList"/>
    <dgm:cxn modelId="{A44DCB51-490E-4DE8-BA17-8D78CB4E3EF6}" srcId="{E7F2E059-6D38-4141-8C61-A3619F9306B6}" destId="{EC767A62-18A4-4BBD-8D30-C4B12C4C0645}" srcOrd="2" destOrd="0" parTransId="{B1A1C22D-900A-49A0-AFD7-338862C2C31E}" sibTransId="{F1467374-923B-4333-BDC8-71D4C5B5C911}"/>
    <dgm:cxn modelId="{42951E79-71F1-4DD0-87E9-7E0BF3437401}" srcId="{E7F2E059-6D38-4141-8C61-A3619F9306B6}" destId="{798C188D-18B1-4B26-9FDC-409C045ED262}" srcOrd="3" destOrd="0" parTransId="{93EA24C5-1F0B-461A-8EC2-1DABDEB5BC00}" sibTransId="{BF9048D5-8388-42A4-A2A6-28B768649C7B}"/>
    <dgm:cxn modelId="{084EEE7F-F4E5-4D8C-8713-1BE8C7046B6D}" srcId="{E7F2E059-6D38-4141-8C61-A3619F9306B6}" destId="{AB5E8C35-0BA6-47F1-922E-88BDC09C3B77}" srcOrd="1" destOrd="0" parTransId="{AEB2AADA-BA68-4142-BE99-36E64842E59C}" sibTransId="{E9D42D49-A97F-4209-B0D9-F86BA8DF89F1}"/>
    <dgm:cxn modelId="{42744DA2-43BD-4FEE-B554-7E7AEE0949E8}" type="presOf" srcId="{E7F2E059-6D38-4141-8C61-A3619F9306B6}" destId="{D8859118-FAD5-4BF1-97EC-C98EC4F71A05}" srcOrd="0" destOrd="0" presId="urn:microsoft.com/office/officeart/2008/layout/VerticalCurvedList"/>
    <dgm:cxn modelId="{591F6BA8-94C3-47EB-9AB6-6939A6BEE24E}" type="presOf" srcId="{798C188D-18B1-4B26-9FDC-409C045ED262}" destId="{39D27E14-1ECE-4C5B-8C92-AFC83511FB9E}" srcOrd="0" destOrd="0" presId="urn:microsoft.com/office/officeart/2008/layout/VerticalCurvedList"/>
    <dgm:cxn modelId="{659F76FE-95C9-43BC-A556-0E995CD6F7CA}" type="presOf" srcId="{EC767A62-18A4-4BBD-8D30-C4B12C4C0645}" destId="{0DC9BD8A-54EE-447B-ADE4-25EB25EF7EF3}" srcOrd="0" destOrd="0" presId="urn:microsoft.com/office/officeart/2008/layout/VerticalCurvedList"/>
    <dgm:cxn modelId="{FBA8A61C-5D93-47C3-8C98-E8B705410E05}" type="presParOf" srcId="{D8859118-FAD5-4BF1-97EC-C98EC4F71A05}" destId="{03023755-3772-4464-85AC-CE927BA663F3}" srcOrd="0" destOrd="0" presId="urn:microsoft.com/office/officeart/2008/layout/VerticalCurvedList"/>
    <dgm:cxn modelId="{3F10D827-574C-4879-81D7-B0A33173899C}" type="presParOf" srcId="{03023755-3772-4464-85AC-CE927BA663F3}" destId="{1AFCD2CA-8B4E-4898-A39F-54B810AE832A}" srcOrd="0" destOrd="0" presId="urn:microsoft.com/office/officeart/2008/layout/VerticalCurvedList"/>
    <dgm:cxn modelId="{FF8DA589-54E8-41FD-88C7-68F8F559C4B0}" type="presParOf" srcId="{1AFCD2CA-8B4E-4898-A39F-54B810AE832A}" destId="{330500F8-CC30-4831-A561-3F33A2DB40B0}" srcOrd="0" destOrd="0" presId="urn:microsoft.com/office/officeart/2008/layout/VerticalCurvedList"/>
    <dgm:cxn modelId="{86B86998-E45F-46CF-85F7-86ECDCFE9B95}" type="presParOf" srcId="{1AFCD2CA-8B4E-4898-A39F-54B810AE832A}" destId="{DB97A614-0CD1-4D1C-9AC4-CDF076F83FBC}" srcOrd="1" destOrd="0" presId="urn:microsoft.com/office/officeart/2008/layout/VerticalCurvedList"/>
    <dgm:cxn modelId="{521B3972-D89A-4A39-8DEC-AD99D10BAF8F}" type="presParOf" srcId="{1AFCD2CA-8B4E-4898-A39F-54B810AE832A}" destId="{15D63AA4-CD32-4A9F-8A52-67A874CA55EB}" srcOrd="2" destOrd="0" presId="urn:microsoft.com/office/officeart/2008/layout/VerticalCurvedList"/>
    <dgm:cxn modelId="{D05F0FB1-7134-4427-909F-5853C564C6AF}" type="presParOf" srcId="{1AFCD2CA-8B4E-4898-A39F-54B810AE832A}" destId="{6C93834D-A338-48CA-8879-44B0F7A10B41}" srcOrd="3" destOrd="0" presId="urn:microsoft.com/office/officeart/2008/layout/VerticalCurvedList"/>
    <dgm:cxn modelId="{ED8697AD-5774-4783-A47A-820C1B10FB73}" type="presParOf" srcId="{03023755-3772-4464-85AC-CE927BA663F3}" destId="{6B1155D6-2615-4C01-A103-5C865AD5DBB0}" srcOrd="1" destOrd="0" presId="urn:microsoft.com/office/officeart/2008/layout/VerticalCurvedList"/>
    <dgm:cxn modelId="{B6B213A3-1910-4B32-8AFA-164CF2777EB0}" type="presParOf" srcId="{03023755-3772-4464-85AC-CE927BA663F3}" destId="{BDC0F71C-4597-4FDD-980D-36316462213B}" srcOrd="2" destOrd="0" presId="urn:microsoft.com/office/officeart/2008/layout/VerticalCurvedList"/>
    <dgm:cxn modelId="{AAE6E76B-B752-4A68-835D-38D8C8192966}" type="presParOf" srcId="{BDC0F71C-4597-4FDD-980D-36316462213B}" destId="{A5E440D7-B800-4036-A379-8B30AB2CA8F8}" srcOrd="0" destOrd="0" presId="urn:microsoft.com/office/officeart/2008/layout/VerticalCurvedList"/>
    <dgm:cxn modelId="{E511D7B8-70D4-4202-8774-E09CD818E1A8}" type="presParOf" srcId="{03023755-3772-4464-85AC-CE927BA663F3}" destId="{3A12FD77-D938-4F13-8C7C-2EE4E6C3CB59}" srcOrd="3" destOrd="0" presId="urn:microsoft.com/office/officeart/2008/layout/VerticalCurvedList"/>
    <dgm:cxn modelId="{2C9986AD-8A7F-40DA-9344-99957EEDA619}" type="presParOf" srcId="{03023755-3772-4464-85AC-CE927BA663F3}" destId="{3478D894-D245-4E85-B26C-341F04EA5973}" srcOrd="4" destOrd="0" presId="urn:microsoft.com/office/officeart/2008/layout/VerticalCurvedList"/>
    <dgm:cxn modelId="{00F2DB3D-A8AE-4499-B4A5-4815E05F956B}" type="presParOf" srcId="{3478D894-D245-4E85-B26C-341F04EA5973}" destId="{A806FBA3-8774-4FCA-A268-8CC8209F5AAF}" srcOrd="0" destOrd="0" presId="urn:microsoft.com/office/officeart/2008/layout/VerticalCurvedList"/>
    <dgm:cxn modelId="{13E62292-35A3-4222-A9BB-7A704DEA216E}" type="presParOf" srcId="{03023755-3772-4464-85AC-CE927BA663F3}" destId="{0DC9BD8A-54EE-447B-ADE4-25EB25EF7EF3}" srcOrd="5" destOrd="0" presId="urn:microsoft.com/office/officeart/2008/layout/VerticalCurvedList"/>
    <dgm:cxn modelId="{FB07E080-3B2E-454E-BCCA-D771BD777142}" type="presParOf" srcId="{03023755-3772-4464-85AC-CE927BA663F3}" destId="{93944EF3-0974-4076-8B4C-957DF69F257D}" srcOrd="6" destOrd="0" presId="urn:microsoft.com/office/officeart/2008/layout/VerticalCurvedList"/>
    <dgm:cxn modelId="{E7E79779-00D2-4B39-B559-CBDF1C287E6E}" type="presParOf" srcId="{93944EF3-0974-4076-8B4C-957DF69F257D}" destId="{71C501C7-2686-421D-945D-142B4331F832}" srcOrd="0" destOrd="0" presId="urn:microsoft.com/office/officeart/2008/layout/VerticalCurvedList"/>
    <dgm:cxn modelId="{EC208846-F04C-416D-B1FA-9B8FAC97A82D}" type="presParOf" srcId="{03023755-3772-4464-85AC-CE927BA663F3}" destId="{39D27E14-1ECE-4C5B-8C92-AFC83511FB9E}" srcOrd="7" destOrd="0" presId="urn:microsoft.com/office/officeart/2008/layout/VerticalCurvedList"/>
    <dgm:cxn modelId="{1E9E88B5-DB92-4E6E-B303-E4DB08EA4E66}" type="presParOf" srcId="{03023755-3772-4464-85AC-CE927BA663F3}" destId="{AA2A4316-6713-4B3F-B3C0-A0102030FC58}" srcOrd="8" destOrd="0" presId="urn:microsoft.com/office/officeart/2008/layout/VerticalCurvedList"/>
    <dgm:cxn modelId="{64E20FAC-0A1E-4DA6-BE40-3FA28F2A663F}" type="presParOf" srcId="{AA2A4316-6713-4B3F-B3C0-A0102030FC58}" destId="{204B6F6D-7B1C-4CAD-9ADE-CB573A37270F}" srcOrd="0" destOrd="0" presId="urn:microsoft.com/office/officeart/2008/layout/VerticalCurvedLis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7F2E059-6D38-4141-8C61-A3619F9306B6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488A91D-3011-4FC1-9C07-0F82E3A86A9B}">
      <dgm:prSet phldrT="[Text]" phldr="0"/>
      <dgm:spPr>
        <a:solidFill>
          <a:srgbClr val="002060"/>
        </a:solidFill>
      </dgm:spPr>
      <dgm:t>
        <a:bodyPr/>
        <a:lstStyle/>
        <a:p>
          <a:r>
            <a:rPr lang="en-US" noProof="0" dirty="0"/>
            <a:t>More clusters = Less points in the cluster </a:t>
          </a:r>
        </a:p>
        <a:p>
          <a:r>
            <a:rPr lang="en-US" noProof="0" dirty="0"/>
            <a:t>= More aligned sample gradients</a:t>
          </a:r>
        </a:p>
      </dgm:t>
    </dgm:pt>
    <dgm:pt modelId="{DB07128F-9C60-4E67-9594-8A1B654276F6}" type="parTrans" cxnId="{CF7F8137-E862-4763-A1F3-1B182DFCB41C}">
      <dgm:prSet/>
      <dgm:spPr/>
      <dgm:t>
        <a:bodyPr/>
        <a:lstStyle/>
        <a:p>
          <a:endParaRPr lang="en-US"/>
        </a:p>
      </dgm:t>
    </dgm:pt>
    <dgm:pt modelId="{98864F5B-8B93-4C6F-8496-DE05CE4F312A}" type="sibTrans" cxnId="{CF7F8137-E862-4763-A1F3-1B182DFCB41C}">
      <dgm:prSet/>
      <dgm:spPr/>
      <dgm:t>
        <a:bodyPr/>
        <a:lstStyle/>
        <a:p>
          <a:endParaRPr lang="en-US"/>
        </a:p>
      </dgm:t>
    </dgm:pt>
    <dgm:pt modelId="{AB5E8C35-0BA6-47F1-922E-88BDC09C3B77}">
      <dgm:prSet phldrT="[Text]" phldr="0"/>
      <dgm:spPr>
        <a:solidFill>
          <a:srgbClr val="002060"/>
        </a:solidFill>
      </dgm:spPr>
      <dgm:t>
        <a:bodyPr/>
        <a:lstStyle/>
        <a:p>
          <a:pPr algn="l"/>
          <a:r>
            <a:rPr lang="en-US" noProof="0" dirty="0"/>
            <a:t>Downside: the dispatcher gets really big!</a:t>
          </a:r>
        </a:p>
        <a:p>
          <a:pPr algn="l"/>
          <a:r>
            <a:rPr lang="en-US" noProof="0" dirty="0"/>
            <a:t>… but that is OK.</a:t>
          </a:r>
        </a:p>
      </dgm:t>
    </dgm:pt>
    <dgm:pt modelId="{AEB2AADA-BA68-4142-BE99-36E64842E59C}" type="parTrans" cxnId="{084EEE7F-F4E5-4D8C-8713-1BE8C7046B6D}">
      <dgm:prSet/>
      <dgm:spPr/>
      <dgm:t>
        <a:bodyPr/>
        <a:lstStyle/>
        <a:p>
          <a:endParaRPr lang="en-US"/>
        </a:p>
      </dgm:t>
    </dgm:pt>
    <dgm:pt modelId="{E9D42D49-A97F-4209-B0D9-F86BA8DF89F1}" type="sibTrans" cxnId="{084EEE7F-F4E5-4D8C-8713-1BE8C7046B6D}">
      <dgm:prSet/>
      <dgm:spPr/>
      <dgm:t>
        <a:bodyPr/>
        <a:lstStyle/>
        <a:p>
          <a:endParaRPr lang="en-US"/>
        </a:p>
      </dgm:t>
    </dgm:pt>
    <dgm:pt modelId="{EC767A62-18A4-4BBD-8D30-C4B12C4C0645}">
      <dgm:prSet phldrT="[Text]" phldr="0"/>
      <dgm:spPr>
        <a:solidFill>
          <a:srgbClr val="002060"/>
        </a:solidFill>
      </dgm:spPr>
      <dgm:t>
        <a:bodyPr/>
        <a:lstStyle/>
        <a:p>
          <a:r>
            <a:rPr lang="en-US" i="1" noProof="0" dirty="0"/>
            <a:t>Stitch </a:t>
          </a:r>
          <a:r>
            <a:rPr lang="en-US" i="0" noProof="0" dirty="0"/>
            <a:t>together </a:t>
          </a:r>
          <a:r>
            <a:rPr lang="en-US" b="1" i="0" noProof="0" dirty="0"/>
            <a:t>hundreds of  partitions </a:t>
          </a:r>
          <a:r>
            <a:rPr lang="en-US" i="0" noProof="0" dirty="0"/>
            <a:t>with similar </a:t>
          </a:r>
        </a:p>
        <a:p>
          <a:r>
            <a:rPr lang="en-US" i="1" noProof="0" dirty="0"/>
            <a:t>average sample gradient</a:t>
          </a:r>
        </a:p>
      </dgm:t>
    </dgm:pt>
    <dgm:pt modelId="{B1A1C22D-900A-49A0-AFD7-338862C2C31E}" type="parTrans" cxnId="{A44DCB51-490E-4DE8-BA17-8D78CB4E3EF6}">
      <dgm:prSet/>
      <dgm:spPr/>
      <dgm:t>
        <a:bodyPr/>
        <a:lstStyle/>
        <a:p>
          <a:endParaRPr lang="en-US"/>
        </a:p>
      </dgm:t>
    </dgm:pt>
    <dgm:pt modelId="{F1467374-923B-4333-BDC8-71D4C5B5C911}" type="sibTrans" cxnId="{A44DCB51-490E-4DE8-BA17-8D78CB4E3EF6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798C188D-18B1-4B26-9FDC-409C045ED262}">
          <dgm:prSet phldrT="[Text]" phldr="0"/>
          <dgm:spPr>
            <a:solidFill>
              <a:srgbClr val="002060"/>
            </a:solidFill>
          </dgm:spPr>
          <dgm:t>
            <a:bodyPr/>
            <a:lstStyle/>
            <a:p>
              <a:r>
                <a:rPr lang="en-US" noProof="0" dirty="0"/>
                <a:t>Accuracy on </a:t>
              </a:r>
              <a14:m>
                <m:oMath xmlns:m="http://schemas.openxmlformats.org/officeDocument/2006/math">
                  <m:r>
                    <a:rPr lang="en-US" i="1" noProof="0" smtClean="0">
                      <a:latin typeface="Cambria Math" panose="02040503050406030204" pitchFamily="18" charset="0"/>
                    </a:rPr>
                    <m:t>𝐵</m:t>
                  </m:r>
                  <m:r>
                    <a:rPr lang="en-US" b="0" i="1" noProof="0" smtClean="0">
                      <a:latin typeface="Cambria Math" panose="02040503050406030204" pitchFamily="18" charset="0"/>
                    </a:rPr>
                    <m:t>′</m:t>
                  </m:r>
                </m:oMath>
              </a14:m>
              <a:r>
                <a:rPr lang="en-US" noProof="0" dirty="0"/>
                <a:t> is not important</a:t>
              </a:r>
            </a:p>
          </dgm:t>
        </dgm:pt>
      </mc:Choice>
      <mc:Fallback xmlns="">
        <dgm:pt modelId="{798C188D-18B1-4B26-9FDC-409C045ED262}">
          <dgm:prSet phldrT="[Text]" phldr="0"/>
          <dgm:spPr>
            <a:solidFill>
              <a:srgbClr val="002060"/>
            </a:solidFill>
          </dgm:spPr>
          <dgm:t>
            <a:bodyPr/>
            <a:lstStyle/>
            <a:p>
              <a:r>
                <a:rPr lang="en-US" noProof="0" dirty="0"/>
                <a:t>Accuracy on </a:t>
              </a:r>
              <a:r>
                <a:rPr lang="en-US" i="0" noProof="0">
                  <a:latin typeface="Cambria Math" panose="02040503050406030204" pitchFamily="18" charset="0"/>
                </a:rPr>
                <a:t>𝐵</a:t>
              </a:r>
              <a:r>
                <a:rPr lang="en-US" b="0" i="0" noProof="0">
                  <a:latin typeface="Cambria Math" panose="02040503050406030204" pitchFamily="18" charset="0"/>
                </a:rPr>
                <a:t>′</a:t>
              </a:r>
              <a:r>
                <a:rPr lang="en-US" noProof="0" dirty="0"/>
                <a:t> is not important</a:t>
              </a:r>
            </a:p>
          </dgm:t>
        </dgm:pt>
      </mc:Fallback>
    </mc:AlternateContent>
    <dgm:pt modelId="{93EA24C5-1F0B-461A-8EC2-1DABDEB5BC00}" type="parTrans" cxnId="{42951E79-71F1-4DD0-87E9-7E0BF3437401}">
      <dgm:prSet/>
      <dgm:spPr/>
      <dgm:t>
        <a:bodyPr/>
        <a:lstStyle/>
        <a:p>
          <a:endParaRPr lang="en-US"/>
        </a:p>
      </dgm:t>
    </dgm:pt>
    <dgm:pt modelId="{BF9048D5-8388-42A4-A2A6-28B768649C7B}" type="sibTrans" cxnId="{42951E79-71F1-4DD0-87E9-7E0BF3437401}">
      <dgm:prSet/>
      <dgm:spPr/>
      <dgm:t>
        <a:bodyPr/>
        <a:lstStyle/>
        <a:p>
          <a:endParaRPr lang="en-US"/>
        </a:p>
      </dgm:t>
    </dgm:pt>
    <dgm:pt modelId="{D8859118-FAD5-4BF1-97EC-C98EC4F71A05}" type="pres">
      <dgm:prSet presAssocID="{E7F2E059-6D38-4141-8C61-A3619F9306B6}" presName="Name0" presStyleCnt="0">
        <dgm:presLayoutVars>
          <dgm:chMax val="7"/>
          <dgm:chPref val="7"/>
          <dgm:dir/>
        </dgm:presLayoutVars>
      </dgm:prSet>
      <dgm:spPr/>
    </dgm:pt>
    <dgm:pt modelId="{03023755-3772-4464-85AC-CE927BA663F3}" type="pres">
      <dgm:prSet presAssocID="{E7F2E059-6D38-4141-8C61-A3619F9306B6}" presName="Name1" presStyleCnt="0"/>
      <dgm:spPr/>
    </dgm:pt>
    <dgm:pt modelId="{1AFCD2CA-8B4E-4898-A39F-54B810AE832A}" type="pres">
      <dgm:prSet presAssocID="{E7F2E059-6D38-4141-8C61-A3619F9306B6}" presName="cycle" presStyleCnt="0"/>
      <dgm:spPr/>
    </dgm:pt>
    <dgm:pt modelId="{330500F8-CC30-4831-A561-3F33A2DB40B0}" type="pres">
      <dgm:prSet presAssocID="{E7F2E059-6D38-4141-8C61-A3619F9306B6}" presName="srcNode" presStyleLbl="node1" presStyleIdx="0" presStyleCnt="4"/>
      <dgm:spPr/>
    </dgm:pt>
    <dgm:pt modelId="{DB97A614-0CD1-4D1C-9AC4-CDF076F83FBC}" type="pres">
      <dgm:prSet presAssocID="{E7F2E059-6D38-4141-8C61-A3619F9306B6}" presName="conn" presStyleLbl="parChTrans1D2" presStyleIdx="0" presStyleCnt="1"/>
      <dgm:spPr/>
    </dgm:pt>
    <dgm:pt modelId="{15D63AA4-CD32-4A9F-8A52-67A874CA55EB}" type="pres">
      <dgm:prSet presAssocID="{E7F2E059-6D38-4141-8C61-A3619F9306B6}" presName="extraNode" presStyleLbl="node1" presStyleIdx="0" presStyleCnt="4"/>
      <dgm:spPr/>
    </dgm:pt>
    <dgm:pt modelId="{6C93834D-A338-48CA-8879-44B0F7A10B41}" type="pres">
      <dgm:prSet presAssocID="{E7F2E059-6D38-4141-8C61-A3619F9306B6}" presName="dstNode" presStyleLbl="node1" presStyleIdx="0" presStyleCnt="4"/>
      <dgm:spPr/>
    </dgm:pt>
    <dgm:pt modelId="{6B1155D6-2615-4C01-A103-5C865AD5DBB0}" type="pres">
      <dgm:prSet presAssocID="{B488A91D-3011-4FC1-9C07-0F82E3A86A9B}" presName="text_1" presStyleLbl="node1" presStyleIdx="0" presStyleCnt="4">
        <dgm:presLayoutVars>
          <dgm:bulletEnabled val="1"/>
        </dgm:presLayoutVars>
      </dgm:prSet>
      <dgm:spPr/>
    </dgm:pt>
    <dgm:pt modelId="{BDC0F71C-4597-4FDD-980D-36316462213B}" type="pres">
      <dgm:prSet presAssocID="{B488A91D-3011-4FC1-9C07-0F82E3A86A9B}" presName="accent_1" presStyleCnt="0"/>
      <dgm:spPr/>
    </dgm:pt>
    <dgm:pt modelId="{A5E440D7-B800-4036-A379-8B30AB2CA8F8}" type="pres">
      <dgm:prSet presAssocID="{B488A91D-3011-4FC1-9C07-0F82E3A86A9B}" presName="accentRepeatNode" presStyleLbl="solidFgAcc1" presStyleIdx="0" presStyleCnt="4"/>
      <dgm:spPr/>
    </dgm:pt>
    <dgm:pt modelId="{BA7CF568-D827-404F-83EF-DE2A0F5DA945}" type="pres">
      <dgm:prSet presAssocID="{EC767A62-18A4-4BBD-8D30-C4B12C4C0645}" presName="text_2" presStyleLbl="node1" presStyleIdx="1" presStyleCnt="4">
        <dgm:presLayoutVars>
          <dgm:bulletEnabled val="1"/>
        </dgm:presLayoutVars>
      </dgm:prSet>
      <dgm:spPr/>
    </dgm:pt>
    <dgm:pt modelId="{244593FC-E0E4-47B8-A343-69F06F009CA1}" type="pres">
      <dgm:prSet presAssocID="{EC767A62-18A4-4BBD-8D30-C4B12C4C0645}" presName="accent_2" presStyleCnt="0"/>
      <dgm:spPr/>
    </dgm:pt>
    <dgm:pt modelId="{71C501C7-2686-421D-945D-142B4331F832}" type="pres">
      <dgm:prSet presAssocID="{EC767A62-18A4-4BBD-8D30-C4B12C4C0645}" presName="accentRepeatNode" presStyleLbl="solidFgAcc1" presStyleIdx="1" presStyleCnt="4"/>
      <dgm:spPr/>
    </dgm:pt>
    <dgm:pt modelId="{EEEBC823-6327-41E3-9498-077EC66E6394}" type="pres">
      <dgm:prSet presAssocID="{798C188D-18B1-4B26-9FDC-409C045ED262}" presName="text_3" presStyleLbl="node1" presStyleIdx="2" presStyleCnt="4">
        <dgm:presLayoutVars>
          <dgm:bulletEnabled val="1"/>
        </dgm:presLayoutVars>
      </dgm:prSet>
      <dgm:spPr/>
    </dgm:pt>
    <dgm:pt modelId="{49BFF199-3E8B-43C7-B962-BC5846F8BE32}" type="pres">
      <dgm:prSet presAssocID="{798C188D-18B1-4B26-9FDC-409C045ED262}" presName="accent_3" presStyleCnt="0"/>
      <dgm:spPr/>
    </dgm:pt>
    <dgm:pt modelId="{204B6F6D-7B1C-4CAD-9ADE-CB573A37270F}" type="pres">
      <dgm:prSet presAssocID="{798C188D-18B1-4B26-9FDC-409C045ED262}" presName="accentRepeatNode" presStyleLbl="solidFgAcc1" presStyleIdx="2" presStyleCnt="4"/>
      <dgm:spPr/>
    </dgm:pt>
    <dgm:pt modelId="{F31F4AD6-69DA-4570-AC70-E2D69C9751D4}" type="pres">
      <dgm:prSet presAssocID="{AB5E8C35-0BA6-47F1-922E-88BDC09C3B77}" presName="text_4" presStyleLbl="node1" presStyleIdx="3" presStyleCnt="4">
        <dgm:presLayoutVars>
          <dgm:bulletEnabled val="1"/>
        </dgm:presLayoutVars>
      </dgm:prSet>
      <dgm:spPr/>
    </dgm:pt>
    <dgm:pt modelId="{583F5170-7157-4533-8EC9-683840561B10}" type="pres">
      <dgm:prSet presAssocID="{AB5E8C35-0BA6-47F1-922E-88BDC09C3B77}" presName="accent_4" presStyleCnt="0"/>
      <dgm:spPr/>
    </dgm:pt>
    <dgm:pt modelId="{A806FBA3-8774-4FCA-A268-8CC8209F5AAF}" type="pres">
      <dgm:prSet presAssocID="{AB5E8C35-0BA6-47F1-922E-88BDC09C3B77}" presName="accentRepeatNode" presStyleLbl="solidFgAcc1" presStyleIdx="3" presStyleCnt="4"/>
      <dgm:spPr/>
    </dgm:pt>
  </dgm:ptLst>
  <dgm:cxnLst>
    <dgm:cxn modelId="{289B4725-00CF-43BB-93C2-E6DF82692BD7}" type="presOf" srcId="{798C188D-18B1-4B26-9FDC-409C045ED262}" destId="{EEEBC823-6327-41E3-9498-077EC66E6394}" srcOrd="0" destOrd="0" presId="urn:microsoft.com/office/officeart/2008/layout/VerticalCurvedList"/>
    <dgm:cxn modelId="{CF7F8137-E862-4763-A1F3-1B182DFCB41C}" srcId="{E7F2E059-6D38-4141-8C61-A3619F9306B6}" destId="{B488A91D-3011-4FC1-9C07-0F82E3A86A9B}" srcOrd="0" destOrd="0" parTransId="{DB07128F-9C60-4E67-9594-8A1B654276F6}" sibTransId="{98864F5B-8B93-4C6F-8496-DE05CE4F312A}"/>
    <dgm:cxn modelId="{41962841-4CE6-4F1A-A683-D3F0597896C7}" type="presOf" srcId="{AB5E8C35-0BA6-47F1-922E-88BDC09C3B77}" destId="{F31F4AD6-69DA-4570-AC70-E2D69C9751D4}" srcOrd="0" destOrd="0" presId="urn:microsoft.com/office/officeart/2008/layout/VerticalCurvedList"/>
    <dgm:cxn modelId="{2BB9554D-9C84-4D98-AFA2-E36693826526}" type="presOf" srcId="{98864F5B-8B93-4C6F-8496-DE05CE4F312A}" destId="{DB97A614-0CD1-4D1C-9AC4-CDF076F83FBC}" srcOrd="0" destOrd="0" presId="urn:microsoft.com/office/officeart/2008/layout/VerticalCurvedList"/>
    <dgm:cxn modelId="{82B44F6F-EA98-42F5-B5BD-54BFC1BEEF91}" type="presOf" srcId="{EC767A62-18A4-4BBD-8D30-C4B12C4C0645}" destId="{BA7CF568-D827-404F-83EF-DE2A0F5DA945}" srcOrd="0" destOrd="0" presId="urn:microsoft.com/office/officeart/2008/layout/VerticalCurvedList"/>
    <dgm:cxn modelId="{A44DCB51-490E-4DE8-BA17-8D78CB4E3EF6}" srcId="{E7F2E059-6D38-4141-8C61-A3619F9306B6}" destId="{EC767A62-18A4-4BBD-8D30-C4B12C4C0645}" srcOrd="1" destOrd="0" parTransId="{B1A1C22D-900A-49A0-AFD7-338862C2C31E}" sibTransId="{F1467374-923B-4333-BDC8-71D4C5B5C911}"/>
    <dgm:cxn modelId="{42951E79-71F1-4DD0-87E9-7E0BF3437401}" srcId="{E7F2E059-6D38-4141-8C61-A3619F9306B6}" destId="{798C188D-18B1-4B26-9FDC-409C045ED262}" srcOrd="2" destOrd="0" parTransId="{93EA24C5-1F0B-461A-8EC2-1DABDEB5BC00}" sibTransId="{BF9048D5-8388-42A4-A2A6-28B768649C7B}"/>
    <dgm:cxn modelId="{084EEE7F-F4E5-4D8C-8713-1BE8C7046B6D}" srcId="{E7F2E059-6D38-4141-8C61-A3619F9306B6}" destId="{AB5E8C35-0BA6-47F1-922E-88BDC09C3B77}" srcOrd="3" destOrd="0" parTransId="{AEB2AADA-BA68-4142-BE99-36E64842E59C}" sibTransId="{E9D42D49-A97F-4209-B0D9-F86BA8DF89F1}"/>
    <dgm:cxn modelId="{42744DA2-43BD-4FEE-B554-7E7AEE0949E8}" type="presOf" srcId="{E7F2E059-6D38-4141-8C61-A3619F9306B6}" destId="{D8859118-FAD5-4BF1-97EC-C98EC4F71A05}" srcOrd="0" destOrd="0" presId="urn:microsoft.com/office/officeart/2008/layout/VerticalCurvedList"/>
    <dgm:cxn modelId="{4E89CDAD-74AD-4EF1-80AE-F9D633FF51C2}" type="presOf" srcId="{B488A91D-3011-4FC1-9C07-0F82E3A86A9B}" destId="{6B1155D6-2615-4C01-A103-5C865AD5DBB0}" srcOrd="0" destOrd="0" presId="urn:microsoft.com/office/officeart/2008/layout/VerticalCurvedList"/>
    <dgm:cxn modelId="{A96EB865-1A5E-4343-A3F5-D08119E47D28}" type="presParOf" srcId="{D8859118-FAD5-4BF1-97EC-C98EC4F71A05}" destId="{03023755-3772-4464-85AC-CE927BA663F3}" srcOrd="0" destOrd="0" presId="urn:microsoft.com/office/officeart/2008/layout/VerticalCurvedList"/>
    <dgm:cxn modelId="{F279C54A-7ABE-4724-B73A-7388C89B85BB}" type="presParOf" srcId="{03023755-3772-4464-85AC-CE927BA663F3}" destId="{1AFCD2CA-8B4E-4898-A39F-54B810AE832A}" srcOrd="0" destOrd="0" presId="urn:microsoft.com/office/officeart/2008/layout/VerticalCurvedList"/>
    <dgm:cxn modelId="{09A0D9A6-3DE0-41D9-A204-4F17A655DED8}" type="presParOf" srcId="{1AFCD2CA-8B4E-4898-A39F-54B810AE832A}" destId="{330500F8-CC30-4831-A561-3F33A2DB40B0}" srcOrd="0" destOrd="0" presId="urn:microsoft.com/office/officeart/2008/layout/VerticalCurvedList"/>
    <dgm:cxn modelId="{E98B26CA-328B-4837-96D0-81C090F4F3B4}" type="presParOf" srcId="{1AFCD2CA-8B4E-4898-A39F-54B810AE832A}" destId="{DB97A614-0CD1-4D1C-9AC4-CDF076F83FBC}" srcOrd="1" destOrd="0" presId="urn:microsoft.com/office/officeart/2008/layout/VerticalCurvedList"/>
    <dgm:cxn modelId="{7E45A221-F914-4A15-8F33-C72313D62B3F}" type="presParOf" srcId="{1AFCD2CA-8B4E-4898-A39F-54B810AE832A}" destId="{15D63AA4-CD32-4A9F-8A52-67A874CA55EB}" srcOrd="2" destOrd="0" presId="urn:microsoft.com/office/officeart/2008/layout/VerticalCurvedList"/>
    <dgm:cxn modelId="{F765BF61-7473-4C96-A1F5-2B19C69229BA}" type="presParOf" srcId="{1AFCD2CA-8B4E-4898-A39F-54B810AE832A}" destId="{6C93834D-A338-48CA-8879-44B0F7A10B41}" srcOrd="3" destOrd="0" presId="urn:microsoft.com/office/officeart/2008/layout/VerticalCurvedList"/>
    <dgm:cxn modelId="{744D681A-F809-4E9E-8442-8CFF64182500}" type="presParOf" srcId="{03023755-3772-4464-85AC-CE927BA663F3}" destId="{6B1155D6-2615-4C01-A103-5C865AD5DBB0}" srcOrd="1" destOrd="0" presId="urn:microsoft.com/office/officeart/2008/layout/VerticalCurvedList"/>
    <dgm:cxn modelId="{A4231645-0E1D-479D-9735-FA686952CC1E}" type="presParOf" srcId="{03023755-3772-4464-85AC-CE927BA663F3}" destId="{BDC0F71C-4597-4FDD-980D-36316462213B}" srcOrd="2" destOrd="0" presId="urn:microsoft.com/office/officeart/2008/layout/VerticalCurvedList"/>
    <dgm:cxn modelId="{215EF849-C59D-4992-B5C8-179202E305CD}" type="presParOf" srcId="{BDC0F71C-4597-4FDD-980D-36316462213B}" destId="{A5E440D7-B800-4036-A379-8B30AB2CA8F8}" srcOrd="0" destOrd="0" presId="urn:microsoft.com/office/officeart/2008/layout/VerticalCurvedList"/>
    <dgm:cxn modelId="{A3490C26-0867-48BF-99E6-8E22100DD942}" type="presParOf" srcId="{03023755-3772-4464-85AC-CE927BA663F3}" destId="{BA7CF568-D827-404F-83EF-DE2A0F5DA945}" srcOrd="3" destOrd="0" presId="urn:microsoft.com/office/officeart/2008/layout/VerticalCurvedList"/>
    <dgm:cxn modelId="{731B1DB7-3E81-4A89-9094-71273A95B339}" type="presParOf" srcId="{03023755-3772-4464-85AC-CE927BA663F3}" destId="{244593FC-E0E4-47B8-A343-69F06F009CA1}" srcOrd="4" destOrd="0" presId="urn:microsoft.com/office/officeart/2008/layout/VerticalCurvedList"/>
    <dgm:cxn modelId="{2E60C828-4E92-435E-8A50-C3A4236C5CC4}" type="presParOf" srcId="{244593FC-E0E4-47B8-A343-69F06F009CA1}" destId="{71C501C7-2686-421D-945D-142B4331F832}" srcOrd="0" destOrd="0" presId="urn:microsoft.com/office/officeart/2008/layout/VerticalCurvedList"/>
    <dgm:cxn modelId="{F88C2AA1-8415-4BDA-B778-160AAB6080FA}" type="presParOf" srcId="{03023755-3772-4464-85AC-CE927BA663F3}" destId="{EEEBC823-6327-41E3-9498-077EC66E6394}" srcOrd="5" destOrd="0" presId="urn:microsoft.com/office/officeart/2008/layout/VerticalCurvedList"/>
    <dgm:cxn modelId="{B08E0403-EE8B-4489-A805-9332A72E9A1A}" type="presParOf" srcId="{03023755-3772-4464-85AC-CE927BA663F3}" destId="{49BFF199-3E8B-43C7-B962-BC5846F8BE32}" srcOrd="6" destOrd="0" presId="urn:microsoft.com/office/officeart/2008/layout/VerticalCurvedList"/>
    <dgm:cxn modelId="{BEEAFD29-FAA3-46DD-B621-B821BF3ED166}" type="presParOf" srcId="{49BFF199-3E8B-43C7-B962-BC5846F8BE32}" destId="{204B6F6D-7B1C-4CAD-9ADE-CB573A37270F}" srcOrd="0" destOrd="0" presId="urn:microsoft.com/office/officeart/2008/layout/VerticalCurvedList"/>
    <dgm:cxn modelId="{1DA07759-6B2A-44E8-BED4-2B8C17DED75F}" type="presParOf" srcId="{03023755-3772-4464-85AC-CE927BA663F3}" destId="{F31F4AD6-69DA-4570-AC70-E2D69C9751D4}" srcOrd="7" destOrd="0" presId="urn:microsoft.com/office/officeart/2008/layout/VerticalCurvedList"/>
    <dgm:cxn modelId="{B0321D9A-5EC9-4001-AF2D-FF8EAAF60252}" type="presParOf" srcId="{03023755-3772-4464-85AC-CE927BA663F3}" destId="{583F5170-7157-4533-8EC9-683840561B10}" srcOrd="8" destOrd="0" presId="urn:microsoft.com/office/officeart/2008/layout/VerticalCurvedList"/>
    <dgm:cxn modelId="{5E3254A3-97FF-47DE-A2F8-17B6F6796F7B}" type="presParOf" srcId="{583F5170-7157-4533-8EC9-683840561B10}" destId="{A806FBA3-8774-4FCA-A268-8CC8209F5AAF}" srcOrd="0" destOrd="0" presId="urn:microsoft.com/office/officeart/2008/layout/VerticalCurvedList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7F2E059-6D38-4141-8C61-A3619F9306B6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488A91D-3011-4FC1-9C07-0F82E3A86A9B}">
      <dgm:prSet phldrT="[Text]" phldr="0"/>
      <dgm:spPr>
        <a:solidFill>
          <a:srgbClr val="002060"/>
        </a:solidFill>
      </dgm:spPr>
      <dgm:t>
        <a:bodyPr/>
        <a:lstStyle/>
        <a:p>
          <a:r>
            <a:rPr lang="en-US" noProof="0" dirty="0"/>
            <a:t>More clusters = Less points in the cluster </a:t>
          </a:r>
        </a:p>
        <a:p>
          <a:r>
            <a:rPr lang="en-US" noProof="0" dirty="0"/>
            <a:t>= More aligned sample gradients</a:t>
          </a:r>
        </a:p>
      </dgm:t>
    </dgm:pt>
    <dgm:pt modelId="{DB07128F-9C60-4E67-9594-8A1B654276F6}" type="parTrans" cxnId="{CF7F8137-E862-4763-A1F3-1B182DFCB41C}">
      <dgm:prSet/>
      <dgm:spPr/>
      <dgm:t>
        <a:bodyPr/>
        <a:lstStyle/>
        <a:p>
          <a:endParaRPr lang="en-US"/>
        </a:p>
      </dgm:t>
    </dgm:pt>
    <dgm:pt modelId="{98864F5B-8B93-4C6F-8496-DE05CE4F312A}" type="sibTrans" cxnId="{CF7F8137-E862-4763-A1F3-1B182DFCB41C}">
      <dgm:prSet/>
      <dgm:spPr/>
      <dgm:t>
        <a:bodyPr/>
        <a:lstStyle/>
        <a:p>
          <a:endParaRPr lang="en-US"/>
        </a:p>
      </dgm:t>
    </dgm:pt>
    <dgm:pt modelId="{AB5E8C35-0BA6-47F1-922E-88BDC09C3B77}">
      <dgm:prSet phldrT="[Text]" phldr="0"/>
      <dgm:spPr>
        <a:solidFill>
          <a:srgbClr val="002060"/>
        </a:solidFill>
      </dgm:spPr>
      <dgm:t>
        <a:bodyPr/>
        <a:lstStyle/>
        <a:p>
          <a:pPr algn="l"/>
          <a:r>
            <a:rPr lang="en-US" noProof="0" dirty="0"/>
            <a:t>Downside: the dispatcher gets really big!</a:t>
          </a:r>
        </a:p>
        <a:p>
          <a:pPr algn="l"/>
          <a:r>
            <a:rPr lang="en-US" noProof="0" dirty="0"/>
            <a:t>… but that is OK.</a:t>
          </a:r>
        </a:p>
      </dgm:t>
    </dgm:pt>
    <dgm:pt modelId="{AEB2AADA-BA68-4142-BE99-36E64842E59C}" type="parTrans" cxnId="{084EEE7F-F4E5-4D8C-8713-1BE8C7046B6D}">
      <dgm:prSet/>
      <dgm:spPr/>
      <dgm:t>
        <a:bodyPr/>
        <a:lstStyle/>
        <a:p>
          <a:endParaRPr lang="en-US"/>
        </a:p>
      </dgm:t>
    </dgm:pt>
    <dgm:pt modelId="{E9D42D49-A97F-4209-B0D9-F86BA8DF89F1}" type="sibTrans" cxnId="{084EEE7F-F4E5-4D8C-8713-1BE8C7046B6D}">
      <dgm:prSet/>
      <dgm:spPr/>
      <dgm:t>
        <a:bodyPr/>
        <a:lstStyle/>
        <a:p>
          <a:endParaRPr lang="en-US"/>
        </a:p>
      </dgm:t>
    </dgm:pt>
    <dgm:pt modelId="{EC767A62-18A4-4BBD-8D30-C4B12C4C0645}">
      <dgm:prSet phldrT="[Text]" phldr="0"/>
      <dgm:spPr>
        <a:solidFill>
          <a:srgbClr val="002060"/>
        </a:solidFill>
      </dgm:spPr>
      <dgm:t>
        <a:bodyPr/>
        <a:lstStyle/>
        <a:p>
          <a:r>
            <a:rPr lang="en-US" i="1" noProof="0" dirty="0"/>
            <a:t>Stitch </a:t>
          </a:r>
          <a:r>
            <a:rPr lang="en-US" i="0" noProof="0" dirty="0"/>
            <a:t>together </a:t>
          </a:r>
          <a:r>
            <a:rPr lang="en-US" b="1" i="0" noProof="0" dirty="0"/>
            <a:t>hundreds of  partitions </a:t>
          </a:r>
          <a:r>
            <a:rPr lang="en-US" i="0" noProof="0" dirty="0"/>
            <a:t>with similar </a:t>
          </a:r>
        </a:p>
        <a:p>
          <a:r>
            <a:rPr lang="en-US" i="1" noProof="0" dirty="0"/>
            <a:t>average sample gradient</a:t>
          </a:r>
        </a:p>
      </dgm:t>
    </dgm:pt>
    <dgm:pt modelId="{B1A1C22D-900A-49A0-AFD7-338862C2C31E}" type="parTrans" cxnId="{A44DCB51-490E-4DE8-BA17-8D78CB4E3EF6}">
      <dgm:prSet/>
      <dgm:spPr/>
      <dgm:t>
        <a:bodyPr/>
        <a:lstStyle/>
        <a:p>
          <a:endParaRPr lang="en-US"/>
        </a:p>
      </dgm:t>
    </dgm:pt>
    <dgm:pt modelId="{F1467374-923B-4333-BDC8-71D4C5B5C911}" type="sibTrans" cxnId="{A44DCB51-490E-4DE8-BA17-8D78CB4E3EF6}">
      <dgm:prSet/>
      <dgm:spPr/>
      <dgm:t>
        <a:bodyPr/>
        <a:lstStyle/>
        <a:p>
          <a:endParaRPr lang="en-US"/>
        </a:p>
      </dgm:t>
    </dgm:pt>
    <dgm:pt modelId="{798C188D-18B1-4B26-9FDC-409C045ED262}">
      <dgm:prSet phldrT="[Text]" phldr="0"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93EA24C5-1F0B-461A-8EC2-1DABDEB5BC00}" type="parTrans" cxnId="{42951E79-71F1-4DD0-87E9-7E0BF3437401}">
      <dgm:prSet/>
      <dgm:spPr/>
      <dgm:t>
        <a:bodyPr/>
        <a:lstStyle/>
        <a:p>
          <a:endParaRPr lang="en-US"/>
        </a:p>
      </dgm:t>
    </dgm:pt>
    <dgm:pt modelId="{BF9048D5-8388-42A4-A2A6-28B768649C7B}" type="sibTrans" cxnId="{42951E79-71F1-4DD0-87E9-7E0BF3437401}">
      <dgm:prSet/>
      <dgm:spPr/>
      <dgm:t>
        <a:bodyPr/>
        <a:lstStyle/>
        <a:p>
          <a:endParaRPr lang="en-US"/>
        </a:p>
      </dgm:t>
    </dgm:pt>
    <dgm:pt modelId="{D8859118-FAD5-4BF1-97EC-C98EC4F71A05}" type="pres">
      <dgm:prSet presAssocID="{E7F2E059-6D38-4141-8C61-A3619F9306B6}" presName="Name0" presStyleCnt="0">
        <dgm:presLayoutVars>
          <dgm:chMax val="7"/>
          <dgm:chPref val="7"/>
          <dgm:dir/>
        </dgm:presLayoutVars>
      </dgm:prSet>
      <dgm:spPr/>
    </dgm:pt>
    <dgm:pt modelId="{03023755-3772-4464-85AC-CE927BA663F3}" type="pres">
      <dgm:prSet presAssocID="{E7F2E059-6D38-4141-8C61-A3619F9306B6}" presName="Name1" presStyleCnt="0"/>
      <dgm:spPr/>
    </dgm:pt>
    <dgm:pt modelId="{1AFCD2CA-8B4E-4898-A39F-54B810AE832A}" type="pres">
      <dgm:prSet presAssocID="{E7F2E059-6D38-4141-8C61-A3619F9306B6}" presName="cycle" presStyleCnt="0"/>
      <dgm:spPr/>
    </dgm:pt>
    <dgm:pt modelId="{330500F8-CC30-4831-A561-3F33A2DB40B0}" type="pres">
      <dgm:prSet presAssocID="{E7F2E059-6D38-4141-8C61-A3619F9306B6}" presName="srcNode" presStyleLbl="node1" presStyleIdx="0" presStyleCnt="4"/>
      <dgm:spPr/>
    </dgm:pt>
    <dgm:pt modelId="{DB97A614-0CD1-4D1C-9AC4-CDF076F83FBC}" type="pres">
      <dgm:prSet presAssocID="{E7F2E059-6D38-4141-8C61-A3619F9306B6}" presName="conn" presStyleLbl="parChTrans1D2" presStyleIdx="0" presStyleCnt="1"/>
      <dgm:spPr/>
    </dgm:pt>
    <dgm:pt modelId="{15D63AA4-CD32-4A9F-8A52-67A874CA55EB}" type="pres">
      <dgm:prSet presAssocID="{E7F2E059-6D38-4141-8C61-A3619F9306B6}" presName="extraNode" presStyleLbl="node1" presStyleIdx="0" presStyleCnt="4"/>
      <dgm:spPr/>
    </dgm:pt>
    <dgm:pt modelId="{6C93834D-A338-48CA-8879-44B0F7A10B41}" type="pres">
      <dgm:prSet presAssocID="{E7F2E059-6D38-4141-8C61-A3619F9306B6}" presName="dstNode" presStyleLbl="node1" presStyleIdx="0" presStyleCnt="4"/>
      <dgm:spPr/>
    </dgm:pt>
    <dgm:pt modelId="{6B1155D6-2615-4C01-A103-5C865AD5DBB0}" type="pres">
      <dgm:prSet presAssocID="{B488A91D-3011-4FC1-9C07-0F82E3A86A9B}" presName="text_1" presStyleLbl="node1" presStyleIdx="0" presStyleCnt="4">
        <dgm:presLayoutVars>
          <dgm:bulletEnabled val="1"/>
        </dgm:presLayoutVars>
      </dgm:prSet>
      <dgm:spPr/>
    </dgm:pt>
    <dgm:pt modelId="{BDC0F71C-4597-4FDD-980D-36316462213B}" type="pres">
      <dgm:prSet presAssocID="{B488A91D-3011-4FC1-9C07-0F82E3A86A9B}" presName="accent_1" presStyleCnt="0"/>
      <dgm:spPr/>
    </dgm:pt>
    <dgm:pt modelId="{A5E440D7-B800-4036-A379-8B30AB2CA8F8}" type="pres">
      <dgm:prSet presAssocID="{B488A91D-3011-4FC1-9C07-0F82E3A86A9B}" presName="accentRepeatNode" presStyleLbl="solidFgAcc1" presStyleIdx="0" presStyleCnt="4"/>
      <dgm:spPr/>
    </dgm:pt>
    <dgm:pt modelId="{BA7CF568-D827-404F-83EF-DE2A0F5DA945}" type="pres">
      <dgm:prSet presAssocID="{EC767A62-18A4-4BBD-8D30-C4B12C4C0645}" presName="text_2" presStyleLbl="node1" presStyleIdx="1" presStyleCnt="4">
        <dgm:presLayoutVars>
          <dgm:bulletEnabled val="1"/>
        </dgm:presLayoutVars>
      </dgm:prSet>
      <dgm:spPr/>
    </dgm:pt>
    <dgm:pt modelId="{244593FC-E0E4-47B8-A343-69F06F009CA1}" type="pres">
      <dgm:prSet presAssocID="{EC767A62-18A4-4BBD-8D30-C4B12C4C0645}" presName="accent_2" presStyleCnt="0"/>
      <dgm:spPr/>
    </dgm:pt>
    <dgm:pt modelId="{71C501C7-2686-421D-945D-142B4331F832}" type="pres">
      <dgm:prSet presAssocID="{EC767A62-18A4-4BBD-8D30-C4B12C4C0645}" presName="accentRepeatNode" presStyleLbl="solidFgAcc1" presStyleIdx="1" presStyleCnt="4"/>
      <dgm:spPr/>
    </dgm:pt>
    <dgm:pt modelId="{EEEBC823-6327-41E3-9498-077EC66E6394}" type="pres">
      <dgm:prSet presAssocID="{798C188D-18B1-4B26-9FDC-409C045ED262}" presName="text_3" presStyleLbl="node1" presStyleIdx="2" presStyleCnt="4">
        <dgm:presLayoutVars>
          <dgm:bulletEnabled val="1"/>
        </dgm:presLayoutVars>
      </dgm:prSet>
      <dgm:spPr/>
    </dgm:pt>
    <dgm:pt modelId="{49BFF199-3E8B-43C7-B962-BC5846F8BE32}" type="pres">
      <dgm:prSet presAssocID="{798C188D-18B1-4B26-9FDC-409C045ED262}" presName="accent_3" presStyleCnt="0"/>
      <dgm:spPr/>
    </dgm:pt>
    <dgm:pt modelId="{204B6F6D-7B1C-4CAD-9ADE-CB573A37270F}" type="pres">
      <dgm:prSet presAssocID="{798C188D-18B1-4B26-9FDC-409C045ED262}" presName="accentRepeatNode" presStyleLbl="solidFgAcc1" presStyleIdx="2" presStyleCnt="4"/>
      <dgm:spPr/>
    </dgm:pt>
    <dgm:pt modelId="{F31F4AD6-69DA-4570-AC70-E2D69C9751D4}" type="pres">
      <dgm:prSet presAssocID="{AB5E8C35-0BA6-47F1-922E-88BDC09C3B77}" presName="text_4" presStyleLbl="node1" presStyleIdx="3" presStyleCnt="4">
        <dgm:presLayoutVars>
          <dgm:bulletEnabled val="1"/>
        </dgm:presLayoutVars>
      </dgm:prSet>
      <dgm:spPr/>
    </dgm:pt>
    <dgm:pt modelId="{583F5170-7157-4533-8EC9-683840561B10}" type="pres">
      <dgm:prSet presAssocID="{AB5E8C35-0BA6-47F1-922E-88BDC09C3B77}" presName="accent_4" presStyleCnt="0"/>
      <dgm:spPr/>
    </dgm:pt>
    <dgm:pt modelId="{A806FBA3-8774-4FCA-A268-8CC8209F5AAF}" type="pres">
      <dgm:prSet presAssocID="{AB5E8C35-0BA6-47F1-922E-88BDC09C3B77}" presName="accentRepeatNode" presStyleLbl="solidFgAcc1" presStyleIdx="3" presStyleCnt="4"/>
      <dgm:spPr/>
    </dgm:pt>
  </dgm:ptLst>
  <dgm:cxnLst>
    <dgm:cxn modelId="{289B4725-00CF-43BB-93C2-E6DF82692BD7}" type="presOf" srcId="{798C188D-18B1-4B26-9FDC-409C045ED262}" destId="{EEEBC823-6327-41E3-9498-077EC66E6394}" srcOrd="0" destOrd="0" presId="urn:microsoft.com/office/officeart/2008/layout/VerticalCurvedList"/>
    <dgm:cxn modelId="{CF7F8137-E862-4763-A1F3-1B182DFCB41C}" srcId="{E7F2E059-6D38-4141-8C61-A3619F9306B6}" destId="{B488A91D-3011-4FC1-9C07-0F82E3A86A9B}" srcOrd="0" destOrd="0" parTransId="{DB07128F-9C60-4E67-9594-8A1B654276F6}" sibTransId="{98864F5B-8B93-4C6F-8496-DE05CE4F312A}"/>
    <dgm:cxn modelId="{41962841-4CE6-4F1A-A683-D3F0597896C7}" type="presOf" srcId="{AB5E8C35-0BA6-47F1-922E-88BDC09C3B77}" destId="{F31F4AD6-69DA-4570-AC70-E2D69C9751D4}" srcOrd="0" destOrd="0" presId="urn:microsoft.com/office/officeart/2008/layout/VerticalCurvedList"/>
    <dgm:cxn modelId="{2BB9554D-9C84-4D98-AFA2-E36693826526}" type="presOf" srcId="{98864F5B-8B93-4C6F-8496-DE05CE4F312A}" destId="{DB97A614-0CD1-4D1C-9AC4-CDF076F83FBC}" srcOrd="0" destOrd="0" presId="urn:microsoft.com/office/officeart/2008/layout/VerticalCurvedList"/>
    <dgm:cxn modelId="{82B44F6F-EA98-42F5-B5BD-54BFC1BEEF91}" type="presOf" srcId="{EC767A62-18A4-4BBD-8D30-C4B12C4C0645}" destId="{BA7CF568-D827-404F-83EF-DE2A0F5DA945}" srcOrd="0" destOrd="0" presId="urn:microsoft.com/office/officeart/2008/layout/VerticalCurvedList"/>
    <dgm:cxn modelId="{A44DCB51-490E-4DE8-BA17-8D78CB4E3EF6}" srcId="{E7F2E059-6D38-4141-8C61-A3619F9306B6}" destId="{EC767A62-18A4-4BBD-8D30-C4B12C4C0645}" srcOrd="1" destOrd="0" parTransId="{B1A1C22D-900A-49A0-AFD7-338862C2C31E}" sibTransId="{F1467374-923B-4333-BDC8-71D4C5B5C911}"/>
    <dgm:cxn modelId="{42951E79-71F1-4DD0-87E9-7E0BF3437401}" srcId="{E7F2E059-6D38-4141-8C61-A3619F9306B6}" destId="{798C188D-18B1-4B26-9FDC-409C045ED262}" srcOrd="2" destOrd="0" parTransId="{93EA24C5-1F0B-461A-8EC2-1DABDEB5BC00}" sibTransId="{BF9048D5-8388-42A4-A2A6-28B768649C7B}"/>
    <dgm:cxn modelId="{084EEE7F-F4E5-4D8C-8713-1BE8C7046B6D}" srcId="{E7F2E059-6D38-4141-8C61-A3619F9306B6}" destId="{AB5E8C35-0BA6-47F1-922E-88BDC09C3B77}" srcOrd="3" destOrd="0" parTransId="{AEB2AADA-BA68-4142-BE99-36E64842E59C}" sibTransId="{E9D42D49-A97F-4209-B0D9-F86BA8DF89F1}"/>
    <dgm:cxn modelId="{42744DA2-43BD-4FEE-B554-7E7AEE0949E8}" type="presOf" srcId="{E7F2E059-6D38-4141-8C61-A3619F9306B6}" destId="{D8859118-FAD5-4BF1-97EC-C98EC4F71A05}" srcOrd="0" destOrd="0" presId="urn:microsoft.com/office/officeart/2008/layout/VerticalCurvedList"/>
    <dgm:cxn modelId="{4E89CDAD-74AD-4EF1-80AE-F9D633FF51C2}" type="presOf" srcId="{B488A91D-3011-4FC1-9C07-0F82E3A86A9B}" destId="{6B1155D6-2615-4C01-A103-5C865AD5DBB0}" srcOrd="0" destOrd="0" presId="urn:microsoft.com/office/officeart/2008/layout/VerticalCurvedList"/>
    <dgm:cxn modelId="{A96EB865-1A5E-4343-A3F5-D08119E47D28}" type="presParOf" srcId="{D8859118-FAD5-4BF1-97EC-C98EC4F71A05}" destId="{03023755-3772-4464-85AC-CE927BA663F3}" srcOrd="0" destOrd="0" presId="urn:microsoft.com/office/officeart/2008/layout/VerticalCurvedList"/>
    <dgm:cxn modelId="{F279C54A-7ABE-4724-B73A-7388C89B85BB}" type="presParOf" srcId="{03023755-3772-4464-85AC-CE927BA663F3}" destId="{1AFCD2CA-8B4E-4898-A39F-54B810AE832A}" srcOrd="0" destOrd="0" presId="urn:microsoft.com/office/officeart/2008/layout/VerticalCurvedList"/>
    <dgm:cxn modelId="{09A0D9A6-3DE0-41D9-A204-4F17A655DED8}" type="presParOf" srcId="{1AFCD2CA-8B4E-4898-A39F-54B810AE832A}" destId="{330500F8-CC30-4831-A561-3F33A2DB40B0}" srcOrd="0" destOrd="0" presId="urn:microsoft.com/office/officeart/2008/layout/VerticalCurvedList"/>
    <dgm:cxn modelId="{E98B26CA-328B-4837-96D0-81C090F4F3B4}" type="presParOf" srcId="{1AFCD2CA-8B4E-4898-A39F-54B810AE832A}" destId="{DB97A614-0CD1-4D1C-9AC4-CDF076F83FBC}" srcOrd="1" destOrd="0" presId="urn:microsoft.com/office/officeart/2008/layout/VerticalCurvedList"/>
    <dgm:cxn modelId="{7E45A221-F914-4A15-8F33-C72313D62B3F}" type="presParOf" srcId="{1AFCD2CA-8B4E-4898-A39F-54B810AE832A}" destId="{15D63AA4-CD32-4A9F-8A52-67A874CA55EB}" srcOrd="2" destOrd="0" presId="urn:microsoft.com/office/officeart/2008/layout/VerticalCurvedList"/>
    <dgm:cxn modelId="{F765BF61-7473-4C96-A1F5-2B19C69229BA}" type="presParOf" srcId="{1AFCD2CA-8B4E-4898-A39F-54B810AE832A}" destId="{6C93834D-A338-48CA-8879-44B0F7A10B41}" srcOrd="3" destOrd="0" presId="urn:microsoft.com/office/officeart/2008/layout/VerticalCurvedList"/>
    <dgm:cxn modelId="{744D681A-F809-4E9E-8442-8CFF64182500}" type="presParOf" srcId="{03023755-3772-4464-85AC-CE927BA663F3}" destId="{6B1155D6-2615-4C01-A103-5C865AD5DBB0}" srcOrd="1" destOrd="0" presId="urn:microsoft.com/office/officeart/2008/layout/VerticalCurvedList"/>
    <dgm:cxn modelId="{A4231645-0E1D-479D-9735-FA686952CC1E}" type="presParOf" srcId="{03023755-3772-4464-85AC-CE927BA663F3}" destId="{BDC0F71C-4597-4FDD-980D-36316462213B}" srcOrd="2" destOrd="0" presId="urn:microsoft.com/office/officeart/2008/layout/VerticalCurvedList"/>
    <dgm:cxn modelId="{215EF849-C59D-4992-B5C8-179202E305CD}" type="presParOf" srcId="{BDC0F71C-4597-4FDD-980D-36316462213B}" destId="{A5E440D7-B800-4036-A379-8B30AB2CA8F8}" srcOrd="0" destOrd="0" presId="urn:microsoft.com/office/officeart/2008/layout/VerticalCurvedList"/>
    <dgm:cxn modelId="{A3490C26-0867-48BF-99E6-8E22100DD942}" type="presParOf" srcId="{03023755-3772-4464-85AC-CE927BA663F3}" destId="{BA7CF568-D827-404F-83EF-DE2A0F5DA945}" srcOrd="3" destOrd="0" presId="urn:microsoft.com/office/officeart/2008/layout/VerticalCurvedList"/>
    <dgm:cxn modelId="{731B1DB7-3E81-4A89-9094-71273A95B339}" type="presParOf" srcId="{03023755-3772-4464-85AC-CE927BA663F3}" destId="{244593FC-E0E4-47B8-A343-69F06F009CA1}" srcOrd="4" destOrd="0" presId="urn:microsoft.com/office/officeart/2008/layout/VerticalCurvedList"/>
    <dgm:cxn modelId="{2E60C828-4E92-435E-8A50-C3A4236C5CC4}" type="presParOf" srcId="{244593FC-E0E4-47B8-A343-69F06F009CA1}" destId="{71C501C7-2686-421D-945D-142B4331F832}" srcOrd="0" destOrd="0" presId="urn:microsoft.com/office/officeart/2008/layout/VerticalCurvedList"/>
    <dgm:cxn modelId="{F88C2AA1-8415-4BDA-B778-160AAB6080FA}" type="presParOf" srcId="{03023755-3772-4464-85AC-CE927BA663F3}" destId="{EEEBC823-6327-41E3-9498-077EC66E6394}" srcOrd="5" destOrd="0" presId="urn:microsoft.com/office/officeart/2008/layout/VerticalCurvedList"/>
    <dgm:cxn modelId="{B08E0403-EE8B-4489-A805-9332A72E9A1A}" type="presParOf" srcId="{03023755-3772-4464-85AC-CE927BA663F3}" destId="{49BFF199-3E8B-43C7-B962-BC5846F8BE32}" srcOrd="6" destOrd="0" presId="urn:microsoft.com/office/officeart/2008/layout/VerticalCurvedList"/>
    <dgm:cxn modelId="{BEEAFD29-FAA3-46DD-B621-B821BF3ED166}" type="presParOf" srcId="{49BFF199-3E8B-43C7-B962-BC5846F8BE32}" destId="{204B6F6D-7B1C-4CAD-9ADE-CB573A37270F}" srcOrd="0" destOrd="0" presId="urn:microsoft.com/office/officeart/2008/layout/VerticalCurvedList"/>
    <dgm:cxn modelId="{1DA07759-6B2A-44E8-BED4-2B8C17DED75F}" type="presParOf" srcId="{03023755-3772-4464-85AC-CE927BA663F3}" destId="{F31F4AD6-69DA-4570-AC70-E2D69C9751D4}" srcOrd="7" destOrd="0" presId="urn:microsoft.com/office/officeart/2008/layout/VerticalCurvedList"/>
    <dgm:cxn modelId="{B0321D9A-5EC9-4001-AF2D-FF8EAAF60252}" type="presParOf" srcId="{03023755-3772-4464-85AC-CE927BA663F3}" destId="{583F5170-7157-4533-8EC9-683840561B10}" srcOrd="8" destOrd="0" presId="urn:microsoft.com/office/officeart/2008/layout/VerticalCurvedList"/>
    <dgm:cxn modelId="{5E3254A3-97FF-47DE-A2F8-17B6F6796F7B}" type="presParOf" srcId="{583F5170-7157-4533-8EC9-683840561B10}" destId="{A806FBA3-8774-4FCA-A268-8CC8209F5AAF}" srcOrd="0" destOrd="0" presId="urn:microsoft.com/office/officeart/2008/layout/VerticalCurvedList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9E8A285B-9DE1-4139-8AEA-E7FD7FA953BA}" type="doc">
      <dgm:prSet loTypeId="urn:microsoft.com/office/officeart/2005/8/layout/cycle5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36BB656E-09C1-435C-816A-D720A838D5A1}">
          <dgm:prSet phldrT="[Text]"/>
          <dgm:spPr>
            <a:solidFill>
              <a:srgbClr val="002060"/>
            </a:solidFill>
          </dgm:spPr>
          <dgm:t>
            <a:bodyPr/>
            <a:lstStyle/>
            <a:p>
              <a:r>
                <a:rPr lang="it-IT" dirty="0"/>
                <a:t>Re-</a:t>
              </a:r>
              <a:r>
                <a:rPr lang="it-IT" dirty="0" err="1"/>
                <a:t>run</a:t>
              </a:r>
              <a:r>
                <a:rPr lang="it-IT" dirty="0"/>
                <a:t> the training with </a:t>
              </a:r>
              <a:r>
                <a:rPr lang="it-IT" dirty="0" err="1"/>
                <a:t>higher</a:t>
              </a:r>
              <a:r>
                <a:rPr lang="it-IT" dirty="0"/>
                <a:t> </a:t>
              </a:r>
              <a14:m>
                <m:oMath xmlns:m="http://schemas.openxmlformats.org/officeDocument/2006/math">
                  <m:sSub>
                    <m:sSubPr>
                      <m:ctrlPr>
                        <a:rPr lang="en-US" b="0" i="1" noProof="0" smtClean="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𝑘</m:t>
                      </m:r>
                    </m:e>
                    <m:sub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𝑟𝑒𝑓𝑖𝑛𝑒𝑚𝑒𝑛𝑡</m:t>
                      </m:r>
                    </m:sub>
                  </m:sSub>
                </m:oMath>
              </a14:m>
              <a:endParaRPr lang="en-US" dirty="0"/>
            </a:p>
          </dgm:t>
        </dgm:pt>
      </mc:Choice>
      <mc:Fallback xmlns="">
        <dgm:pt modelId="{36BB656E-09C1-435C-816A-D720A838D5A1}">
          <dgm:prSet phldrT="[Text]"/>
          <dgm:spPr>
            <a:solidFill>
              <a:srgbClr val="002060"/>
            </a:solidFill>
          </dgm:spPr>
          <dgm:t>
            <a:bodyPr/>
            <a:lstStyle/>
            <a:p>
              <a:r>
                <a:rPr lang="it-IT" dirty="0"/>
                <a:t>Re-</a:t>
              </a:r>
              <a:r>
                <a:rPr lang="it-IT" dirty="0" err="1"/>
                <a:t>run</a:t>
              </a:r>
              <a:r>
                <a:rPr lang="it-IT" dirty="0"/>
                <a:t> the training with </a:t>
              </a:r>
              <a:r>
                <a:rPr lang="it-IT" dirty="0" err="1"/>
                <a:t>higher</a:t>
              </a:r>
              <a:r>
                <a:rPr lang="it-IT" dirty="0"/>
                <a:t> </a:t>
              </a:r>
              <a:r>
                <a:rPr lang="en-US" b="0" i="0" noProof="0">
                  <a:latin typeface="Cambria Math" panose="02040503050406030204" pitchFamily="18" charset="0"/>
                </a:rPr>
                <a:t>𝑘_𝑟𝑒𝑓𝑖𝑛𝑒𝑚𝑒𝑛𝑡</a:t>
              </a:r>
              <a:endParaRPr lang="en-US" dirty="0"/>
            </a:p>
          </dgm:t>
        </dgm:pt>
      </mc:Fallback>
    </mc:AlternateContent>
    <dgm:pt modelId="{D7303E6D-583C-4DAD-96DF-BAA98E14D82F}" type="parTrans" cxnId="{DB1BDB59-1DBB-4BEB-82B3-2A1F1508EE76}">
      <dgm:prSet/>
      <dgm:spPr/>
      <dgm:t>
        <a:bodyPr/>
        <a:lstStyle/>
        <a:p>
          <a:endParaRPr lang="en-US"/>
        </a:p>
      </dgm:t>
    </dgm:pt>
    <dgm:pt modelId="{A00E0F53-F2F2-4894-93E1-68863F3CADDC}" type="sibTrans" cxnId="{DB1BDB59-1DBB-4BEB-82B3-2A1F1508EE76}">
      <dgm:prSet/>
      <dgm:spPr/>
      <dgm:t>
        <a:bodyPr/>
        <a:lstStyle/>
        <a:p>
          <a:endParaRPr lang="en-US"/>
        </a:p>
      </dgm:t>
    </dgm:pt>
    <dgm:pt modelId="{106F2319-3FE5-4358-9847-BBCFA6DBA0AA}">
      <dgm:prSet phldrT="[Text]" phldr="0"/>
      <dgm:spPr>
        <a:solidFill>
          <a:srgbClr val="002060"/>
        </a:solidFill>
      </dgm:spPr>
      <dgm:t>
        <a:bodyPr/>
        <a:lstStyle/>
        <a:p>
          <a:r>
            <a:rPr lang="it-IT" dirty="0"/>
            <a:t>Tweak the </a:t>
          </a:r>
          <a:r>
            <a:rPr lang="it-IT" dirty="0" err="1"/>
            <a:t>architecture</a:t>
          </a:r>
          <a:endParaRPr lang="en-US" dirty="0"/>
        </a:p>
      </dgm:t>
    </dgm:pt>
    <dgm:pt modelId="{CB074B63-F5D7-4B46-A208-3BCCA1B689A0}" type="parTrans" cxnId="{0ACAEC95-C4CF-4947-998C-43579562DB63}">
      <dgm:prSet/>
      <dgm:spPr/>
      <dgm:t>
        <a:bodyPr/>
        <a:lstStyle/>
        <a:p>
          <a:endParaRPr lang="en-US"/>
        </a:p>
      </dgm:t>
    </dgm:pt>
    <dgm:pt modelId="{BEEA8D15-C42A-4ACC-99B3-6654B5EA8446}" type="sibTrans" cxnId="{0ACAEC95-C4CF-4947-998C-43579562DB63}">
      <dgm:prSet/>
      <dgm:spPr/>
      <dgm:t>
        <a:bodyPr/>
        <a:lstStyle/>
        <a:p>
          <a:endParaRPr lang="en-US"/>
        </a:p>
      </dgm:t>
    </dgm:pt>
    <dgm:pt modelId="{89E18655-D4BB-49E6-900E-FB18797FD348}">
      <dgm:prSet phldrT="[Text]" phldr="0"/>
      <dgm:spPr>
        <a:solidFill>
          <a:srgbClr val="002060"/>
        </a:solidFill>
      </dgm:spPr>
      <dgm:t>
        <a:bodyPr/>
        <a:lstStyle/>
        <a:p>
          <a:r>
            <a:rPr lang="it-IT" dirty="0"/>
            <a:t>Clustering on input to make the </a:t>
          </a:r>
          <a:r>
            <a:rPr lang="it-IT" b="1" dirty="0"/>
            <a:t>big </a:t>
          </a:r>
          <a:r>
            <a:rPr lang="it-IT" b="1" dirty="0" err="1"/>
            <a:t>dispatcher</a:t>
          </a:r>
          <a:r>
            <a:rPr lang="it-IT" dirty="0"/>
            <a:t> an </a:t>
          </a:r>
          <a:r>
            <a:rPr lang="it-IT" b="1" i="1" dirty="0"/>
            <a:t>accumulator</a:t>
          </a:r>
          <a:endParaRPr lang="en-US" b="1" i="1" dirty="0"/>
        </a:p>
      </dgm:t>
    </dgm:pt>
    <dgm:pt modelId="{31E4B2C9-3E39-4B22-9794-5AA463107B18}" type="parTrans" cxnId="{E833C716-3A6F-4754-943F-F6DECA514F41}">
      <dgm:prSet/>
      <dgm:spPr/>
      <dgm:t>
        <a:bodyPr/>
        <a:lstStyle/>
        <a:p>
          <a:endParaRPr lang="en-US"/>
        </a:p>
      </dgm:t>
    </dgm:pt>
    <dgm:pt modelId="{CABDCAD8-CF18-4EF5-8BBE-4694DCB03ECC}" type="sibTrans" cxnId="{E833C716-3A6F-4754-943F-F6DECA514F41}">
      <dgm:prSet/>
      <dgm:spPr/>
      <dgm:t>
        <a:bodyPr/>
        <a:lstStyle/>
        <a:p>
          <a:endParaRPr lang="en-US"/>
        </a:p>
      </dgm:t>
    </dgm:pt>
    <dgm:pt modelId="{8981B3E1-2578-44CD-B01C-4CD6E4612239}">
      <dgm:prSet phldrT="[Text]" phldr="0"/>
      <dgm:spPr>
        <a:solidFill>
          <a:srgbClr val="002060"/>
        </a:solidFill>
      </dgm:spPr>
      <dgm:t>
        <a:bodyPr/>
        <a:lstStyle/>
        <a:p>
          <a:r>
            <a:rPr lang="it-IT" dirty="0" err="1"/>
            <a:t>Measure</a:t>
          </a:r>
          <a:r>
            <a:rPr lang="it-IT" dirty="0"/>
            <a:t> </a:t>
          </a:r>
          <a:r>
            <a:rPr lang="it-IT"/>
            <a:t>the results</a:t>
          </a:r>
          <a:endParaRPr lang="en-US" dirty="0"/>
        </a:p>
      </dgm:t>
    </dgm:pt>
    <dgm:pt modelId="{C0EDF6AC-4269-48E7-BB2D-789CB685265F}" type="parTrans" cxnId="{0683FD58-F709-424B-87D3-7C917637FDA0}">
      <dgm:prSet/>
      <dgm:spPr/>
      <dgm:t>
        <a:bodyPr/>
        <a:lstStyle/>
        <a:p>
          <a:endParaRPr lang="en-US"/>
        </a:p>
      </dgm:t>
    </dgm:pt>
    <dgm:pt modelId="{51EBD18C-49A5-489D-AEF3-E6A1A916D30F}" type="sibTrans" cxnId="{0683FD58-F709-424B-87D3-7C917637FDA0}">
      <dgm:prSet/>
      <dgm:spPr/>
      <dgm:t>
        <a:bodyPr/>
        <a:lstStyle/>
        <a:p>
          <a:endParaRPr lang="en-US"/>
        </a:p>
      </dgm:t>
    </dgm:pt>
    <dgm:pt modelId="{6CF64FC6-61DA-45EB-A336-6EC9FDAFFB8A}" type="pres">
      <dgm:prSet presAssocID="{9E8A285B-9DE1-4139-8AEA-E7FD7FA953BA}" presName="cycle" presStyleCnt="0">
        <dgm:presLayoutVars>
          <dgm:dir/>
          <dgm:resizeHandles val="exact"/>
        </dgm:presLayoutVars>
      </dgm:prSet>
      <dgm:spPr/>
    </dgm:pt>
    <dgm:pt modelId="{F1DF42D4-DC3D-4D33-9F3A-EDA97BA8DF2A}" type="pres">
      <dgm:prSet presAssocID="{36BB656E-09C1-435C-816A-D720A838D5A1}" presName="node" presStyleLbl="node1" presStyleIdx="0" presStyleCnt="4">
        <dgm:presLayoutVars>
          <dgm:bulletEnabled val="1"/>
        </dgm:presLayoutVars>
      </dgm:prSet>
      <dgm:spPr/>
    </dgm:pt>
    <dgm:pt modelId="{5797C5CD-BCCD-4629-8AC1-112A62C2434C}" type="pres">
      <dgm:prSet presAssocID="{36BB656E-09C1-435C-816A-D720A838D5A1}" presName="spNode" presStyleCnt="0"/>
      <dgm:spPr/>
    </dgm:pt>
    <dgm:pt modelId="{FCF14509-226F-4ED0-ACC7-BF418FBC1D7C}" type="pres">
      <dgm:prSet presAssocID="{A00E0F53-F2F2-4894-93E1-68863F3CADDC}" presName="sibTrans" presStyleLbl="sibTrans1D1" presStyleIdx="0" presStyleCnt="4"/>
      <dgm:spPr/>
    </dgm:pt>
    <dgm:pt modelId="{2C36EAEA-6D9F-4129-B6DE-C15A6D467A91}" type="pres">
      <dgm:prSet presAssocID="{106F2319-3FE5-4358-9847-BBCFA6DBA0AA}" presName="node" presStyleLbl="node1" presStyleIdx="1" presStyleCnt="4">
        <dgm:presLayoutVars>
          <dgm:bulletEnabled val="1"/>
        </dgm:presLayoutVars>
      </dgm:prSet>
      <dgm:spPr/>
    </dgm:pt>
    <dgm:pt modelId="{1B916F72-903A-465E-97B0-A8DF04EC911B}" type="pres">
      <dgm:prSet presAssocID="{106F2319-3FE5-4358-9847-BBCFA6DBA0AA}" presName="spNode" presStyleCnt="0"/>
      <dgm:spPr/>
    </dgm:pt>
    <dgm:pt modelId="{EDE01401-C5B8-4506-A61C-41C8926A50DF}" type="pres">
      <dgm:prSet presAssocID="{BEEA8D15-C42A-4ACC-99B3-6654B5EA8446}" presName="sibTrans" presStyleLbl="sibTrans1D1" presStyleIdx="1" presStyleCnt="4"/>
      <dgm:spPr/>
    </dgm:pt>
    <dgm:pt modelId="{228036DD-64E9-4106-9C52-E96365FAE3CD}" type="pres">
      <dgm:prSet presAssocID="{89E18655-D4BB-49E6-900E-FB18797FD348}" presName="node" presStyleLbl="node1" presStyleIdx="2" presStyleCnt="4">
        <dgm:presLayoutVars>
          <dgm:bulletEnabled val="1"/>
        </dgm:presLayoutVars>
      </dgm:prSet>
      <dgm:spPr/>
    </dgm:pt>
    <dgm:pt modelId="{9A645C7B-CDF0-41D0-A2F7-1AE23A98F292}" type="pres">
      <dgm:prSet presAssocID="{89E18655-D4BB-49E6-900E-FB18797FD348}" presName="spNode" presStyleCnt="0"/>
      <dgm:spPr/>
    </dgm:pt>
    <dgm:pt modelId="{1E96059B-92EA-4F99-AA97-E622395C23E2}" type="pres">
      <dgm:prSet presAssocID="{CABDCAD8-CF18-4EF5-8BBE-4694DCB03ECC}" presName="sibTrans" presStyleLbl="sibTrans1D1" presStyleIdx="2" presStyleCnt="4"/>
      <dgm:spPr/>
    </dgm:pt>
    <dgm:pt modelId="{27B72D7B-1342-4C74-B3C5-E2CAB6BFF77A}" type="pres">
      <dgm:prSet presAssocID="{8981B3E1-2578-44CD-B01C-4CD6E4612239}" presName="node" presStyleLbl="node1" presStyleIdx="3" presStyleCnt="4">
        <dgm:presLayoutVars>
          <dgm:bulletEnabled val="1"/>
        </dgm:presLayoutVars>
      </dgm:prSet>
      <dgm:spPr/>
    </dgm:pt>
    <dgm:pt modelId="{F73FA016-E116-418A-B9DF-75E358F0B519}" type="pres">
      <dgm:prSet presAssocID="{8981B3E1-2578-44CD-B01C-4CD6E4612239}" presName="spNode" presStyleCnt="0"/>
      <dgm:spPr/>
    </dgm:pt>
    <dgm:pt modelId="{775D57D1-8D31-46FF-9D99-843FF775AE45}" type="pres">
      <dgm:prSet presAssocID="{51EBD18C-49A5-489D-AEF3-E6A1A916D30F}" presName="sibTrans" presStyleLbl="sibTrans1D1" presStyleIdx="3" presStyleCnt="4"/>
      <dgm:spPr/>
    </dgm:pt>
  </dgm:ptLst>
  <dgm:cxnLst>
    <dgm:cxn modelId="{7C9FAE03-27AB-4EFB-93DB-89BE72BBFA41}" type="presOf" srcId="{BEEA8D15-C42A-4ACC-99B3-6654B5EA8446}" destId="{EDE01401-C5B8-4506-A61C-41C8926A50DF}" srcOrd="0" destOrd="0" presId="urn:microsoft.com/office/officeart/2005/8/layout/cycle5"/>
    <dgm:cxn modelId="{471A6711-EF76-4AF6-A460-984AF306B5A7}" type="presOf" srcId="{36BB656E-09C1-435C-816A-D720A838D5A1}" destId="{F1DF42D4-DC3D-4D33-9F3A-EDA97BA8DF2A}" srcOrd="0" destOrd="0" presId="urn:microsoft.com/office/officeart/2005/8/layout/cycle5"/>
    <dgm:cxn modelId="{E833C716-3A6F-4754-943F-F6DECA514F41}" srcId="{9E8A285B-9DE1-4139-8AEA-E7FD7FA953BA}" destId="{89E18655-D4BB-49E6-900E-FB18797FD348}" srcOrd="2" destOrd="0" parTransId="{31E4B2C9-3E39-4B22-9794-5AA463107B18}" sibTransId="{CABDCAD8-CF18-4EF5-8BBE-4694DCB03ECC}"/>
    <dgm:cxn modelId="{1C66CD5E-A418-4444-A701-429544206074}" type="presOf" srcId="{89E18655-D4BB-49E6-900E-FB18797FD348}" destId="{228036DD-64E9-4106-9C52-E96365FAE3CD}" srcOrd="0" destOrd="0" presId="urn:microsoft.com/office/officeart/2005/8/layout/cycle5"/>
    <dgm:cxn modelId="{C4596757-30E0-4C2B-AC62-DBD8A059D729}" type="presOf" srcId="{51EBD18C-49A5-489D-AEF3-E6A1A916D30F}" destId="{775D57D1-8D31-46FF-9D99-843FF775AE45}" srcOrd="0" destOrd="0" presId="urn:microsoft.com/office/officeart/2005/8/layout/cycle5"/>
    <dgm:cxn modelId="{0683FD58-F709-424B-87D3-7C917637FDA0}" srcId="{9E8A285B-9DE1-4139-8AEA-E7FD7FA953BA}" destId="{8981B3E1-2578-44CD-B01C-4CD6E4612239}" srcOrd="3" destOrd="0" parTransId="{C0EDF6AC-4269-48E7-BB2D-789CB685265F}" sibTransId="{51EBD18C-49A5-489D-AEF3-E6A1A916D30F}"/>
    <dgm:cxn modelId="{DB1BDB59-1DBB-4BEB-82B3-2A1F1508EE76}" srcId="{9E8A285B-9DE1-4139-8AEA-E7FD7FA953BA}" destId="{36BB656E-09C1-435C-816A-D720A838D5A1}" srcOrd="0" destOrd="0" parTransId="{D7303E6D-583C-4DAD-96DF-BAA98E14D82F}" sibTransId="{A00E0F53-F2F2-4894-93E1-68863F3CADDC}"/>
    <dgm:cxn modelId="{0ACAEC95-C4CF-4947-998C-43579562DB63}" srcId="{9E8A285B-9DE1-4139-8AEA-E7FD7FA953BA}" destId="{106F2319-3FE5-4358-9847-BBCFA6DBA0AA}" srcOrd="1" destOrd="0" parTransId="{CB074B63-F5D7-4B46-A208-3BCCA1B689A0}" sibTransId="{BEEA8D15-C42A-4ACC-99B3-6654B5EA8446}"/>
    <dgm:cxn modelId="{4CEDB0AC-B96C-4BDC-A478-FA33CF1AE697}" type="presOf" srcId="{8981B3E1-2578-44CD-B01C-4CD6E4612239}" destId="{27B72D7B-1342-4C74-B3C5-E2CAB6BFF77A}" srcOrd="0" destOrd="0" presId="urn:microsoft.com/office/officeart/2005/8/layout/cycle5"/>
    <dgm:cxn modelId="{6BC041B3-D0EE-4C1F-831D-9E7C19CAB410}" type="presOf" srcId="{A00E0F53-F2F2-4894-93E1-68863F3CADDC}" destId="{FCF14509-226F-4ED0-ACC7-BF418FBC1D7C}" srcOrd="0" destOrd="0" presId="urn:microsoft.com/office/officeart/2005/8/layout/cycle5"/>
    <dgm:cxn modelId="{F583FAB4-5E83-4464-A51F-48D6FC28E464}" type="presOf" srcId="{CABDCAD8-CF18-4EF5-8BBE-4694DCB03ECC}" destId="{1E96059B-92EA-4F99-AA97-E622395C23E2}" srcOrd="0" destOrd="0" presId="urn:microsoft.com/office/officeart/2005/8/layout/cycle5"/>
    <dgm:cxn modelId="{102AA2C1-6E5A-41D1-ABF1-57F70D2B1747}" type="presOf" srcId="{106F2319-3FE5-4358-9847-BBCFA6DBA0AA}" destId="{2C36EAEA-6D9F-4129-B6DE-C15A6D467A91}" srcOrd="0" destOrd="0" presId="urn:microsoft.com/office/officeart/2005/8/layout/cycle5"/>
    <dgm:cxn modelId="{F9C2B9F6-C020-4905-B0FD-32EDEB52280A}" type="presOf" srcId="{9E8A285B-9DE1-4139-8AEA-E7FD7FA953BA}" destId="{6CF64FC6-61DA-45EB-A336-6EC9FDAFFB8A}" srcOrd="0" destOrd="0" presId="urn:microsoft.com/office/officeart/2005/8/layout/cycle5"/>
    <dgm:cxn modelId="{4E0C7F46-40C0-48DC-809B-38C168850542}" type="presParOf" srcId="{6CF64FC6-61DA-45EB-A336-6EC9FDAFFB8A}" destId="{F1DF42D4-DC3D-4D33-9F3A-EDA97BA8DF2A}" srcOrd="0" destOrd="0" presId="urn:microsoft.com/office/officeart/2005/8/layout/cycle5"/>
    <dgm:cxn modelId="{6F49DC0E-4095-4727-8DEC-E3313BEAD1F8}" type="presParOf" srcId="{6CF64FC6-61DA-45EB-A336-6EC9FDAFFB8A}" destId="{5797C5CD-BCCD-4629-8AC1-112A62C2434C}" srcOrd="1" destOrd="0" presId="urn:microsoft.com/office/officeart/2005/8/layout/cycle5"/>
    <dgm:cxn modelId="{417A812E-36E3-4252-A917-5FF66D617E28}" type="presParOf" srcId="{6CF64FC6-61DA-45EB-A336-6EC9FDAFFB8A}" destId="{FCF14509-226F-4ED0-ACC7-BF418FBC1D7C}" srcOrd="2" destOrd="0" presId="urn:microsoft.com/office/officeart/2005/8/layout/cycle5"/>
    <dgm:cxn modelId="{E6723681-2AF9-40F4-A17F-0633A28635CA}" type="presParOf" srcId="{6CF64FC6-61DA-45EB-A336-6EC9FDAFFB8A}" destId="{2C36EAEA-6D9F-4129-B6DE-C15A6D467A91}" srcOrd="3" destOrd="0" presId="urn:microsoft.com/office/officeart/2005/8/layout/cycle5"/>
    <dgm:cxn modelId="{EA856286-86FD-4A0A-BE17-C60A413723A0}" type="presParOf" srcId="{6CF64FC6-61DA-45EB-A336-6EC9FDAFFB8A}" destId="{1B916F72-903A-465E-97B0-A8DF04EC911B}" srcOrd="4" destOrd="0" presId="urn:microsoft.com/office/officeart/2005/8/layout/cycle5"/>
    <dgm:cxn modelId="{2EC45DA2-D5C4-4025-AE5B-C7C8C6EB4587}" type="presParOf" srcId="{6CF64FC6-61DA-45EB-A336-6EC9FDAFFB8A}" destId="{EDE01401-C5B8-4506-A61C-41C8926A50DF}" srcOrd="5" destOrd="0" presId="urn:microsoft.com/office/officeart/2005/8/layout/cycle5"/>
    <dgm:cxn modelId="{EFC94B9C-B4C0-4135-9F3E-7FF3E901F81E}" type="presParOf" srcId="{6CF64FC6-61DA-45EB-A336-6EC9FDAFFB8A}" destId="{228036DD-64E9-4106-9C52-E96365FAE3CD}" srcOrd="6" destOrd="0" presId="urn:microsoft.com/office/officeart/2005/8/layout/cycle5"/>
    <dgm:cxn modelId="{197EE78E-9A80-4A89-BBBA-8A608A82E086}" type="presParOf" srcId="{6CF64FC6-61DA-45EB-A336-6EC9FDAFFB8A}" destId="{9A645C7B-CDF0-41D0-A2F7-1AE23A98F292}" srcOrd="7" destOrd="0" presId="urn:microsoft.com/office/officeart/2005/8/layout/cycle5"/>
    <dgm:cxn modelId="{79938FF0-BA28-4EA8-A435-1CB7F5492D05}" type="presParOf" srcId="{6CF64FC6-61DA-45EB-A336-6EC9FDAFFB8A}" destId="{1E96059B-92EA-4F99-AA97-E622395C23E2}" srcOrd="8" destOrd="0" presId="urn:microsoft.com/office/officeart/2005/8/layout/cycle5"/>
    <dgm:cxn modelId="{46532934-0DC1-4EF1-A233-DEFE772D9A05}" type="presParOf" srcId="{6CF64FC6-61DA-45EB-A336-6EC9FDAFFB8A}" destId="{27B72D7B-1342-4C74-B3C5-E2CAB6BFF77A}" srcOrd="9" destOrd="0" presId="urn:microsoft.com/office/officeart/2005/8/layout/cycle5"/>
    <dgm:cxn modelId="{1E4A5284-B0CA-43D2-9ADE-4CF8E1931AC8}" type="presParOf" srcId="{6CF64FC6-61DA-45EB-A336-6EC9FDAFFB8A}" destId="{F73FA016-E116-418A-B9DF-75E358F0B519}" srcOrd="10" destOrd="0" presId="urn:microsoft.com/office/officeart/2005/8/layout/cycle5"/>
    <dgm:cxn modelId="{ED3B7E6B-E7A8-4F1D-BD74-E7D61751C86B}" type="presParOf" srcId="{6CF64FC6-61DA-45EB-A336-6EC9FDAFFB8A}" destId="{775D57D1-8D31-46FF-9D99-843FF775AE45}" srcOrd="11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9E8A285B-9DE1-4139-8AEA-E7FD7FA953BA}" type="doc">
      <dgm:prSet loTypeId="urn:microsoft.com/office/officeart/2005/8/layout/cycle5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6BB656E-09C1-435C-816A-D720A838D5A1}">
      <dgm:prSet phldrT="[Text]"/>
      <dgm:spPr>
        <a:blipFill>
          <a:blip xmlns:r="http://schemas.openxmlformats.org/officeDocument/2006/relationships" r:embed="rId1"/>
          <a:stretch>
            <a:fillRect r="-1563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D7303E6D-583C-4DAD-96DF-BAA98E14D82F}" type="parTrans" cxnId="{DB1BDB59-1DBB-4BEB-82B3-2A1F1508EE76}">
      <dgm:prSet/>
      <dgm:spPr/>
      <dgm:t>
        <a:bodyPr/>
        <a:lstStyle/>
        <a:p>
          <a:endParaRPr lang="en-US"/>
        </a:p>
      </dgm:t>
    </dgm:pt>
    <dgm:pt modelId="{A00E0F53-F2F2-4894-93E1-68863F3CADDC}" type="sibTrans" cxnId="{DB1BDB59-1DBB-4BEB-82B3-2A1F1508EE76}">
      <dgm:prSet/>
      <dgm:spPr/>
      <dgm:t>
        <a:bodyPr/>
        <a:lstStyle/>
        <a:p>
          <a:endParaRPr lang="en-US"/>
        </a:p>
      </dgm:t>
    </dgm:pt>
    <dgm:pt modelId="{106F2319-3FE5-4358-9847-BBCFA6DBA0AA}">
      <dgm:prSet phldrT="[Text]" phldr="0"/>
      <dgm:spPr>
        <a:solidFill>
          <a:srgbClr val="002060"/>
        </a:solidFill>
      </dgm:spPr>
      <dgm:t>
        <a:bodyPr/>
        <a:lstStyle/>
        <a:p>
          <a:r>
            <a:rPr lang="it-IT" dirty="0"/>
            <a:t>Tweak the </a:t>
          </a:r>
          <a:r>
            <a:rPr lang="it-IT" dirty="0" err="1"/>
            <a:t>architecture</a:t>
          </a:r>
          <a:endParaRPr lang="en-US" dirty="0"/>
        </a:p>
      </dgm:t>
    </dgm:pt>
    <dgm:pt modelId="{CB074B63-F5D7-4B46-A208-3BCCA1B689A0}" type="parTrans" cxnId="{0ACAEC95-C4CF-4947-998C-43579562DB63}">
      <dgm:prSet/>
      <dgm:spPr/>
      <dgm:t>
        <a:bodyPr/>
        <a:lstStyle/>
        <a:p>
          <a:endParaRPr lang="en-US"/>
        </a:p>
      </dgm:t>
    </dgm:pt>
    <dgm:pt modelId="{BEEA8D15-C42A-4ACC-99B3-6654B5EA8446}" type="sibTrans" cxnId="{0ACAEC95-C4CF-4947-998C-43579562DB63}">
      <dgm:prSet/>
      <dgm:spPr/>
      <dgm:t>
        <a:bodyPr/>
        <a:lstStyle/>
        <a:p>
          <a:endParaRPr lang="en-US"/>
        </a:p>
      </dgm:t>
    </dgm:pt>
    <dgm:pt modelId="{89E18655-D4BB-49E6-900E-FB18797FD348}">
      <dgm:prSet phldrT="[Text]" phldr="0"/>
      <dgm:spPr>
        <a:solidFill>
          <a:srgbClr val="002060"/>
        </a:solidFill>
      </dgm:spPr>
      <dgm:t>
        <a:bodyPr/>
        <a:lstStyle/>
        <a:p>
          <a:r>
            <a:rPr lang="it-IT" dirty="0"/>
            <a:t>Clustering on input to make the </a:t>
          </a:r>
          <a:r>
            <a:rPr lang="it-IT" b="1" dirty="0"/>
            <a:t>big </a:t>
          </a:r>
          <a:r>
            <a:rPr lang="it-IT" b="1" dirty="0" err="1"/>
            <a:t>dispatcher</a:t>
          </a:r>
          <a:r>
            <a:rPr lang="it-IT" dirty="0"/>
            <a:t> an </a:t>
          </a:r>
          <a:r>
            <a:rPr lang="it-IT" b="1" i="1" dirty="0"/>
            <a:t>accumulator</a:t>
          </a:r>
          <a:endParaRPr lang="en-US" b="1" i="1" dirty="0"/>
        </a:p>
      </dgm:t>
    </dgm:pt>
    <dgm:pt modelId="{31E4B2C9-3E39-4B22-9794-5AA463107B18}" type="parTrans" cxnId="{E833C716-3A6F-4754-943F-F6DECA514F41}">
      <dgm:prSet/>
      <dgm:spPr/>
      <dgm:t>
        <a:bodyPr/>
        <a:lstStyle/>
        <a:p>
          <a:endParaRPr lang="en-US"/>
        </a:p>
      </dgm:t>
    </dgm:pt>
    <dgm:pt modelId="{CABDCAD8-CF18-4EF5-8BBE-4694DCB03ECC}" type="sibTrans" cxnId="{E833C716-3A6F-4754-943F-F6DECA514F41}">
      <dgm:prSet/>
      <dgm:spPr/>
      <dgm:t>
        <a:bodyPr/>
        <a:lstStyle/>
        <a:p>
          <a:endParaRPr lang="en-US"/>
        </a:p>
      </dgm:t>
    </dgm:pt>
    <dgm:pt modelId="{8981B3E1-2578-44CD-B01C-4CD6E4612239}">
      <dgm:prSet phldrT="[Text]" phldr="0"/>
      <dgm:spPr>
        <a:solidFill>
          <a:srgbClr val="002060"/>
        </a:solidFill>
      </dgm:spPr>
      <dgm:t>
        <a:bodyPr/>
        <a:lstStyle/>
        <a:p>
          <a:r>
            <a:rPr lang="it-IT" dirty="0" err="1"/>
            <a:t>Measure</a:t>
          </a:r>
          <a:r>
            <a:rPr lang="it-IT" dirty="0"/>
            <a:t> </a:t>
          </a:r>
          <a:r>
            <a:rPr lang="it-IT"/>
            <a:t>the results</a:t>
          </a:r>
          <a:endParaRPr lang="en-US" dirty="0"/>
        </a:p>
      </dgm:t>
    </dgm:pt>
    <dgm:pt modelId="{C0EDF6AC-4269-48E7-BB2D-789CB685265F}" type="parTrans" cxnId="{0683FD58-F709-424B-87D3-7C917637FDA0}">
      <dgm:prSet/>
      <dgm:spPr/>
      <dgm:t>
        <a:bodyPr/>
        <a:lstStyle/>
        <a:p>
          <a:endParaRPr lang="en-US"/>
        </a:p>
      </dgm:t>
    </dgm:pt>
    <dgm:pt modelId="{51EBD18C-49A5-489D-AEF3-E6A1A916D30F}" type="sibTrans" cxnId="{0683FD58-F709-424B-87D3-7C917637FDA0}">
      <dgm:prSet/>
      <dgm:spPr/>
      <dgm:t>
        <a:bodyPr/>
        <a:lstStyle/>
        <a:p>
          <a:endParaRPr lang="en-US"/>
        </a:p>
      </dgm:t>
    </dgm:pt>
    <dgm:pt modelId="{6CF64FC6-61DA-45EB-A336-6EC9FDAFFB8A}" type="pres">
      <dgm:prSet presAssocID="{9E8A285B-9DE1-4139-8AEA-E7FD7FA953BA}" presName="cycle" presStyleCnt="0">
        <dgm:presLayoutVars>
          <dgm:dir/>
          <dgm:resizeHandles val="exact"/>
        </dgm:presLayoutVars>
      </dgm:prSet>
      <dgm:spPr/>
    </dgm:pt>
    <dgm:pt modelId="{F1DF42D4-DC3D-4D33-9F3A-EDA97BA8DF2A}" type="pres">
      <dgm:prSet presAssocID="{36BB656E-09C1-435C-816A-D720A838D5A1}" presName="node" presStyleLbl="node1" presStyleIdx="0" presStyleCnt="4">
        <dgm:presLayoutVars>
          <dgm:bulletEnabled val="1"/>
        </dgm:presLayoutVars>
      </dgm:prSet>
      <dgm:spPr/>
    </dgm:pt>
    <dgm:pt modelId="{5797C5CD-BCCD-4629-8AC1-112A62C2434C}" type="pres">
      <dgm:prSet presAssocID="{36BB656E-09C1-435C-816A-D720A838D5A1}" presName="spNode" presStyleCnt="0"/>
      <dgm:spPr/>
    </dgm:pt>
    <dgm:pt modelId="{FCF14509-226F-4ED0-ACC7-BF418FBC1D7C}" type="pres">
      <dgm:prSet presAssocID="{A00E0F53-F2F2-4894-93E1-68863F3CADDC}" presName="sibTrans" presStyleLbl="sibTrans1D1" presStyleIdx="0" presStyleCnt="4"/>
      <dgm:spPr/>
    </dgm:pt>
    <dgm:pt modelId="{2C36EAEA-6D9F-4129-B6DE-C15A6D467A91}" type="pres">
      <dgm:prSet presAssocID="{106F2319-3FE5-4358-9847-BBCFA6DBA0AA}" presName="node" presStyleLbl="node1" presStyleIdx="1" presStyleCnt="4">
        <dgm:presLayoutVars>
          <dgm:bulletEnabled val="1"/>
        </dgm:presLayoutVars>
      </dgm:prSet>
      <dgm:spPr/>
    </dgm:pt>
    <dgm:pt modelId="{1B916F72-903A-465E-97B0-A8DF04EC911B}" type="pres">
      <dgm:prSet presAssocID="{106F2319-3FE5-4358-9847-BBCFA6DBA0AA}" presName="spNode" presStyleCnt="0"/>
      <dgm:spPr/>
    </dgm:pt>
    <dgm:pt modelId="{EDE01401-C5B8-4506-A61C-41C8926A50DF}" type="pres">
      <dgm:prSet presAssocID="{BEEA8D15-C42A-4ACC-99B3-6654B5EA8446}" presName="sibTrans" presStyleLbl="sibTrans1D1" presStyleIdx="1" presStyleCnt="4"/>
      <dgm:spPr/>
    </dgm:pt>
    <dgm:pt modelId="{228036DD-64E9-4106-9C52-E96365FAE3CD}" type="pres">
      <dgm:prSet presAssocID="{89E18655-D4BB-49E6-900E-FB18797FD348}" presName="node" presStyleLbl="node1" presStyleIdx="2" presStyleCnt="4">
        <dgm:presLayoutVars>
          <dgm:bulletEnabled val="1"/>
        </dgm:presLayoutVars>
      </dgm:prSet>
      <dgm:spPr/>
    </dgm:pt>
    <dgm:pt modelId="{9A645C7B-CDF0-41D0-A2F7-1AE23A98F292}" type="pres">
      <dgm:prSet presAssocID="{89E18655-D4BB-49E6-900E-FB18797FD348}" presName="spNode" presStyleCnt="0"/>
      <dgm:spPr/>
    </dgm:pt>
    <dgm:pt modelId="{1E96059B-92EA-4F99-AA97-E622395C23E2}" type="pres">
      <dgm:prSet presAssocID="{CABDCAD8-CF18-4EF5-8BBE-4694DCB03ECC}" presName="sibTrans" presStyleLbl="sibTrans1D1" presStyleIdx="2" presStyleCnt="4"/>
      <dgm:spPr/>
    </dgm:pt>
    <dgm:pt modelId="{27B72D7B-1342-4C74-B3C5-E2CAB6BFF77A}" type="pres">
      <dgm:prSet presAssocID="{8981B3E1-2578-44CD-B01C-4CD6E4612239}" presName="node" presStyleLbl="node1" presStyleIdx="3" presStyleCnt="4">
        <dgm:presLayoutVars>
          <dgm:bulletEnabled val="1"/>
        </dgm:presLayoutVars>
      </dgm:prSet>
      <dgm:spPr/>
    </dgm:pt>
    <dgm:pt modelId="{F73FA016-E116-418A-B9DF-75E358F0B519}" type="pres">
      <dgm:prSet presAssocID="{8981B3E1-2578-44CD-B01C-4CD6E4612239}" presName="spNode" presStyleCnt="0"/>
      <dgm:spPr/>
    </dgm:pt>
    <dgm:pt modelId="{775D57D1-8D31-46FF-9D99-843FF775AE45}" type="pres">
      <dgm:prSet presAssocID="{51EBD18C-49A5-489D-AEF3-E6A1A916D30F}" presName="sibTrans" presStyleLbl="sibTrans1D1" presStyleIdx="3" presStyleCnt="4"/>
      <dgm:spPr/>
    </dgm:pt>
  </dgm:ptLst>
  <dgm:cxnLst>
    <dgm:cxn modelId="{7C9FAE03-27AB-4EFB-93DB-89BE72BBFA41}" type="presOf" srcId="{BEEA8D15-C42A-4ACC-99B3-6654B5EA8446}" destId="{EDE01401-C5B8-4506-A61C-41C8926A50DF}" srcOrd="0" destOrd="0" presId="urn:microsoft.com/office/officeart/2005/8/layout/cycle5"/>
    <dgm:cxn modelId="{471A6711-EF76-4AF6-A460-984AF306B5A7}" type="presOf" srcId="{36BB656E-09C1-435C-816A-D720A838D5A1}" destId="{F1DF42D4-DC3D-4D33-9F3A-EDA97BA8DF2A}" srcOrd="0" destOrd="0" presId="urn:microsoft.com/office/officeart/2005/8/layout/cycle5"/>
    <dgm:cxn modelId="{E833C716-3A6F-4754-943F-F6DECA514F41}" srcId="{9E8A285B-9DE1-4139-8AEA-E7FD7FA953BA}" destId="{89E18655-D4BB-49E6-900E-FB18797FD348}" srcOrd="2" destOrd="0" parTransId="{31E4B2C9-3E39-4B22-9794-5AA463107B18}" sibTransId="{CABDCAD8-CF18-4EF5-8BBE-4694DCB03ECC}"/>
    <dgm:cxn modelId="{1C66CD5E-A418-4444-A701-429544206074}" type="presOf" srcId="{89E18655-D4BB-49E6-900E-FB18797FD348}" destId="{228036DD-64E9-4106-9C52-E96365FAE3CD}" srcOrd="0" destOrd="0" presId="urn:microsoft.com/office/officeart/2005/8/layout/cycle5"/>
    <dgm:cxn modelId="{C4596757-30E0-4C2B-AC62-DBD8A059D729}" type="presOf" srcId="{51EBD18C-49A5-489D-AEF3-E6A1A916D30F}" destId="{775D57D1-8D31-46FF-9D99-843FF775AE45}" srcOrd="0" destOrd="0" presId="urn:microsoft.com/office/officeart/2005/8/layout/cycle5"/>
    <dgm:cxn modelId="{0683FD58-F709-424B-87D3-7C917637FDA0}" srcId="{9E8A285B-9DE1-4139-8AEA-E7FD7FA953BA}" destId="{8981B3E1-2578-44CD-B01C-4CD6E4612239}" srcOrd="3" destOrd="0" parTransId="{C0EDF6AC-4269-48E7-BB2D-789CB685265F}" sibTransId="{51EBD18C-49A5-489D-AEF3-E6A1A916D30F}"/>
    <dgm:cxn modelId="{DB1BDB59-1DBB-4BEB-82B3-2A1F1508EE76}" srcId="{9E8A285B-9DE1-4139-8AEA-E7FD7FA953BA}" destId="{36BB656E-09C1-435C-816A-D720A838D5A1}" srcOrd="0" destOrd="0" parTransId="{D7303E6D-583C-4DAD-96DF-BAA98E14D82F}" sibTransId="{A00E0F53-F2F2-4894-93E1-68863F3CADDC}"/>
    <dgm:cxn modelId="{0ACAEC95-C4CF-4947-998C-43579562DB63}" srcId="{9E8A285B-9DE1-4139-8AEA-E7FD7FA953BA}" destId="{106F2319-3FE5-4358-9847-BBCFA6DBA0AA}" srcOrd="1" destOrd="0" parTransId="{CB074B63-F5D7-4B46-A208-3BCCA1B689A0}" sibTransId="{BEEA8D15-C42A-4ACC-99B3-6654B5EA8446}"/>
    <dgm:cxn modelId="{4CEDB0AC-B96C-4BDC-A478-FA33CF1AE697}" type="presOf" srcId="{8981B3E1-2578-44CD-B01C-4CD6E4612239}" destId="{27B72D7B-1342-4C74-B3C5-E2CAB6BFF77A}" srcOrd="0" destOrd="0" presId="urn:microsoft.com/office/officeart/2005/8/layout/cycle5"/>
    <dgm:cxn modelId="{6BC041B3-D0EE-4C1F-831D-9E7C19CAB410}" type="presOf" srcId="{A00E0F53-F2F2-4894-93E1-68863F3CADDC}" destId="{FCF14509-226F-4ED0-ACC7-BF418FBC1D7C}" srcOrd="0" destOrd="0" presId="urn:microsoft.com/office/officeart/2005/8/layout/cycle5"/>
    <dgm:cxn modelId="{F583FAB4-5E83-4464-A51F-48D6FC28E464}" type="presOf" srcId="{CABDCAD8-CF18-4EF5-8BBE-4694DCB03ECC}" destId="{1E96059B-92EA-4F99-AA97-E622395C23E2}" srcOrd="0" destOrd="0" presId="urn:microsoft.com/office/officeart/2005/8/layout/cycle5"/>
    <dgm:cxn modelId="{102AA2C1-6E5A-41D1-ABF1-57F70D2B1747}" type="presOf" srcId="{106F2319-3FE5-4358-9847-BBCFA6DBA0AA}" destId="{2C36EAEA-6D9F-4129-B6DE-C15A6D467A91}" srcOrd="0" destOrd="0" presId="urn:microsoft.com/office/officeart/2005/8/layout/cycle5"/>
    <dgm:cxn modelId="{F9C2B9F6-C020-4905-B0FD-32EDEB52280A}" type="presOf" srcId="{9E8A285B-9DE1-4139-8AEA-E7FD7FA953BA}" destId="{6CF64FC6-61DA-45EB-A336-6EC9FDAFFB8A}" srcOrd="0" destOrd="0" presId="urn:microsoft.com/office/officeart/2005/8/layout/cycle5"/>
    <dgm:cxn modelId="{4E0C7F46-40C0-48DC-809B-38C168850542}" type="presParOf" srcId="{6CF64FC6-61DA-45EB-A336-6EC9FDAFFB8A}" destId="{F1DF42D4-DC3D-4D33-9F3A-EDA97BA8DF2A}" srcOrd="0" destOrd="0" presId="urn:microsoft.com/office/officeart/2005/8/layout/cycle5"/>
    <dgm:cxn modelId="{6F49DC0E-4095-4727-8DEC-E3313BEAD1F8}" type="presParOf" srcId="{6CF64FC6-61DA-45EB-A336-6EC9FDAFFB8A}" destId="{5797C5CD-BCCD-4629-8AC1-112A62C2434C}" srcOrd="1" destOrd="0" presId="urn:microsoft.com/office/officeart/2005/8/layout/cycle5"/>
    <dgm:cxn modelId="{417A812E-36E3-4252-A917-5FF66D617E28}" type="presParOf" srcId="{6CF64FC6-61DA-45EB-A336-6EC9FDAFFB8A}" destId="{FCF14509-226F-4ED0-ACC7-BF418FBC1D7C}" srcOrd="2" destOrd="0" presId="urn:microsoft.com/office/officeart/2005/8/layout/cycle5"/>
    <dgm:cxn modelId="{E6723681-2AF9-40F4-A17F-0633A28635CA}" type="presParOf" srcId="{6CF64FC6-61DA-45EB-A336-6EC9FDAFFB8A}" destId="{2C36EAEA-6D9F-4129-B6DE-C15A6D467A91}" srcOrd="3" destOrd="0" presId="urn:microsoft.com/office/officeart/2005/8/layout/cycle5"/>
    <dgm:cxn modelId="{EA856286-86FD-4A0A-BE17-C60A413723A0}" type="presParOf" srcId="{6CF64FC6-61DA-45EB-A336-6EC9FDAFFB8A}" destId="{1B916F72-903A-465E-97B0-A8DF04EC911B}" srcOrd="4" destOrd="0" presId="urn:microsoft.com/office/officeart/2005/8/layout/cycle5"/>
    <dgm:cxn modelId="{2EC45DA2-D5C4-4025-AE5B-C7C8C6EB4587}" type="presParOf" srcId="{6CF64FC6-61DA-45EB-A336-6EC9FDAFFB8A}" destId="{EDE01401-C5B8-4506-A61C-41C8926A50DF}" srcOrd="5" destOrd="0" presId="urn:microsoft.com/office/officeart/2005/8/layout/cycle5"/>
    <dgm:cxn modelId="{EFC94B9C-B4C0-4135-9F3E-7FF3E901F81E}" type="presParOf" srcId="{6CF64FC6-61DA-45EB-A336-6EC9FDAFFB8A}" destId="{228036DD-64E9-4106-9C52-E96365FAE3CD}" srcOrd="6" destOrd="0" presId="urn:microsoft.com/office/officeart/2005/8/layout/cycle5"/>
    <dgm:cxn modelId="{197EE78E-9A80-4A89-BBBA-8A608A82E086}" type="presParOf" srcId="{6CF64FC6-61DA-45EB-A336-6EC9FDAFFB8A}" destId="{9A645C7B-CDF0-41D0-A2F7-1AE23A98F292}" srcOrd="7" destOrd="0" presId="urn:microsoft.com/office/officeart/2005/8/layout/cycle5"/>
    <dgm:cxn modelId="{79938FF0-BA28-4EA8-A435-1CB7F5492D05}" type="presParOf" srcId="{6CF64FC6-61DA-45EB-A336-6EC9FDAFFB8A}" destId="{1E96059B-92EA-4F99-AA97-E622395C23E2}" srcOrd="8" destOrd="0" presId="urn:microsoft.com/office/officeart/2005/8/layout/cycle5"/>
    <dgm:cxn modelId="{46532934-0DC1-4EF1-A233-DEFE772D9A05}" type="presParOf" srcId="{6CF64FC6-61DA-45EB-A336-6EC9FDAFFB8A}" destId="{27B72D7B-1342-4C74-B3C5-E2CAB6BFF77A}" srcOrd="9" destOrd="0" presId="urn:microsoft.com/office/officeart/2005/8/layout/cycle5"/>
    <dgm:cxn modelId="{1E4A5284-B0CA-43D2-9ADE-4CF8E1931AC8}" type="presParOf" srcId="{6CF64FC6-61DA-45EB-A336-6EC9FDAFFB8A}" destId="{F73FA016-E116-418A-B9DF-75E358F0B519}" srcOrd="10" destOrd="0" presId="urn:microsoft.com/office/officeart/2005/8/layout/cycle5"/>
    <dgm:cxn modelId="{ED3B7E6B-E7A8-4F1D-BD74-E7D61751C86B}" type="presParOf" srcId="{6CF64FC6-61DA-45EB-A336-6EC9FDAFFB8A}" destId="{775D57D1-8D31-46FF-9D99-843FF775AE45}" srcOrd="11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694467-2703-4838-BA5C-552A9602BEAD}">
      <dsp:nvSpPr>
        <dsp:cNvPr id="0" name=""/>
        <dsp:cNvSpPr/>
      </dsp:nvSpPr>
      <dsp:spPr>
        <a:xfrm>
          <a:off x="-4207526" y="-645602"/>
          <a:ext cx="5013314" cy="5013314"/>
        </a:xfrm>
        <a:prstGeom prst="blockArc">
          <a:avLst>
            <a:gd name="adj1" fmla="val 18900000"/>
            <a:gd name="adj2" fmla="val 2700000"/>
            <a:gd name="adj3" fmla="val 431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B53102-B3BF-4567-9525-1426319F939C}">
      <dsp:nvSpPr>
        <dsp:cNvPr id="0" name=""/>
        <dsp:cNvSpPr/>
      </dsp:nvSpPr>
      <dsp:spPr>
        <a:xfrm>
          <a:off x="422176" y="286155"/>
          <a:ext cx="4956893" cy="572609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4509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noProof="0" dirty="0"/>
            <a:t>Input layer</a:t>
          </a:r>
          <a:endParaRPr lang="en-US" sz="3000" b="1" kern="1200" noProof="0" dirty="0"/>
        </a:p>
      </dsp:txBody>
      <dsp:txXfrm>
        <a:off x="422176" y="286155"/>
        <a:ext cx="4956893" cy="572609"/>
      </dsp:txXfrm>
    </dsp:sp>
    <dsp:sp modelId="{BB410DFF-4C35-4314-A387-2B59392F9AE6}">
      <dsp:nvSpPr>
        <dsp:cNvPr id="0" name=""/>
        <dsp:cNvSpPr/>
      </dsp:nvSpPr>
      <dsp:spPr>
        <a:xfrm>
          <a:off x="64295" y="214579"/>
          <a:ext cx="715761" cy="71576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51819D-A948-46E6-B98B-713E8651599A}">
      <dsp:nvSpPr>
        <dsp:cNvPr id="0" name=""/>
        <dsp:cNvSpPr/>
      </dsp:nvSpPr>
      <dsp:spPr>
        <a:xfrm>
          <a:off x="750466" y="1145218"/>
          <a:ext cx="4628603" cy="572609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4509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noProof="0" dirty="0"/>
            <a:t>Accumulator layer (L1)</a:t>
          </a:r>
        </a:p>
      </dsp:txBody>
      <dsp:txXfrm>
        <a:off x="750466" y="1145218"/>
        <a:ext cx="4628603" cy="572609"/>
      </dsp:txXfrm>
    </dsp:sp>
    <dsp:sp modelId="{BE07F9F1-10B8-459B-B1B0-1017D1429ED8}">
      <dsp:nvSpPr>
        <dsp:cNvPr id="0" name=""/>
        <dsp:cNvSpPr/>
      </dsp:nvSpPr>
      <dsp:spPr>
        <a:xfrm>
          <a:off x="392585" y="1073642"/>
          <a:ext cx="715761" cy="71576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2A14FB-EAD8-4566-890B-C0DA7877C08B}">
      <dsp:nvSpPr>
        <dsp:cNvPr id="0" name=""/>
        <dsp:cNvSpPr/>
      </dsp:nvSpPr>
      <dsp:spPr>
        <a:xfrm>
          <a:off x="750466" y="2004281"/>
          <a:ext cx="4628603" cy="572609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4509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noProof="0" dirty="0"/>
            <a:t>L2 hidden layer</a:t>
          </a:r>
        </a:p>
      </dsp:txBody>
      <dsp:txXfrm>
        <a:off x="750466" y="2004281"/>
        <a:ext cx="4628603" cy="572609"/>
      </dsp:txXfrm>
    </dsp:sp>
    <dsp:sp modelId="{3E0DCCC9-E6AC-4019-B27A-611BC8EC0A31}">
      <dsp:nvSpPr>
        <dsp:cNvPr id="0" name=""/>
        <dsp:cNvSpPr/>
      </dsp:nvSpPr>
      <dsp:spPr>
        <a:xfrm>
          <a:off x="392585" y="1932705"/>
          <a:ext cx="715761" cy="71576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88BD50-FB6F-42B2-BCC6-A15280DB03D3}">
      <dsp:nvSpPr>
        <dsp:cNvPr id="0" name=""/>
        <dsp:cNvSpPr/>
      </dsp:nvSpPr>
      <dsp:spPr>
        <a:xfrm>
          <a:off x="422176" y="2863344"/>
          <a:ext cx="4956893" cy="572609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4509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noProof="0" dirty="0"/>
            <a:t>Output layer</a:t>
          </a:r>
        </a:p>
      </dsp:txBody>
      <dsp:txXfrm>
        <a:off x="422176" y="2863344"/>
        <a:ext cx="4956893" cy="572609"/>
      </dsp:txXfrm>
    </dsp:sp>
    <dsp:sp modelId="{D609E633-48CC-4379-AF79-D761AE37ACBF}">
      <dsp:nvSpPr>
        <dsp:cNvPr id="0" name=""/>
        <dsp:cNvSpPr/>
      </dsp:nvSpPr>
      <dsp:spPr>
        <a:xfrm>
          <a:off x="64295" y="2791767"/>
          <a:ext cx="715761" cy="71576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694467-2703-4838-BA5C-552A9602BEAD}">
      <dsp:nvSpPr>
        <dsp:cNvPr id="0" name=""/>
        <dsp:cNvSpPr/>
      </dsp:nvSpPr>
      <dsp:spPr>
        <a:xfrm>
          <a:off x="-4207526" y="-645602"/>
          <a:ext cx="5013314" cy="5013314"/>
        </a:xfrm>
        <a:prstGeom prst="blockArc">
          <a:avLst>
            <a:gd name="adj1" fmla="val 18900000"/>
            <a:gd name="adj2" fmla="val 2700000"/>
            <a:gd name="adj3" fmla="val 431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B53102-B3BF-4567-9525-1426319F939C}">
      <dsp:nvSpPr>
        <dsp:cNvPr id="0" name=""/>
        <dsp:cNvSpPr/>
      </dsp:nvSpPr>
      <dsp:spPr>
        <a:xfrm>
          <a:off x="518207" y="372210"/>
          <a:ext cx="4860863" cy="744421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0885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noProof="0" dirty="0"/>
            <a:t>A </a:t>
          </a:r>
          <a:r>
            <a:rPr lang="en-US" sz="1900" b="1" kern="1200" noProof="0" dirty="0"/>
            <a:t>router decides which head 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noProof="0" dirty="0"/>
            <a:t>should be called</a:t>
          </a:r>
        </a:p>
      </dsp:txBody>
      <dsp:txXfrm>
        <a:off x="518207" y="372210"/>
        <a:ext cx="4860863" cy="744421"/>
      </dsp:txXfrm>
    </dsp:sp>
    <dsp:sp modelId="{BB410DFF-4C35-4314-A387-2B59392F9AE6}">
      <dsp:nvSpPr>
        <dsp:cNvPr id="0" name=""/>
        <dsp:cNvSpPr/>
      </dsp:nvSpPr>
      <dsp:spPr>
        <a:xfrm>
          <a:off x="52943" y="279158"/>
          <a:ext cx="930527" cy="93052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51819D-A948-46E6-B98B-713E8651599A}">
      <dsp:nvSpPr>
        <dsp:cNvPr id="0" name=""/>
        <dsp:cNvSpPr/>
      </dsp:nvSpPr>
      <dsp:spPr>
        <a:xfrm>
          <a:off x="788804" y="1488843"/>
          <a:ext cx="4590265" cy="744421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0885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noProof="0" dirty="0"/>
            <a:t>Expert heads can occupy 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noProof="0" dirty="0"/>
            <a:t>a lot of memory</a:t>
          </a:r>
        </a:p>
      </dsp:txBody>
      <dsp:txXfrm>
        <a:off x="788804" y="1488843"/>
        <a:ext cx="4590265" cy="744421"/>
      </dsp:txXfrm>
    </dsp:sp>
    <dsp:sp modelId="{BE07F9F1-10B8-459B-B1B0-1017D1429ED8}">
      <dsp:nvSpPr>
        <dsp:cNvPr id="0" name=""/>
        <dsp:cNvSpPr/>
      </dsp:nvSpPr>
      <dsp:spPr>
        <a:xfrm>
          <a:off x="323540" y="1395790"/>
          <a:ext cx="930527" cy="93052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2A14FB-EAD8-4566-890B-C0DA7877C08B}">
      <dsp:nvSpPr>
        <dsp:cNvPr id="0" name=""/>
        <dsp:cNvSpPr/>
      </dsp:nvSpPr>
      <dsp:spPr>
        <a:xfrm>
          <a:off x="518207" y="2605476"/>
          <a:ext cx="4860863" cy="744421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0885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noProof="0" dirty="0"/>
            <a:t>During inference, only one head called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noProof="0" dirty="0"/>
            <a:t>(also the dispatcher)</a:t>
          </a:r>
        </a:p>
      </dsp:txBody>
      <dsp:txXfrm>
        <a:off x="518207" y="2605476"/>
        <a:ext cx="4860863" cy="744421"/>
      </dsp:txXfrm>
    </dsp:sp>
    <dsp:sp modelId="{3E0DCCC9-E6AC-4019-B27A-611BC8EC0A31}">
      <dsp:nvSpPr>
        <dsp:cNvPr id="0" name=""/>
        <dsp:cNvSpPr/>
      </dsp:nvSpPr>
      <dsp:spPr>
        <a:xfrm>
          <a:off x="52943" y="2512423"/>
          <a:ext cx="930527" cy="93052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AED1AE-D936-4152-841E-7D5B5AC3AE8F}">
      <dsp:nvSpPr>
        <dsp:cNvPr id="0" name=""/>
        <dsp:cNvSpPr/>
      </dsp:nvSpPr>
      <dsp:spPr>
        <a:xfrm>
          <a:off x="5751979" y="2653068"/>
          <a:ext cx="4253982" cy="4563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0963"/>
              </a:lnTo>
              <a:lnTo>
                <a:pt x="4253982" y="310963"/>
              </a:lnTo>
              <a:lnTo>
                <a:pt x="4253982" y="45631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99DFDD-E7AF-4357-9BF5-162251A08343}">
      <dsp:nvSpPr>
        <dsp:cNvPr id="0" name=""/>
        <dsp:cNvSpPr/>
      </dsp:nvSpPr>
      <dsp:spPr>
        <a:xfrm>
          <a:off x="5751979" y="2653068"/>
          <a:ext cx="1343749" cy="4473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1967"/>
              </a:lnTo>
              <a:lnTo>
                <a:pt x="1343749" y="301967"/>
              </a:lnTo>
              <a:lnTo>
                <a:pt x="1343749" y="44731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846F12-3511-460D-9F6D-6AFDCCC94AD1}">
      <dsp:nvSpPr>
        <dsp:cNvPr id="0" name=""/>
        <dsp:cNvSpPr/>
      </dsp:nvSpPr>
      <dsp:spPr>
        <a:xfrm>
          <a:off x="4259741" y="2653068"/>
          <a:ext cx="1492238" cy="447316"/>
        </a:xfrm>
        <a:custGeom>
          <a:avLst/>
          <a:gdLst/>
          <a:ahLst/>
          <a:cxnLst/>
          <a:rect l="0" t="0" r="0" b="0"/>
          <a:pathLst>
            <a:path>
              <a:moveTo>
                <a:pt x="1492238" y="0"/>
              </a:moveTo>
              <a:lnTo>
                <a:pt x="1492238" y="301967"/>
              </a:lnTo>
              <a:lnTo>
                <a:pt x="0" y="301967"/>
              </a:lnTo>
              <a:lnTo>
                <a:pt x="0" y="44731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5371B1-A5A4-4543-8A4B-ECB0DC1B07E3}">
      <dsp:nvSpPr>
        <dsp:cNvPr id="0" name=""/>
        <dsp:cNvSpPr/>
      </dsp:nvSpPr>
      <dsp:spPr>
        <a:xfrm>
          <a:off x="1378033" y="4096689"/>
          <a:ext cx="91440" cy="44086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4086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43CF83-2A7E-480E-85A8-FF9E51B5F58E}">
      <dsp:nvSpPr>
        <dsp:cNvPr id="0" name=""/>
        <dsp:cNvSpPr/>
      </dsp:nvSpPr>
      <dsp:spPr>
        <a:xfrm>
          <a:off x="1423753" y="2653068"/>
          <a:ext cx="4328226" cy="447316"/>
        </a:xfrm>
        <a:custGeom>
          <a:avLst/>
          <a:gdLst/>
          <a:ahLst/>
          <a:cxnLst/>
          <a:rect l="0" t="0" r="0" b="0"/>
          <a:pathLst>
            <a:path>
              <a:moveTo>
                <a:pt x="4328226" y="0"/>
              </a:moveTo>
              <a:lnTo>
                <a:pt x="4328226" y="301967"/>
              </a:lnTo>
              <a:lnTo>
                <a:pt x="0" y="301967"/>
              </a:lnTo>
              <a:lnTo>
                <a:pt x="0" y="44731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D9C41F-67FE-4C06-BC79-531A4480C42A}">
      <dsp:nvSpPr>
        <dsp:cNvPr id="0" name=""/>
        <dsp:cNvSpPr/>
      </dsp:nvSpPr>
      <dsp:spPr>
        <a:xfrm>
          <a:off x="4191953" y="1200451"/>
          <a:ext cx="1560026" cy="4563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0963"/>
              </a:lnTo>
              <a:lnTo>
                <a:pt x="1560026" y="310963"/>
              </a:lnTo>
              <a:lnTo>
                <a:pt x="1560026" y="45631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C82769-0AF7-44FA-86F2-E264A7AA01D1}">
      <dsp:nvSpPr>
        <dsp:cNvPr id="0" name=""/>
        <dsp:cNvSpPr/>
      </dsp:nvSpPr>
      <dsp:spPr>
        <a:xfrm>
          <a:off x="2594248" y="1200451"/>
          <a:ext cx="1597705" cy="456312"/>
        </a:xfrm>
        <a:custGeom>
          <a:avLst/>
          <a:gdLst/>
          <a:ahLst/>
          <a:cxnLst/>
          <a:rect l="0" t="0" r="0" b="0"/>
          <a:pathLst>
            <a:path>
              <a:moveTo>
                <a:pt x="1597705" y="0"/>
              </a:moveTo>
              <a:lnTo>
                <a:pt x="1597705" y="310963"/>
              </a:lnTo>
              <a:lnTo>
                <a:pt x="0" y="310963"/>
              </a:lnTo>
              <a:lnTo>
                <a:pt x="0" y="45631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E784C3-5707-4D95-81E3-69802AF605BA}">
      <dsp:nvSpPr>
        <dsp:cNvPr id="0" name=""/>
        <dsp:cNvSpPr/>
      </dsp:nvSpPr>
      <dsp:spPr>
        <a:xfrm>
          <a:off x="2768579" y="204147"/>
          <a:ext cx="2846747" cy="996304"/>
        </a:xfrm>
        <a:prstGeom prst="roundRect">
          <a:avLst>
            <a:gd name="adj" fmla="val 10000"/>
          </a:avLst>
        </a:prstGeom>
        <a:solidFill>
          <a:srgbClr val="0E1B2C">
            <a:alpha val="9000"/>
          </a:srgb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1F5431-96AF-4C34-B39E-FBEE6F4D9392}">
      <dsp:nvSpPr>
        <dsp:cNvPr id="0" name=""/>
        <dsp:cNvSpPr/>
      </dsp:nvSpPr>
      <dsp:spPr>
        <a:xfrm>
          <a:off x="2942911" y="369762"/>
          <a:ext cx="2846747" cy="996304"/>
        </a:xfrm>
        <a:prstGeom prst="roundRect">
          <a:avLst>
            <a:gd name="adj" fmla="val 10000"/>
          </a:avLst>
        </a:prstGeom>
        <a:solidFill>
          <a:schemeClr val="accent1">
            <a:lumMod val="50000"/>
          </a:schemeClr>
        </a:solidFill>
        <a:ln w="12700" cap="flat" cmpd="sng" algn="ctr">
          <a:solidFill>
            <a:srgbClr val="0E1B2C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noProof="0" dirty="0">
              <a:solidFill>
                <a:schemeClr val="bg1"/>
              </a:solidFill>
            </a:rPr>
            <a:t>Linear model</a:t>
          </a:r>
        </a:p>
      </dsp:txBody>
      <dsp:txXfrm>
        <a:off x="2972092" y="398943"/>
        <a:ext cx="2788385" cy="937942"/>
      </dsp:txXfrm>
    </dsp:sp>
    <dsp:sp modelId="{3284AD81-45C9-42A6-A07A-0AE561E2125E}">
      <dsp:nvSpPr>
        <dsp:cNvPr id="0" name=""/>
        <dsp:cNvSpPr/>
      </dsp:nvSpPr>
      <dsp:spPr>
        <a:xfrm>
          <a:off x="1208553" y="1656764"/>
          <a:ext cx="2771389" cy="996304"/>
        </a:xfrm>
        <a:prstGeom prst="roundRect">
          <a:avLst>
            <a:gd name="adj" fmla="val 10000"/>
          </a:avLst>
        </a:prstGeom>
        <a:solidFill>
          <a:srgbClr val="0E1B2C">
            <a:alpha val="9000"/>
          </a:srgb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A14444-CD0B-4022-8231-42C82CD8BBB5}">
      <dsp:nvSpPr>
        <dsp:cNvPr id="0" name=""/>
        <dsp:cNvSpPr/>
      </dsp:nvSpPr>
      <dsp:spPr>
        <a:xfrm>
          <a:off x="1382884" y="1822379"/>
          <a:ext cx="2771389" cy="996304"/>
        </a:xfrm>
        <a:prstGeom prst="roundRect">
          <a:avLst>
            <a:gd name="adj" fmla="val 10000"/>
          </a:avLst>
        </a:prstGeom>
        <a:solidFill>
          <a:schemeClr val="accent1">
            <a:lumMod val="50000"/>
          </a:schemeClr>
        </a:solidFill>
        <a:ln w="12700" cap="flat" cmpd="sng" algn="ctr">
          <a:solidFill>
            <a:srgbClr val="0E1B2C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noProof="0" dirty="0">
              <a:solidFill>
                <a:schemeClr val="bg1"/>
              </a:solidFill>
            </a:rPr>
            <a:t>FFNN</a:t>
          </a:r>
        </a:p>
      </dsp:txBody>
      <dsp:txXfrm>
        <a:off x="1412065" y="1851560"/>
        <a:ext cx="2713027" cy="937942"/>
      </dsp:txXfrm>
    </dsp:sp>
    <dsp:sp modelId="{C864B6A1-3B1E-4EDC-B09E-3A41D8024851}">
      <dsp:nvSpPr>
        <dsp:cNvPr id="0" name=""/>
        <dsp:cNvSpPr/>
      </dsp:nvSpPr>
      <dsp:spPr>
        <a:xfrm>
          <a:off x="4328605" y="1656764"/>
          <a:ext cx="2846747" cy="996304"/>
        </a:xfrm>
        <a:prstGeom prst="roundRect">
          <a:avLst>
            <a:gd name="adj" fmla="val 10000"/>
          </a:avLst>
        </a:prstGeom>
        <a:solidFill>
          <a:srgbClr val="0E1B2C">
            <a:alpha val="9000"/>
          </a:srgb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51865C-D224-497E-B1F7-706B91BC3094}">
      <dsp:nvSpPr>
        <dsp:cNvPr id="0" name=""/>
        <dsp:cNvSpPr/>
      </dsp:nvSpPr>
      <dsp:spPr>
        <a:xfrm>
          <a:off x="4502937" y="1822379"/>
          <a:ext cx="2846747" cy="996304"/>
        </a:xfrm>
        <a:prstGeom prst="roundRect">
          <a:avLst>
            <a:gd name="adj" fmla="val 10000"/>
          </a:avLst>
        </a:prstGeom>
        <a:solidFill>
          <a:schemeClr val="accent1">
            <a:lumMod val="50000"/>
          </a:schemeClr>
        </a:solidFill>
        <a:ln w="12700" cap="flat" cmpd="sng" algn="ctr">
          <a:solidFill>
            <a:srgbClr val="0E1B2C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noProof="0" dirty="0">
              <a:solidFill>
                <a:schemeClr val="bg1"/>
              </a:solidFill>
            </a:rPr>
            <a:t>Base NNUE</a:t>
          </a:r>
        </a:p>
      </dsp:txBody>
      <dsp:txXfrm>
        <a:off x="4532118" y="1851560"/>
        <a:ext cx="2788385" cy="937942"/>
      </dsp:txXfrm>
    </dsp:sp>
    <dsp:sp modelId="{F7C63C39-3523-41EA-8897-22E8DB05B454}">
      <dsp:nvSpPr>
        <dsp:cNvPr id="0" name=""/>
        <dsp:cNvSpPr/>
      </dsp:nvSpPr>
      <dsp:spPr>
        <a:xfrm>
          <a:off x="180090" y="3100384"/>
          <a:ext cx="2487325" cy="996304"/>
        </a:xfrm>
        <a:prstGeom prst="roundRect">
          <a:avLst>
            <a:gd name="adj" fmla="val 10000"/>
          </a:avLst>
        </a:prstGeom>
        <a:solidFill>
          <a:srgbClr val="DFDBD5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D4381C-5A0B-4F67-A3EA-70B98BA43D19}">
      <dsp:nvSpPr>
        <dsp:cNvPr id="0" name=""/>
        <dsp:cNvSpPr/>
      </dsp:nvSpPr>
      <dsp:spPr>
        <a:xfrm>
          <a:off x="354422" y="3265999"/>
          <a:ext cx="2487325" cy="996304"/>
        </a:xfrm>
        <a:prstGeom prst="roundRect">
          <a:avLst>
            <a:gd name="adj" fmla="val 10000"/>
          </a:avLst>
        </a:prstGeom>
        <a:solidFill>
          <a:schemeClr val="accent1">
            <a:lumMod val="50000"/>
          </a:schemeClr>
        </a:solidFill>
        <a:ln w="12700" cap="flat" cmpd="sng" algn="ctr">
          <a:solidFill>
            <a:srgbClr val="0E1B2C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noProof="0" dirty="0">
              <a:solidFill>
                <a:schemeClr val="bg1"/>
              </a:solidFill>
            </a:rPr>
            <a:t>NNUE </a:t>
          </a:r>
          <a:r>
            <a:rPr lang="en-US" sz="1800" kern="1200" noProof="0" dirty="0" err="1">
              <a:solidFill>
                <a:schemeClr val="bg1"/>
              </a:solidFill>
            </a:rPr>
            <a:t>MoE</a:t>
          </a:r>
          <a:r>
            <a:rPr lang="en-US" sz="1800" kern="1200" noProof="0" dirty="0">
              <a:solidFill>
                <a:schemeClr val="bg1"/>
              </a:solidFill>
            </a:rPr>
            <a:t> – L1 clustering</a:t>
          </a:r>
        </a:p>
      </dsp:txBody>
      <dsp:txXfrm>
        <a:off x="383603" y="3295180"/>
        <a:ext cx="2428963" cy="937942"/>
      </dsp:txXfrm>
    </dsp:sp>
    <dsp:sp modelId="{78E42B3D-3BA4-46A7-B27D-C8E75E0C6D67}">
      <dsp:nvSpPr>
        <dsp:cNvPr id="0" name=""/>
        <dsp:cNvSpPr/>
      </dsp:nvSpPr>
      <dsp:spPr>
        <a:xfrm>
          <a:off x="379" y="4537559"/>
          <a:ext cx="2846747" cy="996304"/>
        </a:xfrm>
        <a:prstGeom prst="roundRect">
          <a:avLst>
            <a:gd name="adj" fmla="val 10000"/>
          </a:avLst>
        </a:prstGeom>
        <a:solidFill>
          <a:srgbClr val="0E1B2C">
            <a:alpha val="9000"/>
          </a:srgb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354974-5E74-4C24-95A2-B3A729DF768B}">
      <dsp:nvSpPr>
        <dsp:cNvPr id="0" name=""/>
        <dsp:cNvSpPr/>
      </dsp:nvSpPr>
      <dsp:spPr>
        <a:xfrm>
          <a:off x="174710" y="4703174"/>
          <a:ext cx="2846747" cy="996304"/>
        </a:xfrm>
        <a:prstGeom prst="roundRect">
          <a:avLst>
            <a:gd name="adj" fmla="val 10000"/>
          </a:avLst>
        </a:prstGeom>
        <a:solidFill>
          <a:schemeClr val="accent1">
            <a:lumMod val="50000"/>
          </a:schemeClr>
        </a:solidFill>
        <a:ln w="12700" cap="flat" cmpd="sng" algn="ctr">
          <a:solidFill>
            <a:srgbClr val="0E1B2C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noProof="0" dirty="0">
              <a:solidFill>
                <a:schemeClr val="bg1"/>
              </a:solidFill>
            </a:rPr>
            <a:t>KITSUNE</a:t>
          </a:r>
        </a:p>
      </dsp:txBody>
      <dsp:txXfrm>
        <a:off x="203891" y="4732355"/>
        <a:ext cx="2788385" cy="937942"/>
      </dsp:txXfrm>
    </dsp:sp>
    <dsp:sp modelId="{E9665B0E-FD45-4078-BC6F-16056E3CC932}">
      <dsp:nvSpPr>
        <dsp:cNvPr id="0" name=""/>
        <dsp:cNvSpPr/>
      </dsp:nvSpPr>
      <dsp:spPr>
        <a:xfrm>
          <a:off x="3016078" y="3100384"/>
          <a:ext cx="2487325" cy="996304"/>
        </a:xfrm>
        <a:prstGeom prst="roundRect">
          <a:avLst>
            <a:gd name="adj" fmla="val 10000"/>
          </a:avLst>
        </a:prstGeom>
        <a:solidFill>
          <a:srgbClr val="DFDBD5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B5F4B8-3DD7-4492-A69C-EBDF50946CE4}">
      <dsp:nvSpPr>
        <dsp:cNvPr id="0" name=""/>
        <dsp:cNvSpPr/>
      </dsp:nvSpPr>
      <dsp:spPr>
        <a:xfrm>
          <a:off x="3190410" y="3265999"/>
          <a:ext cx="2487325" cy="996304"/>
        </a:xfrm>
        <a:prstGeom prst="roundRect">
          <a:avLst>
            <a:gd name="adj" fmla="val 10000"/>
          </a:avLst>
        </a:prstGeom>
        <a:solidFill>
          <a:schemeClr val="accent1">
            <a:lumMod val="50000"/>
          </a:schemeClr>
        </a:solidFill>
        <a:ln w="12700" cap="flat" cmpd="sng" algn="ctr">
          <a:solidFill>
            <a:srgbClr val="0E1B2C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noProof="0" dirty="0">
              <a:solidFill>
                <a:schemeClr val="bg1"/>
              </a:solidFill>
            </a:rPr>
            <a:t>NNUE </a:t>
          </a:r>
          <a:r>
            <a:rPr lang="en-US" sz="1800" b="1" kern="1200" noProof="0" dirty="0" err="1">
              <a:solidFill>
                <a:schemeClr val="bg1"/>
              </a:solidFill>
            </a:rPr>
            <a:t>MoE</a:t>
          </a:r>
          <a:r>
            <a:rPr lang="en-US" sz="1800" b="1" kern="1200" noProof="0" dirty="0">
              <a:solidFill>
                <a:schemeClr val="bg1"/>
              </a:solidFill>
            </a:rPr>
            <a:t> – sample gradient clustering</a:t>
          </a:r>
        </a:p>
      </dsp:txBody>
      <dsp:txXfrm>
        <a:off x="3219591" y="3295180"/>
        <a:ext cx="2428963" cy="937942"/>
      </dsp:txXfrm>
    </dsp:sp>
    <dsp:sp modelId="{6BCD92BE-C918-4AAF-9E16-71966D8D1FF0}">
      <dsp:nvSpPr>
        <dsp:cNvPr id="0" name=""/>
        <dsp:cNvSpPr/>
      </dsp:nvSpPr>
      <dsp:spPr>
        <a:xfrm>
          <a:off x="5852067" y="3100384"/>
          <a:ext cx="2487325" cy="996304"/>
        </a:xfrm>
        <a:prstGeom prst="roundRect">
          <a:avLst>
            <a:gd name="adj" fmla="val 10000"/>
          </a:avLst>
        </a:prstGeom>
        <a:solidFill>
          <a:srgbClr val="DFDBD5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4686AF-361C-4AAC-9ECE-DEEA8244C0FE}">
      <dsp:nvSpPr>
        <dsp:cNvPr id="0" name=""/>
        <dsp:cNvSpPr/>
      </dsp:nvSpPr>
      <dsp:spPr>
        <a:xfrm>
          <a:off x="6026398" y="3265999"/>
          <a:ext cx="2487325" cy="996304"/>
        </a:xfrm>
        <a:prstGeom prst="roundRect">
          <a:avLst>
            <a:gd name="adj" fmla="val 10000"/>
          </a:avLst>
        </a:prstGeom>
        <a:solidFill>
          <a:schemeClr val="accent1">
            <a:lumMod val="50000"/>
          </a:schemeClr>
        </a:solidFill>
        <a:ln w="12700" cap="flat" cmpd="sng" algn="ctr">
          <a:solidFill>
            <a:srgbClr val="0E1B2C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noProof="0" dirty="0">
              <a:solidFill>
                <a:schemeClr val="bg1"/>
              </a:solidFill>
            </a:rPr>
            <a:t>NNUE </a:t>
          </a:r>
          <a:r>
            <a:rPr lang="en-US" sz="1800" kern="1200" noProof="0" dirty="0" err="1">
              <a:solidFill>
                <a:schemeClr val="bg1"/>
              </a:solidFill>
            </a:rPr>
            <a:t>MoE</a:t>
          </a:r>
          <a:r>
            <a:rPr lang="en-US" sz="1800" kern="1200" noProof="0" dirty="0">
              <a:solidFill>
                <a:schemeClr val="bg1"/>
              </a:solidFill>
            </a:rPr>
            <a:t> – piece-count clustering</a:t>
          </a:r>
        </a:p>
      </dsp:txBody>
      <dsp:txXfrm>
        <a:off x="6055579" y="3295180"/>
        <a:ext cx="2428963" cy="937942"/>
      </dsp:txXfrm>
    </dsp:sp>
    <dsp:sp modelId="{02ADEBF8-B56F-49D9-9826-6FB0F525A038}">
      <dsp:nvSpPr>
        <dsp:cNvPr id="0" name=""/>
        <dsp:cNvSpPr/>
      </dsp:nvSpPr>
      <dsp:spPr>
        <a:xfrm>
          <a:off x="8688055" y="3109381"/>
          <a:ext cx="2635813" cy="996304"/>
        </a:xfrm>
        <a:prstGeom prst="roundRect">
          <a:avLst>
            <a:gd name="adj" fmla="val 10000"/>
          </a:avLst>
        </a:prstGeom>
        <a:solidFill>
          <a:srgbClr val="0E1B2C">
            <a:alpha val="9000"/>
          </a:srgb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5E925F-F4A3-46C3-BCFA-84B6E2542749}">
      <dsp:nvSpPr>
        <dsp:cNvPr id="0" name=""/>
        <dsp:cNvSpPr/>
      </dsp:nvSpPr>
      <dsp:spPr>
        <a:xfrm>
          <a:off x="8862386" y="3274996"/>
          <a:ext cx="2635813" cy="996304"/>
        </a:xfrm>
        <a:prstGeom prst="roundRect">
          <a:avLst>
            <a:gd name="adj" fmla="val 10000"/>
          </a:avLst>
        </a:prstGeom>
        <a:solidFill>
          <a:schemeClr val="accent1">
            <a:lumMod val="50000"/>
          </a:schemeClr>
        </a:solidFill>
        <a:ln w="12700" cap="flat" cmpd="sng" algn="ctr">
          <a:solidFill>
            <a:srgbClr val="0E1B2C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noProof="0" dirty="0">
              <a:solidFill>
                <a:schemeClr val="bg1"/>
              </a:solidFill>
            </a:rPr>
            <a:t>NNUE </a:t>
          </a:r>
          <a:r>
            <a:rPr lang="en-US" sz="1800" kern="1200" noProof="0" dirty="0" err="1">
              <a:solidFill>
                <a:schemeClr val="bg1"/>
              </a:solidFill>
            </a:rPr>
            <a:t>MoE</a:t>
          </a:r>
          <a:r>
            <a:rPr lang="en-US" sz="1800" kern="1200" noProof="0" dirty="0">
              <a:solidFill>
                <a:schemeClr val="bg1"/>
              </a:solidFill>
            </a:rPr>
            <a:t> – input-clustering</a:t>
          </a:r>
        </a:p>
      </dsp:txBody>
      <dsp:txXfrm>
        <a:off x="8891567" y="3304177"/>
        <a:ext cx="2577451" cy="93794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ED2FD7-17A6-4AA6-B1CE-D6634C5E4505}">
      <dsp:nvSpPr>
        <dsp:cNvPr id="0" name=""/>
        <dsp:cNvSpPr/>
      </dsp:nvSpPr>
      <dsp:spPr>
        <a:xfrm>
          <a:off x="-3910803" y="-504526"/>
          <a:ext cx="4660828" cy="4660828"/>
        </a:xfrm>
        <a:prstGeom prst="blockArc">
          <a:avLst>
            <a:gd name="adj1" fmla="val 18900000"/>
            <a:gd name="adj2" fmla="val 2700000"/>
            <a:gd name="adj3" fmla="val 463"/>
          </a:avLst>
        </a:prstGeom>
        <a:noFill/>
        <a:ln w="12700" cap="flat" cmpd="sng" algn="ctr">
          <a:solidFill>
            <a:schemeClr val="tx1">
              <a:lumMod val="75000"/>
              <a:lumOff val="2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55CCE0-E827-4B86-861E-A5749FC2AD16}">
      <dsp:nvSpPr>
        <dsp:cNvPr id="0" name=""/>
        <dsp:cNvSpPr/>
      </dsp:nvSpPr>
      <dsp:spPr>
        <a:xfrm>
          <a:off x="482327" y="345984"/>
          <a:ext cx="4845376" cy="691968"/>
        </a:xfrm>
        <a:prstGeom prst="rect">
          <a:avLst/>
        </a:prstGeom>
        <a:solidFill>
          <a:srgbClr val="002060"/>
        </a:solidFill>
        <a:ln w="19050" cap="flat" cmpd="sng" algn="ctr">
          <a:solidFill>
            <a:schemeClr val="bg1">
              <a:lumMod val="8500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49250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>
              <a:solidFill>
                <a:schemeClr val="bg1"/>
              </a:solidFill>
            </a:rPr>
            <a:t>Some partitions produce </a:t>
          </a:r>
          <a:r>
            <a:rPr lang="en-US" sz="1600" b="1" kern="1200" noProof="0" dirty="0">
              <a:solidFill>
                <a:schemeClr val="bg1"/>
              </a:solidFill>
            </a:rPr>
            <a:t>very effective experts</a:t>
          </a:r>
        </a:p>
      </dsp:txBody>
      <dsp:txXfrm>
        <a:off x="482327" y="345984"/>
        <a:ext cx="4845376" cy="691968"/>
      </dsp:txXfrm>
    </dsp:sp>
    <dsp:sp modelId="{DD1F8BB0-EA66-40BA-BFF5-2CA3595E2806}">
      <dsp:nvSpPr>
        <dsp:cNvPr id="0" name=""/>
        <dsp:cNvSpPr/>
      </dsp:nvSpPr>
      <dsp:spPr>
        <a:xfrm>
          <a:off x="49847" y="259488"/>
          <a:ext cx="864960" cy="86496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lumMod val="65000"/>
              <a:lumOff val="3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DE1B80-D7AF-4304-8F07-3111B0D8AE05}">
      <dsp:nvSpPr>
        <dsp:cNvPr id="0" name=""/>
        <dsp:cNvSpPr/>
      </dsp:nvSpPr>
      <dsp:spPr>
        <a:xfrm>
          <a:off x="733858" y="1383937"/>
          <a:ext cx="4593846" cy="691968"/>
        </a:xfrm>
        <a:prstGeom prst="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49250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>
              <a:solidFill>
                <a:schemeClr val="bg1"/>
              </a:solidFill>
            </a:rPr>
            <a:t>Many partitions produce </a:t>
          </a:r>
          <a:r>
            <a:rPr lang="en-US" sz="1600" b="1" kern="1200" noProof="0" dirty="0">
              <a:solidFill>
                <a:schemeClr val="bg1"/>
              </a:solidFill>
            </a:rPr>
            <a:t>modest improvements</a:t>
          </a:r>
        </a:p>
      </dsp:txBody>
      <dsp:txXfrm>
        <a:off x="733858" y="1383937"/>
        <a:ext cx="4593846" cy="691968"/>
      </dsp:txXfrm>
    </dsp:sp>
    <dsp:sp modelId="{52A5448B-6F90-4A2D-924A-7275D19FDBE6}">
      <dsp:nvSpPr>
        <dsp:cNvPr id="0" name=""/>
        <dsp:cNvSpPr/>
      </dsp:nvSpPr>
      <dsp:spPr>
        <a:xfrm>
          <a:off x="301377" y="1297441"/>
          <a:ext cx="864960" cy="86496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lumMod val="65000"/>
              <a:lumOff val="3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4F83AF-9758-48A3-9805-AE9EB9DBF52D}">
      <dsp:nvSpPr>
        <dsp:cNvPr id="0" name=""/>
        <dsp:cNvSpPr/>
      </dsp:nvSpPr>
      <dsp:spPr>
        <a:xfrm>
          <a:off x="482327" y="2421890"/>
          <a:ext cx="4845376" cy="691968"/>
        </a:xfrm>
        <a:prstGeom prst="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49250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>
              <a:solidFill>
                <a:schemeClr val="bg1"/>
              </a:solidFill>
            </a:rPr>
            <a:t>The depth of the </a:t>
          </a:r>
          <a:r>
            <a:rPr lang="en-US" sz="1600" b="1" kern="1200" noProof="0" dirty="0">
              <a:solidFill>
                <a:schemeClr val="bg1"/>
              </a:solidFill>
            </a:rPr>
            <a:t>loss </a:t>
          </a:r>
          <a:r>
            <a:rPr lang="en-US" sz="1600" b="1" kern="1200" noProof="0" dirty="0" err="1">
              <a:solidFill>
                <a:schemeClr val="bg1"/>
              </a:solidFill>
            </a:rPr>
            <a:t>basen</a:t>
          </a:r>
          <a:r>
            <a:rPr lang="en-US" sz="1600" b="1" kern="1200" noProof="0" dirty="0">
              <a:solidFill>
                <a:schemeClr val="bg1"/>
              </a:solidFill>
            </a:rPr>
            <a:t> </a:t>
          </a:r>
          <a:r>
            <a:rPr lang="en-US" sz="1600" kern="1200" noProof="0" dirty="0">
              <a:solidFill>
                <a:schemeClr val="bg1"/>
              </a:solidFill>
            </a:rPr>
            <a:t>is </a:t>
          </a:r>
          <a:r>
            <a:rPr lang="en-US" sz="1600" kern="1200" noProof="0" dirty="0" err="1">
              <a:solidFill>
                <a:schemeClr val="bg1"/>
              </a:solidFill>
            </a:rPr>
            <a:t>rougly</a:t>
          </a:r>
          <a:r>
            <a:rPr lang="en-US" sz="1600" kern="1200" noProof="0" dirty="0">
              <a:solidFill>
                <a:schemeClr val="bg1"/>
              </a:solidFill>
            </a:rPr>
            <a:t> proportional to the initial magnitude of the </a:t>
          </a:r>
          <a:r>
            <a:rPr lang="en-US" sz="1600" b="1" kern="1200" noProof="0" dirty="0">
              <a:solidFill>
                <a:schemeClr val="bg1"/>
              </a:solidFill>
            </a:rPr>
            <a:t>gradient</a:t>
          </a:r>
        </a:p>
      </dsp:txBody>
      <dsp:txXfrm>
        <a:off x="482327" y="2421890"/>
        <a:ext cx="4845376" cy="691968"/>
      </dsp:txXfrm>
    </dsp:sp>
    <dsp:sp modelId="{4644D4AE-7AA4-462A-8947-2AB341901E3C}">
      <dsp:nvSpPr>
        <dsp:cNvPr id="0" name=""/>
        <dsp:cNvSpPr/>
      </dsp:nvSpPr>
      <dsp:spPr>
        <a:xfrm>
          <a:off x="49847" y="2335394"/>
          <a:ext cx="864960" cy="86496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lumMod val="65000"/>
              <a:lumOff val="3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97A614-0CD1-4D1C-9AC4-CDF076F83FBC}">
      <dsp:nvSpPr>
        <dsp:cNvPr id="0" name=""/>
        <dsp:cNvSpPr/>
      </dsp:nvSpPr>
      <dsp:spPr>
        <a:xfrm>
          <a:off x="-4568320" y="-700453"/>
          <a:ext cx="5441912" cy="5441912"/>
        </a:xfrm>
        <a:prstGeom prst="blockArc">
          <a:avLst>
            <a:gd name="adj1" fmla="val 18900000"/>
            <a:gd name="adj2" fmla="val 2700000"/>
            <a:gd name="adj3" fmla="val 397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1155D6-2615-4C01-A103-5C865AD5DBB0}">
      <dsp:nvSpPr>
        <dsp:cNvPr id="0" name=""/>
        <dsp:cNvSpPr/>
      </dsp:nvSpPr>
      <dsp:spPr>
        <a:xfrm>
          <a:off x="457576" y="310672"/>
          <a:ext cx="5150288" cy="621668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3449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noProof="0" dirty="0"/>
            <a:t>You want </a:t>
          </a:r>
          <a14:m xmlns:a14="http://schemas.microsoft.com/office/drawing/2010/main">
            <m:oMath xmlns:m="http://schemas.openxmlformats.org/officeDocument/2006/math">
              <m:r>
                <a:rPr lang="en-US" sz="1500" i="1" kern="1200" noProof="0" smtClean="0">
                  <a:latin typeface="Cambria Math" panose="02040503050406030204" pitchFamily="18" charset="0"/>
                </a:rPr>
                <m:t>𝐵</m:t>
              </m:r>
            </m:oMath>
          </a14:m>
          <a:r>
            <a:rPr lang="en-US" sz="1500" kern="1200" noProof="0" dirty="0"/>
            <a:t> experts</a:t>
          </a:r>
        </a:p>
      </dsp:txBody>
      <dsp:txXfrm>
        <a:off x="457576" y="310672"/>
        <a:ext cx="5150288" cy="621668"/>
      </dsp:txXfrm>
    </dsp:sp>
    <dsp:sp modelId="{A5E440D7-B800-4036-A379-8B30AB2CA8F8}">
      <dsp:nvSpPr>
        <dsp:cNvPr id="0" name=""/>
        <dsp:cNvSpPr/>
      </dsp:nvSpPr>
      <dsp:spPr>
        <a:xfrm>
          <a:off x="69033" y="232963"/>
          <a:ext cx="777085" cy="77708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12FD77-D938-4F13-8C7C-2EE4E6C3CB59}">
      <dsp:nvSpPr>
        <dsp:cNvPr id="0" name=""/>
        <dsp:cNvSpPr/>
      </dsp:nvSpPr>
      <dsp:spPr>
        <a:xfrm>
          <a:off x="813992" y="1243336"/>
          <a:ext cx="4793871" cy="621668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3449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noProof="0" dirty="0"/>
            <a:t>Partition the space to </a:t>
          </a:r>
          <a14:m xmlns:a14="http://schemas.microsoft.com/office/drawing/2010/main">
            <m:oMath xmlns:m="http://schemas.openxmlformats.org/officeDocument/2006/math">
              <m:r>
                <a:rPr lang="en-US" sz="1500" i="1" kern="1200" noProof="0" smtClean="0">
                  <a:latin typeface="Cambria Math" panose="02040503050406030204" pitchFamily="18" charset="0"/>
                </a:rPr>
                <m:t>𝐵</m:t>
              </m:r>
              <m:r>
                <a:rPr lang="en-US" sz="1500" i="1" kern="1200" noProof="0" smtClean="0">
                  <a:latin typeface="Cambria Math" panose="02040503050406030204" pitchFamily="18" charset="0"/>
                </a:rPr>
                <m:t>’=</m:t>
              </m:r>
              <m:r>
                <a:rPr lang="en-US" sz="1500" i="1" kern="1200" noProof="0" smtClean="0">
                  <a:latin typeface="Cambria Math" panose="02040503050406030204" pitchFamily="18" charset="0"/>
                </a:rPr>
                <m:t>𝐵</m:t>
              </m:r>
              <m:r>
                <a:rPr lang="en-US" sz="1500" b="0" i="1" kern="1200" noProof="0" smtClean="0">
                  <a:latin typeface="Cambria Math" panose="02040503050406030204" pitchFamily="18" charset="0"/>
                </a:rPr>
                <m:t> </m:t>
              </m:r>
              <m:sSub>
                <m:sSubPr>
                  <m:ctrlPr>
                    <a:rPr lang="en-US" sz="1500" b="0" i="1" kern="1200" noProof="0" smtClean="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n-US" sz="1500" b="0" i="1" kern="1200" noProof="0" smtClean="0">
                      <a:latin typeface="Cambria Math" panose="02040503050406030204" pitchFamily="18" charset="0"/>
                    </a:rPr>
                    <m:t>𝑘</m:t>
                  </m:r>
                </m:e>
                <m:sub>
                  <m:r>
                    <a:rPr lang="en-US" sz="1500" b="0" i="1" kern="1200" noProof="0" smtClean="0">
                      <a:latin typeface="Cambria Math" panose="02040503050406030204" pitchFamily="18" charset="0"/>
                    </a:rPr>
                    <m:t>𝑟𝑒𝑓𝑖𝑛𝑒𝑚𝑒𝑛𝑡</m:t>
                  </m:r>
                </m:sub>
              </m:sSub>
            </m:oMath>
          </a14:m>
          <a:endParaRPr lang="en-US" sz="1500" kern="1200" noProof="0" dirty="0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noProof="0" dirty="0"/>
            <a:t>mini-clusters</a:t>
          </a:r>
        </a:p>
      </dsp:txBody>
      <dsp:txXfrm>
        <a:off x="813992" y="1243336"/>
        <a:ext cx="4793871" cy="621668"/>
      </dsp:txXfrm>
    </dsp:sp>
    <dsp:sp modelId="{A806FBA3-8774-4FCA-A268-8CC8209F5AAF}">
      <dsp:nvSpPr>
        <dsp:cNvPr id="0" name=""/>
        <dsp:cNvSpPr/>
      </dsp:nvSpPr>
      <dsp:spPr>
        <a:xfrm>
          <a:off x="425450" y="1165628"/>
          <a:ext cx="777085" cy="77708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C9BD8A-54EE-447B-ADE4-25EB25EF7EF3}">
      <dsp:nvSpPr>
        <dsp:cNvPr id="0" name=""/>
        <dsp:cNvSpPr/>
      </dsp:nvSpPr>
      <dsp:spPr>
        <a:xfrm>
          <a:off x="813992" y="2176000"/>
          <a:ext cx="4793871" cy="621668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3449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i="1" kern="1200" noProof="0" dirty="0"/>
            <a:t>Stitch </a:t>
          </a:r>
          <a:r>
            <a:rPr lang="en-US" sz="1500" i="0" kern="1200" noProof="0" dirty="0"/>
            <a:t>together the partitions with similar 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i="1" kern="1200" noProof="0" dirty="0"/>
            <a:t>average sample gradient</a:t>
          </a:r>
        </a:p>
      </dsp:txBody>
      <dsp:txXfrm>
        <a:off x="813992" y="2176000"/>
        <a:ext cx="4793871" cy="621668"/>
      </dsp:txXfrm>
    </dsp:sp>
    <dsp:sp modelId="{71C501C7-2686-421D-945D-142B4331F832}">
      <dsp:nvSpPr>
        <dsp:cNvPr id="0" name=""/>
        <dsp:cNvSpPr/>
      </dsp:nvSpPr>
      <dsp:spPr>
        <a:xfrm>
          <a:off x="425450" y="2098292"/>
          <a:ext cx="777085" cy="77708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D27E14-1ECE-4C5B-8C92-AFC83511FB9E}">
      <dsp:nvSpPr>
        <dsp:cNvPr id="0" name=""/>
        <dsp:cNvSpPr/>
      </dsp:nvSpPr>
      <dsp:spPr>
        <a:xfrm>
          <a:off x="457576" y="3108665"/>
          <a:ext cx="5150288" cy="621668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3449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noProof="0" dirty="0"/>
            <a:t>Accuracy vs </a:t>
          </a:r>
          <a14:m xmlns:a14="http://schemas.microsoft.com/office/drawing/2010/main">
            <m:oMath xmlns:m="http://schemas.openxmlformats.org/officeDocument/2006/math">
              <m:r>
                <a:rPr lang="en-US" sz="1500" i="1" kern="1200" noProof="0" smtClean="0">
                  <a:latin typeface="Cambria Math" panose="02040503050406030204" pitchFamily="18" charset="0"/>
                </a:rPr>
                <m:t>𝐵</m:t>
              </m:r>
            </m:oMath>
          </a14:m>
          <a:endParaRPr lang="en-US" sz="1500" kern="1200" noProof="0" dirty="0"/>
        </a:p>
      </dsp:txBody>
      <dsp:txXfrm>
        <a:off x="457576" y="3108665"/>
        <a:ext cx="5150288" cy="621668"/>
      </dsp:txXfrm>
    </dsp:sp>
    <dsp:sp modelId="{204B6F6D-7B1C-4CAD-9ADE-CB573A37270F}">
      <dsp:nvSpPr>
        <dsp:cNvPr id="0" name=""/>
        <dsp:cNvSpPr/>
      </dsp:nvSpPr>
      <dsp:spPr>
        <a:xfrm>
          <a:off x="69033" y="3030956"/>
          <a:ext cx="777085" cy="77708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97A614-0CD1-4D1C-9AC4-CDF076F83FBC}">
      <dsp:nvSpPr>
        <dsp:cNvPr id="0" name=""/>
        <dsp:cNvSpPr/>
      </dsp:nvSpPr>
      <dsp:spPr>
        <a:xfrm>
          <a:off x="-4568320" y="-700453"/>
          <a:ext cx="5441912" cy="5441912"/>
        </a:xfrm>
        <a:prstGeom prst="blockArc">
          <a:avLst>
            <a:gd name="adj1" fmla="val 18900000"/>
            <a:gd name="adj2" fmla="val 2700000"/>
            <a:gd name="adj3" fmla="val 397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1155D6-2615-4C01-A103-5C865AD5DBB0}">
      <dsp:nvSpPr>
        <dsp:cNvPr id="0" name=""/>
        <dsp:cNvSpPr/>
      </dsp:nvSpPr>
      <dsp:spPr>
        <a:xfrm>
          <a:off x="457576" y="310672"/>
          <a:ext cx="5150288" cy="621668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3449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noProof="0" dirty="0"/>
            <a:t>You want </a:t>
          </a:r>
          <a14:m xmlns:a14="http://schemas.microsoft.com/office/drawing/2010/main">
            <m:oMath xmlns:m="http://schemas.openxmlformats.org/officeDocument/2006/math">
              <m:r>
                <a:rPr lang="en-US" sz="1500" i="1" kern="1200" noProof="0" smtClean="0">
                  <a:latin typeface="Cambria Math" panose="02040503050406030204" pitchFamily="18" charset="0"/>
                </a:rPr>
                <m:t>𝐵</m:t>
              </m:r>
            </m:oMath>
          </a14:m>
          <a:r>
            <a:rPr lang="en-US" sz="1500" kern="1200" noProof="0" dirty="0"/>
            <a:t> experts</a:t>
          </a:r>
        </a:p>
      </dsp:txBody>
      <dsp:txXfrm>
        <a:off x="457576" y="310672"/>
        <a:ext cx="5150288" cy="621668"/>
      </dsp:txXfrm>
    </dsp:sp>
    <dsp:sp modelId="{A5E440D7-B800-4036-A379-8B30AB2CA8F8}">
      <dsp:nvSpPr>
        <dsp:cNvPr id="0" name=""/>
        <dsp:cNvSpPr/>
      </dsp:nvSpPr>
      <dsp:spPr>
        <a:xfrm>
          <a:off x="69033" y="232963"/>
          <a:ext cx="777085" cy="77708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12FD77-D938-4F13-8C7C-2EE4E6C3CB59}">
      <dsp:nvSpPr>
        <dsp:cNvPr id="0" name=""/>
        <dsp:cNvSpPr/>
      </dsp:nvSpPr>
      <dsp:spPr>
        <a:xfrm>
          <a:off x="813992" y="1243336"/>
          <a:ext cx="4793871" cy="621668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3449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noProof="0" dirty="0"/>
            <a:t>Partition the space to </a:t>
          </a:r>
          <a14:m xmlns:a14="http://schemas.microsoft.com/office/drawing/2010/main">
            <m:oMath xmlns:m="http://schemas.openxmlformats.org/officeDocument/2006/math">
              <m:r>
                <a:rPr lang="en-US" sz="1500" i="1" kern="1200" noProof="0" smtClean="0">
                  <a:latin typeface="Cambria Math" panose="02040503050406030204" pitchFamily="18" charset="0"/>
                </a:rPr>
                <m:t>𝐵</m:t>
              </m:r>
              <m:r>
                <a:rPr lang="en-US" sz="1500" i="1" kern="1200" noProof="0" smtClean="0">
                  <a:latin typeface="Cambria Math" panose="02040503050406030204" pitchFamily="18" charset="0"/>
                </a:rPr>
                <m:t>’=</m:t>
              </m:r>
              <m:r>
                <a:rPr lang="en-US" sz="1500" i="1" kern="1200" noProof="0" smtClean="0">
                  <a:latin typeface="Cambria Math" panose="02040503050406030204" pitchFamily="18" charset="0"/>
                </a:rPr>
                <m:t>𝐵</m:t>
              </m:r>
              <m:r>
                <a:rPr lang="en-US" sz="1500" b="0" i="1" kern="1200" noProof="0" smtClean="0">
                  <a:latin typeface="Cambria Math" panose="02040503050406030204" pitchFamily="18" charset="0"/>
                </a:rPr>
                <m:t> </m:t>
              </m:r>
              <m:sSub>
                <m:sSubPr>
                  <m:ctrlPr>
                    <a:rPr lang="en-US" sz="1500" b="0" i="1" kern="1200" noProof="0" smtClean="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n-US" sz="1500" b="0" i="1" kern="1200" noProof="0" smtClean="0">
                      <a:latin typeface="Cambria Math" panose="02040503050406030204" pitchFamily="18" charset="0"/>
                    </a:rPr>
                    <m:t>𝑘</m:t>
                  </m:r>
                </m:e>
                <m:sub>
                  <m:r>
                    <a:rPr lang="en-US" sz="1500" b="0" i="1" kern="1200" noProof="0" smtClean="0">
                      <a:latin typeface="Cambria Math" panose="02040503050406030204" pitchFamily="18" charset="0"/>
                    </a:rPr>
                    <m:t>𝑟𝑒𝑓𝑖𝑛𝑒𝑚𝑒𝑛𝑡</m:t>
                  </m:r>
                </m:sub>
              </m:sSub>
            </m:oMath>
          </a14:m>
          <a:endParaRPr lang="en-US" sz="1500" kern="1200" noProof="0" dirty="0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noProof="0" dirty="0"/>
            <a:t>mini-clusters</a:t>
          </a:r>
        </a:p>
      </dsp:txBody>
      <dsp:txXfrm>
        <a:off x="813992" y="1243336"/>
        <a:ext cx="4793871" cy="621668"/>
      </dsp:txXfrm>
    </dsp:sp>
    <dsp:sp modelId="{A806FBA3-8774-4FCA-A268-8CC8209F5AAF}">
      <dsp:nvSpPr>
        <dsp:cNvPr id="0" name=""/>
        <dsp:cNvSpPr/>
      </dsp:nvSpPr>
      <dsp:spPr>
        <a:xfrm>
          <a:off x="425450" y="1165628"/>
          <a:ext cx="777085" cy="77708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C9BD8A-54EE-447B-ADE4-25EB25EF7EF3}">
      <dsp:nvSpPr>
        <dsp:cNvPr id="0" name=""/>
        <dsp:cNvSpPr/>
      </dsp:nvSpPr>
      <dsp:spPr>
        <a:xfrm>
          <a:off x="813992" y="2176000"/>
          <a:ext cx="4793871" cy="621668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3449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i="1" kern="1200" noProof="0" dirty="0"/>
            <a:t>Stitch </a:t>
          </a:r>
          <a:r>
            <a:rPr lang="en-US" sz="1500" i="0" kern="1200" noProof="0" dirty="0"/>
            <a:t>together the partitions with similar 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i="1" kern="1200" noProof="0" dirty="0"/>
            <a:t>average sample gradient</a:t>
          </a:r>
        </a:p>
      </dsp:txBody>
      <dsp:txXfrm>
        <a:off x="813992" y="2176000"/>
        <a:ext cx="4793871" cy="621668"/>
      </dsp:txXfrm>
    </dsp:sp>
    <dsp:sp modelId="{71C501C7-2686-421D-945D-142B4331F832}">
      <dsp:nvSpPr>
        <dsp:cNvPr id="0" name=""/>
        <dsp:cNvSpPr/>
      </dsp:nvSpPr>
      <dsp:spPr>
        <a:xfrm>
          <a:off x="425450" y="2098292"/>
          <a:ext cx="777085" cy="77708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D27E14-1ECE-4C5B-8C92-AFC83511FB9E}">
      <dsp:nvSpPr>
        <dsp:cNvPr id="0" name=""/>
        <dsp:cNvSpPr/>
      </dsp:nvSpPr>
      <dsp:spPr>
        <a:xfrm>
          <a:off x="457576" y="3108665"/>
          <a:ext cx="5150288" cy="621668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3449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noProof="0" dirty="0"/>
            <a:t>Accuracy vs </a:t>
          </a:r>
          <a14:m xmlns:a14="http://schemas.microsoft.com/office/drawing/2010/main">
            <m:oMath xmlns:m="http://schemas.openxmlformats.org/officeDocument/2006/math">
              <m:r>
                <a:rPr lang="en-US" sz="1500" i="1" kern="1200" noProof="0" smtClean="0">
                  <a:latin typeface="Cambria Math" panose="02040503050406030204" pitchFamily="18" charset="0"/>
                </a:rPr>
                <m:t>𝐵</m:t>
              </m:r>
            </m:oMath>
          </a14:m>
          <a:endParaRPr lang="en-US" sz="1500" kern="1200" noProof="0" dirty="0"/>
        </a:p>
      </dsp:txBody>
      <dsp:txXfrm>
        <a:off x="457576" y="3108665"/>
        <a:ext cx="5150288" cy="621668"/>
      </dsp:txXfrm>
    </dsp:sp>
    <dsp:sp modelId="{204B6F6D-7B1C-4CAD-9ADE-CB573A37270F}">
      <dsp:nvSpPr>
        <dsp:cNvPr id="0" name=""/>
        <dsp:cNvSpPr/>
      </dsp:nvSpPr>
      <dsp:spPr>
        <a:xfrm>
          <a:off x="69033" y="3030956"/>
          <a:ext cx="777085" cy="77708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97A614-0CD1-4D1C-9AC4-CDF076F83FBC}">
      <dsp:nvSpPr>
        <dsp:cNvPr id="0" name=""/>
        <dsp:cNvSpPr/>
      </dsp:nvSpPr>
      <dsp:spPr>
        <a:xfrm>
          <a:off x="-4568320" y="-700453"/>
          <a:ext cx="5441912" cy="5441912"/>
        </a:xfrm>
        <a:prstGeom prst="blockArc">
          <a:avLst>
            <a:gd name="adj1" fmla="val 18900000"/>
            <a:gd name="adj2" fmla="val 2700000"/>
            <a:gd name="adj3" fmla="val 397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1155D6-2615-4C01-A103-5C865AD5DBB0}">
      <dsp:nvSpPr>
        <dsp:cNvPr id="0" name=""/>
        <dsp:cNvSpPr/>
      </dsp:nvSpPr>
      <dsp:spPr>
        <a:xfrm>
          <a:off x="457576" y="310672"/>
          <a:ext cx="5150288" cy="621668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3449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/>
            <a:t>More clusters = Less points in the cluster 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/>
            <a:t>= More aligned sample gradients</a:t>
          </a:r>
        </a:p>
      </dsp:txBody>
      <dsp:txXfrm>
        <a:off x="457576" y="310672"/>
        <a:ext cx="5150288" cy="621668"/>
      </dsp:txXfrm>
    </dsp:sp>
    <dsp:sp modelId="{A5E440D7-B800-4036-A379-8B30AB2CA8F8}">
      <dsp:nvSpPr>
        <dsp:cNvPr id="0" name=""/>
        <dsp:cNvSpPr/>
      </dsp:nvSpPr>
      <dsp:spPr>
        <a:xfrm>
          <a:off x="69033" y="232963"/>
          <a:ext cx="777085" cy="77708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7CF568-D827-404F-83EF-DE2A0F5DA945}">
      <dsp:nvSpPr>
        <dsp:cNvPr id="0" name=""/>
        <dsp:cNvSpPr/>
      </dsp:nvSpPr>
      <dsp:spPr>
        <a:xfrm>
          <a:off x="813992" y="1243336"/>
          <a:ext cx="4793871" cy="621668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3449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i="1" kern="1200" noProof="0" dirty="0"/>
            <a:t>Stitch </a:t>
          </a:r>
          <a:r>
            <a:rPr lang="en-US" sz="1600" i="0" kern="1200" noProof="0" dirty="0"/>
            <a:t>together </a:t>
          </a:r>
          <a:r>
            <a:rPr lang="en-US" sz="1600" b="1" i="0" kern="1200" noProof="0" dirty="0"/>
            <a:t>hundreds of  partitions </a:t>
          </a:r>
          <a:r>
            <a:rPr lang="en-US" sz="1600" i="0" kern="1200" noProof="0" dirty="0"/>
            <a:t>with similar 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i="1" kern="1200" noProof="0" dirty="0"/>
            <a:t>average sample gradient</a:t>
          </a:r>
        </a:p>
      </dsp:txBody>
      <dsp:txXfrm>
        <a:off x="813992" y="1243336"/>
        <a:ext cx="4793871" cy="621668"/>
      </dsp:txXfrm>
    </dsp:sp>
    <dsp:sp modelId="{71C501C7-2686-421D-945D-142B4331F832}">
      <dsp:nvSpPr>
        <dsp:cNvPr id="0" name=""/>
        <dsp:cNvSpPr/>
      </dsp:nvSpPr>
      <dsp:spPr>
        <a:xfrm>
          <a:off x="425450" y="1165628"/>
          <a:ext cx="777085" cy="77708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EBC823-6327-41E3-9498-077EC66E6394}">
      <dsp:nvSpPr>
        <dsp:cNvPr id="0" name=""/>
        <dsp:cNvSpPr/>
      </dsp:nvSpPr>
      <dsp:spPr>
        <a:xfrm>
          <a:off x="813992" y="2176000"/>
          <a:ext cx="4793871" cy="621668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3449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/>
            <a:t>Accuracy on </a:t>
          </a:r>
          <a14:m xmlns:a14="http://schemas.microsoft.com/office/drawing/2010/main">
            <m:oMath xmlns:m="http://schemas.openxmlformats.org/officeDocument/2006/math">
              <m:r>
                <a:rPr lang="en-US" sz="1600" i="1" kern="1200" noProof="0" smtClean="0">
                  <a:latin typeface="Cambria Math" panose="02040503050406030204" pitchFamily="18" charset="0"/>
                </a:rPr>
                <m:t>𝐵</m:t>
              </m:r>
              <m:r>
                <a:rPr lang="en-US" sz="1600" b="0" i="1" kern="1200" noProof="0" smtClean="0">
                  <a:latin typeface="Cambria Math" panose="02040503050406030204" pitchFamily="18" charset="0"/>
                </a:rPr>
                <m:t>′</m:t>
              </m:r>
            </m:oMath>
          </a14:m>
          <a:r>
            <a:rPr lang="en-US" sz="1600" kern="1200" noProof="0" dirty="0"/>
            <a:t> is not important</a:t>
          </a:r>
        </a:p>
      </dsp:txBody>
      <dsp:txXfrm>
        <a:off x="813992" y="2176000"/>
        <a:ext cx="4793871" cy="621668"/>
      </dsp:txXfrm>
    </dsp:sp>
    <dsp:sp modelId="{204B6F6D-7B1C-4CAD-9ADE-CB573A37270F}">
      <dsp:nvSpPr>
        <dsp:cNvPr id="0" name=""/>
        <dsp:cNvSpPr/>
      </dsp:nvSpPr>
      <dsp:spPr>
        <a:xfrm>
          <a:off x="425450" y="2098292"/>
          <a:ext cx="777085" cy="77708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1F4AD6-69DA-4570-AC70-E2D69C9751D4}">
      <dsp:nvSpPr>
        <dsp:cNvPr id="0" name=""/>
        <dsp:cNvSpPr/>
      </dsp:nvSpPr>
      <dsp:spPr>
        <a:xfrm>
          <a:off x="457576" y="3108665"/>
          <a:ext cx="5150288" cy="621668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3449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/>
            <a:t>Downside: the dispatcher gets really big!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/>
            <a:t>… but that is OK.</a:t>
          </a:r>
        </a:p>
      </dsp:txBody>
      <dsp:txXfrm>
        <a:off x="457576" y="3108665"/>
        <a:ext cx="5150288" cy="621668"/>
      </dsp:txXfrm>
    </dsp:sp>
    <dsp:sp modelId="{A806FBA3-8774-4FCA-A268-8CC8209F5AAF}">
      <dsp:nvSpPr>
        <dsp:cNvPr id="0" name=""/>
        <dsp:cNvSpPr/>
      </dsp:nvSpPr>
      <dsp:spPr>
        <a:xfrm>
          <a:off x="69033" y="3030956"/>
          <a:ext cx="777085" cy="77708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DF42D4-DC3D-4D33-9F3A-EDA97BA8DF2A}">
      <dsp:nvSpPr>
        <dsp:cNvPr id="0" name=""/>
        <dsp:cNvSpPr/>
      </dsp:nvSpPr>
      <dsp:spPr>
        <a:xfrm>
          <a:off x="3095624" y="232"/>
          <a:ext cx="1936750" cy="1258887"/>
        </a:xfrm>
        <a:prstGeom prst="round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 dirty="0"/>
            <a:t>Re-</a:t>
          </a:r>
          <a:r>
            <a:rPr lang="it-IT" sz="1700" kern="1200" dirty="0" err="1"/>
            <a:t>run</a:t>
          </a:r>
          <a:r>
            <a:rPr lang="it-IT" sz="1700" kern="1200" dirty="0"/>
            <a:t> the training with </a:t>
          </a:r>
          <a:r>
            <a:rPr lang="it-IT" sz="1700" kern="1200" dirty="0" err="1"/>
            <a:t>higher</a:t>
          </a:r>
          <a:r>
            <a:rPr lang="it-IT" sz="1700" kern="1200" dirty="0"/>
            <a:t>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en-US" sz="1700" b="0" i="1" kern="1200" noProof="0" smtClean="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n-US" sz="1700" b="0" i="1" kern="1200" noProof="0" smtClean="0">
                      <a:latin typeface="Cambria Math" panose="02040503050406030204" pitchFamily="18" charset="0"/>
                    </a:rPr>
                    <m:t>𝑘</m:t>
                  </m:r>
                </m:e>
                <m:sub>
                  <m:r>
                    <a:rPr lang="en-US" sz="1700" b="0" i="1" kern="1200" noProof="0" smtClean="0">
                      <a:latin typeface="Cambria Math" panose="02040503050406030204" pitchFamily="18" charset="0"/>
                    </a:rPr>
                    <m:t>𝑟𝑒𝑓𝑖𝑛𝑒𝑚𝑒𝑛𝑡</m:t>
                  </m:r>
                </m:sub>
              </m:sSub>
            </m:oMath>
          </a14:m>
          <a:endParaRPr lang="en-US" sz="1700" kern="1200" dirty="0"/>
        </a:p>
      </dsp:txBody>
      <dsp:txXfrm>
        <a:off x="3157078" y="61686"/>
        <a:ext cx="1813842" cy="1135979"/>
      </dsp:txXfrm>
    </dsp:sp>
    <dsp:sp modelId="{FCF14509-226F-4ED0-ACC7-BF418FBC1D7C}">
      <dsp:nvSpPr>
        <dsp:cNvPr id="0" name=""/>
        <dsp:cNvSpPr/>
      </dsp:nvSpPr>
      <dsp:spPr>
        <a:xfrm>
          <a:off x="1984342" y="629676"/>
          <a:ext cx="4159314" cy="4159314"/>
        </a:xfrm>
        <a:custGeom>
          <a:avLst/>
          <a:gdLst/>
          <a:ahLst/>
          <a:cxnLst/>
          <a:rect l="0" t="0" r="0" b="0"/>
          <a:pathLst>
            <a:path>
              <a:moveTo>
                <a:pt x="3315338" y="406915"/>
              </a:moveTo>
              <a:arcTo wR="2079657" hR="2079657" stAng="18387232" swAng="1633569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36EAEA-6D9F-4129-B6DE-C15A6D467A91}">
      <dsp:nvSpPr>
        <dsp:cNvPr id="0" name=""/>
        <dsp:cNvSpPr/>
      </dsp:nvSpPr>
      <dsp:spPr>
        <a:xfrm>
          <a:off x="5175282" y="2079889"/>
          <a:ext cx="1936750" cy="1258887"/>
        </a:xfrm>
        <a:prstGeom prst="round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 dirty="0"/>
            <a:t>Tweak the </a:t>
          </a:r>
          <a:r>
            <a:rPr lang="it-IT" sz="1700" kern="1200" dirty="0" err="1"/>
            <a:t>architecture</a:t>
          </a:r>
          <a:endParaRPr lang="en-US" sz="1700" kern="1200" dirty="0"/>
        </a:p>
      </dsp:txBody>
      <dsp:txXfrm>
        <a:off x="5236736" y="2141343"/>
        <a:ext cx="1813842" cy="1135979"/>
      </dsp:txXfrm>
    </dsp:sp>
    <dsp:sp modelId="{EDE01401-C5B8-4506-A61C-41C8926A50DF}">
      <dsp:nvSpPr>
        <dsp:cNvPr id="0" name=""/>
        <dsp:cNvSpPr/>
      </dsp:nvSpPr>
      <dsp:spPr>
        <a:xfrm>
          <a:off x="1984342" y="629676"/>
          <a:ext cx="4159314" cy="4159314"/>
        </a:xfrm>
        <a:custGeom>
          <a:avLst/>
          <a:gdLst/>
          <a:ahLst/>
          <a:cxnLst/>
          <a:rect l="0" t="0" r="0" b="0"/>
          <a:pathLst>
            <a:path>
              <a:moveTo>
                <a:pt x="3943720" y="3001743"/>
              </a:moveTo>
              <a:arcTo wR="2079657" hR="2079657" stAng="1579199" swAng="1633569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8036DD-64E9-4106-9C52-E96365FAE3CD}">
      <dsp:nvSpPr>
        <dsp:cNvPr id="0" name=""/>
        <dsp:cNvSpPr/>
      </dsp:nvSpPr>
      <dsp:spPr>
        <a:xfrm>
          <a:off x="3095625" y="4159546"/>
          <a:ext cx="1936750" cy="1258887"/>
        </a:xfrm>
        <a:prstGeom prst="round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 dirty="0"/>
            <a:t>Clustering on input to make the </a:t>
          </a:r>
          <a:r>
            <a:rPr lang="it-IT" sz="1700" b="1" kern="1200" dirty="0"/>
            <a:t>big </a:t>
          </a:r>
          <a:r>
            <a:rPr lang="it-IT" sz="1700" b="1" kern="1200" dirty="0" err="1"/>
            <a:t>dispatcher</a:t>
          </a:r>
          <a:r>
            <a:rPr lang="it-IT" sz="1700" kern="1200" dirty="0"/>
            <a:t> an </a:t>
          </a:r>
          <a:r>
            <a:rPr lang="it-IT" sz="1700" b="1" i="1" kern="1200" dirty="0"/>
            <a:t>accumulator</a:t>
          </a:r>
          <a:endParaRPr lang="en-US" sz="1700" b="1" i="1" kern="1200" dirty="0"/>
        </a:p>
      </dsp:txBody>
      <dsp:txXfrm>
        <a:off x="3157079" y="4221000"/>
        <a:ext cx="1813842" cy="1135979"/>
      </dsp:txXfrm>
    </dsp:sp>
    <dsp:sp modelId="{1E96059B-92EA-4F99-AA97-E622395C23E2}">
      <dsp:nvSpPr>
        <dsp:cNvPr id="0" name=""/>
        <dsp:cNvSpPr/>
      </dsp:nvSpPr>
      <dsp:spPr>
        <a:xfrm>
          <a:off x="1984342" y="629676"/>
          <a:ext cx="4159314" cy="4159314"/>
        </a:xfrm>
        <a:custGeom>
          <a:avLst/>
          <a:gdLst/>
          <a:ahLst/>
          <a:cxnLst/>
          <a:rect l="0" t="0" r="0" b="0"/>
          <a:pathLst>
            <a:path>
              <a:moveTo>
                <a:pt x="843976" y="3752399"/>
              </a:moveTo>
              <a:arcTo wR="2079657" hR="2079657" stAng="7587232" swAng="1633569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B72D7B-1342-4C74-B3C5-E2CAB6BFF77A}">
      <dsp:nvSpPr>
        <dsp:cNvPr id="0" name=""/>
        <dsp:cNvSpPr/>
      </dsp:nvSpPr>
      <dsp:spPr>
        <a:xfrm>
          <a:off x="1015967" y="2079889"/>
          <a:ext cx="1936750" cy="1258887"/>
        </a:xfrm>
        <a:prstGeom prst="round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 dirty="0" err="1"/>
            <a:t>Measure</a:t>
          </a:r>
          <a:r>
            <a:rPr lang="it-IT" sz="1700" kern="1200" dirty="0"/>
            <a:t> </a:t>
          </a:r>
          <a:r>
            <a:rPr lang="it-IT" sz="1700" kern="1200"/>
            <a:t>the results</a:t>
          </a:r>
          <a:endParaRPr lang="en-US" sz="1700" kern="1200" dirty="0"/>
        </a:p>
      </dsp:txBody>
      <dsp:txXfrm>
        <a:off x="1077421" y="2141343"/>
        <a:ext cx="1813842" cy="1135979"/>
      </dsp:txXfrm>
    </dsp:sp>
    <dsp:sp modelId="{775D57D1-8D31-46FF-9D99-843FF775AE45}">
      <dsp:nvSpPr>
        <dsp:cNvPr id="0" name=""/>
        <dsp:cNvSpPr/>
      </dsp:nvSpPr>
      <dsp:spPr>
        <a:xfrm>
          <a:off x="1984342" y="629676"/>
          <a:ext cx="4159314" cy="4159314"/>
        </a:xfrm>
        <a:custGeom>
          <a:avLst/>
          <a:gdLst/>
          <a:ahLst/>
          <a:cxnLst/>
          <a:rect l="0" t="0" r="0" b="0"/>
          <a:pathLst>
            <a:path>
              <a:moveTo>
                <a:pt x="215594" y="1157570"/>
              </a:moveTo>
              <a:arcTo wR="2079657" hR="2079657" stAng="12379199" swAng="1633569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#1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0814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74B31-C540-D9FE-CB65-7205F6744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F24D70-95B8-9EC6-5C14-D44AC1EF95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588191-CC4D-5C5E-7C64-58029883A2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A06D80-9D99-CCDF-71E4-B6601BD1E3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24975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46E71-BEBC-2996-0607-FF01AE2A5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F8E0AE-4A9D-09EA-377D-5CFC664D4A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DEF87D-E26C-1874-209A-D4B11AC33C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99A70D-B66B-DBB1-9ED4-DD3E6A2DA1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023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7D56E-2269-C477-041A-2281AE523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4003B3-4BC2-A757-ACDA-4E8110A7A2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D543F3-EA98-8897-C444-6EE5160AED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F9B22-2DB9-F811-FA7D-74CA9BA5FB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2598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9094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D2C5B-9185-8F3A-0E52-D0AA42DFD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44BD4A-A6F9-92AD-5441-E2DC5959B4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193FB2-4E21-C5F9-766C-81E557855D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24E1BF-6D6D-3E4C-5814-17A20C07A7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5478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1C548-0A76-0B6C-4318-A2927F524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03F8F4-1A6F-A1AE-3024-1BCCAD3103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ADC035-D845-88E1-D942-3D0AC1CB03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C1D0FF-8183-5BF0-2749-556AA7DB6C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0633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C2A65-A992-82E2-3297-BE90773DC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696D08-1589-4D4B-9F25-EEB15B0F95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190090-D3E2-DEC1-7D39-FEC572DE0D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754628-B01A-45CB-0E90-FED795500C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3025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71918-1474-AD4C-E6A7-9C764C365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0AEBF6-EC7B-11C3-E745-28E3452629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643385-4DA9-F960-2F6F-B485CF8DF4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926684-A7C3-0E7A-A0E1-5801E366D9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4493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13.jpg"/><Relationship Id="rId7" Type="http://schemas.openxmlformats.org/officeDocument/2006/relationships/diagramColors" Target="../diagrams/colors4.xm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5.xml"/><Relationship Id="rId7" Type="http://schemas.openxmlformats.org/officeDocument/2006/relationships/diagramData" Target="../diagrams/data6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Relationship Id="rId9" Type="http://schemas.openxmlformats.org/officeDocument/2006/relationships/diagramQuickStyle" Target="../diagrams/quickStyle5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3" Type="http://schemas.openxmlformats.org/officeDocument/2006/relationships/diagramLayout" Target="../diagrams/layout6.xml"/><Relationship Id="rId7" Type="http://schemas.openxmlformats.org/officeDocument/2006/relationships/diagramData" Target="../diagrams/data8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10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Relationship Id="rId9" Type="http://schemas.openxmlformats.org/officeDocument/2006/relationships/diagramQuickStyle" Target="../diagrams/quickStyle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0.xml"/><Relationship Id="rId3" Type="http://schemas.openxmlformats.org/officeDocument/2006/relationships/diagramData" Target="../diagrams/data9.xml"/><Relationship Id="rId7" Type="http://schemas.microsoft.com/office/2007/relationships/diagramDrawing" Target="../diagrams/drawing7.xml"/><Relationship Id="rId12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7.xml"/><Relationship Id="rId11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10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Relationship Id="rId9" Type="http://schemas.openxmlformats.org/officeDocument/2006/relationships/diagramLayout" Target="../diagrams/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2.xml"/><Relationship Id="rId3" Type="http://schemas.openxmlformats.org/officeDocument/2006/relationships/diagramData" Target="../diagrams/data11.xml"/><Relationship Id="rId7" Type="http://schemas.microsoft.com/office/2007/relationships/diagramDrawing" Target="../diagrams/drawing8.xml"/><Relationship Id="rId12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8.xml"/><Relationship Id="rId11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10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Relationship Id="rId9" Type="http://schemas.openxmlformats.org/officeDocument/2006/relationships/diagramLayout" Target="../diagrams/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051560" y="475488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140" noProof="0" dirty="0">
                <a:solidFill>
                  <a:srgbClr val="E7D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THESIS DEFENSE   ·   UNIVERSITY OF TRIESTE</a:t>
            </a:r>
            <a:endParaRPr lang="en-US" sz="1300" noProof="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0972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noProof="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Unsupervised State Bucketing</a:t>
            </a:r>
            <a:endParaRPr lang="en-US" sz="3600" noProof="0" dirty="0"/>
          </a:p>
          <a:p>
            <a:pPr marL="0" indent="0">
              <a:buNone/>
            </a:pPr>
            <a:r>
              <a:rPr lang="en-US" sz="3600" noProof="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Mixture-of-Experts in</a:t>
            </a:r>
            <a:endParaRPr lang="en-US" sz="3600" noProof="0" dirty="0"/>
          </a:p>
          <a:p>
            <a:pPr marL="0" indent="0">
              <a:buNone/>
            </a:pPr>
            <a:r>
              <a:rPr lang="en-US" sz="3600" noProof="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Resource-Constrained Chess Engines</a:t>
            </a:r>
            <a:endParaRPr lang="en-US" sz="3600" noProof="0" dirty="0"/>
          </a:p>
        </p:txBody>
      </p:sp>
      <p:sp>
        <p:nvSpPr>
          <p:cNvPr id="8" name="Text 6"/>
          <p:cNvSpPr/>
          <p:nvPr/>
        </p:nvSpPr>
        <p:spPr>
          <a:xfrm>
            <a:off x="502920" y="40690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noProof="0" dirty="0">
                <a:solidFill>
                  <a:srgbClr val="E7D3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a tiny chess engine choose the right expert?</a:t>
            </a:r>
            <a:endParaRPr lang="en-US" sz="2000" noProof="0" dirty="0"/>
          </a:p>
        </p:txBody>
      </p:sp>
      <p:sp>
        <p:nvSpPr>
          <p:cNvPr id="9" name="Text 7"/>
          <p:cNvSpPr/>
          <p:nvPr/>
        </p:nvSpPr>
        <p:spPr>
          <a:xfrm>
            <a:off x="502920" y="507492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noProof="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Cusma Fait</a:t>
            </a:r>
            <a:endParaRPr lang="en-US" sz="1800" noProof="0" dirty="0"/>
          </a:p>
        </p:txBody>
      </p:sp>
      <p:sp>
        <p:nvSpPr>
          <p:cNvPr id="10" name="Text 8"/>
          <p:cNvSpPr/>
          <p:nvPr/>
        </p:nvSpPr>
        <p:spPr>
          <a:xfrm>
            <a:off x="502920" y="5486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noProof="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and Artificial Intelligence</a:t>
            </a:r>
            <a:endParaRPr lang="en-US" sz="1500" noProof="0" dirty="0"/>
          </a:p>
          <a:p>
            <a:pPr marL="0" indent="0">
              <a:buNone/>
            </a:pPr>
            <a:r>
              <a:rPr lang="en-US" sz="1500" noProof="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Supervisor: Alessio Ansuini, Area Science Park    ·    Internship</a:t>
            </a:r>
            <a:r>
              <a:rPr lang="en-US" sz="150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</a:t>
            </a:r>
            <a:r>
              <a:rPr lang="en-US" sz="1500" noProof="0" dirty="0" err="1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upervisor</a:t>
            </a:r>
            <a:r>
              <a:rPr lang="en-US" sz="1500" noProof="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Marco Zennaro, ICTP</a:t>
            </a:r>
            <a:endParaRPr lang="en-US" sz="1500" noProof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D9ED20D-DD64-DBED-C92C-51383563A7F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0" y="-9119"/>
            <a:ext cx="12192001" cy="6858000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2" name="Text 0"/>
          <p:cNvSpPr/>
          <p:nvPr/>
        </p:nvSpPr>
        <p:spPr>
          <a:xfrm>
            <a:off x="502920" y="2560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60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EFFICIENTLY UPDATABLE NEURAL NETWORK</a:t>
            </a:r>
            <a:endParaRPr lang="en-US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Big Picture: AI on the Edge</a:t>
            </a:r>
            <a:endParaRPr lang="en-US" sz="3000" noProof="0" dirty="0"/>
          </a:p>
        </p:txBody>
      </p:sp>
      <p:sp>
        <p:nvSpPr>
          <p:cNvPr id="19" name="Shape 17"/>
          <p:cNvSpPr/>
          <p:nvPr/>
        </p:nvSpPr>
        <p:spPr>
          <a:xfrm>
            <a:off x="502920" y="6382512"/>
            <a:ext cx="11183112" cy="9144"/>
          </a:xfrm>
          <a:prstGeom prst="rect">
            <a:avLst/>
          </a:prstGeom>
          <a:solidFill>
            <a:srgbClr val="C9C2B6"/>
          </a:solidFill>
          <a:ln w="12700">
            <a:solidFill>
              <a:srgbClr val="C9C2B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0" name="Text 18"/>
          <p:cNvSpPr/>
          <p:nvPr/>
        </p:nvSpPr>
        <p:spPr>
          <a:xfrm>
            <a:off x="502920" y="644652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noProof="0" dirty="0"/>
          </a:p>
        </p:txBody>
      </p:sp>
      <p:sp>
        <p:nvSpPr>
          <p:cNvPr id="21" name="Text 19"/>
          <p:cNvSpPr/>
          <p:nvPr/>
        </p:nvSpPr>
        <p:spPr>
          <a:xfrm>
            <a:off x="10195560" y="6446520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</a:t>
            </a:r>
            <a:endParaRPr lang="en-US" sz="1100" noProof="0" dirty="0"/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B7504798-7252-C11E-673C-0D07B63702BA}"/>
              </a:ext>
            </a:extLst>
          </p:cNvPr>
          <p:cNvSpPr/>
          <p:nvPr/>
        </p:nvSpPr>
        <p:spPr>
          <a:xfrm>
            <a:off x="6676572" y="2794642"/>
            <a:ext cx="2750457" cy="3246120"/>
          </a:xfrm>
          <a:prstGeom prst="roundRect">
            <a:avLst>
              <a:gd name="adj" fmla="val 18344"/>
            </a:avLst>
          </a:prstGeom>
          <a:solidFill>
            <a:srgbClr val="FCFAF6">
              <a:alpha val="60000"/>
            </a:srgbClr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 sz="2000" dirty="0"/>
          </a:p>
        </p:txBody>
      </p:sp>
      <p:sp>
        <p:nvSpPr>
          <p:cNvPr id="16" name="Rectangle: Top Corners Rounded 15">
            <a:extLst>
              <a:ext uri="{FF2B5EF4-FFF2-40B4-BE49-F238E27FC236}">
                <a16:creationId xmlns:a16="http://schemas.microsoft.com/office/drawing/2014/main" id="{739F2D50-3B53-73A7-88C2-2EF11A55C652}"/>
              </a:ext>
            </a:extLst>
          </p:cNvPr>
          <p:cNvSpPr/>
          <p:nvPr/>
        </p:nvSpPr>
        <p:spPr>
          <a:xfrm>
            <a:off x="6683828" y="2794642"/>
            <a:ext cx="2743201" cy="1053458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0C3B71-958A-5F7B-0955-7B8F7C3F4CB3}"/>
              </a:ext>
            </a:extLst>
          </p:cNvPr>
          <p:cNvSpPr txBox="1"/>
          <p:nvPr/>
        </p:nvSpPr>
        <p:spPr>
          <a:xfrm>
            <a:off x="6907837" y="3125040"/>
            <a:ext cx="235743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</a:rPr>
              <a:t>small </a:t>
            </a:r>
            <a:r>
              <a:rPr lang="it-IT" b="1" dirty="0" err="1">
                <a:solidFill>
                  <a:schemeClr val="bg1"/>
                </a:solidFill>
              </a:rPr>
              <a:t>neural</a:t>
            </a:r>
            <a:r>
              <a:rPr lang="it-IT" b="1" dirty="0">
                <a:solidFill>
                  <a:schemeClr val="bg1"/>
                </a:solidFill>
              </a:rPr>
              <a:t> networks </a:t>
            </a:r>
          </a:p>
          <a:p>
            <a:endParaRPr lang="it-IT" dirty="0"/>
          </a:p>
          <a:p>
            <a:endParaRPr lang="it-IT" dirty="0"/>
          </a:p>
          <a:p>
            <a:pPr marL="285750" indent="-285750">
              <a:buFontTx/>
              <a:buChar char="-"/>
            </a:pPr>
            <a:r>
              <a:rPr lang="it-IT" dirty="0"/>
              <a:t>Can </a:t>
            </a:r>
            <a:r>
              <a:rPr lang="it-IT" dirty="0" err="1"/>
              <a:t>run</a:t>
            </a:r>
            <a:r>
              <a:rPr lang="it-IT" dirty="0"/>
              <a:t> on small devices,</a:t>
            </a:r>
          </a:p>
          <a:p>
            <a:pPr marL="285750" indent="-285750">
              <a:buFontTx/>
              <a:buChar char="-"/>
            </a:pPr>
            <a:r>
              <a:rPr lang="it-IT" dirty="0"/>
              <a:t>Edge computing,</a:t>
            </a:r>
          </a:p>
          <a:p>
            <a:pPr marL="285750" indent="-285750">
              <a:buFontTx/>
              <a:buChar char="-"/>
            </a:pPr>
            <a:r>
              <a:rPr lang="it-IT" dirty="0"/>
              <a:t>Power-</a:t>
            </a:r>
            <a:r>
              <a:rPr lang="it-IT" dirty="0" err="1"/>
              <a:t>efficient</a:t>
            </a:r>
            <a:r>
              <a:rPr lang="it-IT" dirty="0"/>
              <a:t>,</a:t>
            </a:r>
          </a:p>
          <a:p>
            <a:pPr marL="285750" indent="-285750">
              <a:buFontTx/>
              <a:buChar char="-"/>
            </a:pPr>
            <a:r>
              <a:rPr lang="it-IT" dirty="0"/>
              <a:t>NNUE, Elmo</a:t>
            </a:r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88F7157-A6AE-AB91-D931-11341A859859}"/>
              </a:ext>
            </a:extLst>
          </p:cNvPr>
          <p:cNvGrpSpPr/>
          <p:nvPr/>
        </p:nvGrpSpPr>
        <p:grpSpPr>
          <a:xfrm>
            <a:off x="2764971" y="1507624"/>
            <a:ext cx="5286830" cy="4533138"/>
            <a:chOff x="2764971" y="1507624"/>
            <a:chExt cx="5286830" cy="4533138"/>
          </a:xfrm>
        </p:grpSpPr>
        <p:sp>
          <p:nvSpPr>
            <p:cNvPr id="6" name="Shape 2">
              <a:extLst>
                <a:ext uri="{FF2B5EF4-FFF2-40B4-BE49-F238E27FC236}">
                  <a16:creationId xmlns:a16="http://schemas.microsoft.com/office/drawing/2014/main" id="{2DEC729D-7783-5519-BE34-37695C179B56}"/>
                </a:ext>
              </a:extLst>
            </p:cNvPr>
            <p:cNvSpPr/>
            <p:nvPr/>
          </p:nvSpPr>
          <p:spPr>
            <a:xfrm>
              <a:off x="2764971" y="2794642"/>
              <a:ext cx="2750458" cy="3246120"/>
            </a:xfrm>
            <a:prstGeom prst="roundRect">
              <a:avLst>
                <a:gd name="adj" fmla="val 19245"/>
              </a:avLst>
            </a:prstGeom>
            <a:solidFill>
              <a:srgbClr val="FCFAF6">
                <a:alpha val="60000"/>
              </a:srgbClr>
            </a:solidFill>
            <a:ln w="12700">
              <a:solidFill>
                <a:srgbClr val="E3D9C8"/>
              </a:solidFill>
              <a:prstDash val="solid"/>
            </a:ln>
            <a:effectLst>
              <a:outerShdw blurRad="127000" dist="25400" dir="8100000" algn="bl" rotWithShape="0">
                <a:srgbClr val="1A140C">
                  <a:alpha val="10000"/>
                </a:srgbClr>
              </a:outerShdw>
            </a:effectLst>
          </p:spPr>
          <p:txBody>
            <a:bodyPr/>
            <a:lstStyle/>
            <a:p>
              <a:pPr algn="ctr"/>
              <a:endParaRPr lang="it-IT" sz="2000" dirty="0"/>
            </a:p>
          </p:txBody>
        </p:sp>
        <p:sp>
          <p:nvSpPr>
            <p:cNvPr id="10" name="Shape 12">
              <a:extLst>
                <a:ext uri="{FF2B5EF4-FFF2-40B4-BE49-F238E27FC236}">
                  <a16:creationId xmlns:a16="http://schemas.microsoft.com/office/drawing/2014/main" id="{C077FB05-66FC-49E3-0B5C-48A84F51A566}"/>
                </a:ext>
              </a:extLst>
            </p:cNvPr>
            <p:cNvSpPr/>
            <p:nvPr/>
          </p:nvSpPr>
          <p:spPr>
            <a:xfrm>
              <a:off x="4274820" y="1507624"/>
              <a:ext cx="3611880" cy="781768"/>
            </a:xfrm>
            <a:prstGeom prst="roundRect">
              <a:avLst>
                <a:gd name="adj" fmla="val 16179"/>
              </a:avLst>
            </a:prstGeom>
            <a:solidFill>
              <a:srgbClr val="002060"/>
            </a:solidFill>
            <a:ln w="12700">
              <a:solidFill>
                <a:schemeClr val="bg1"/>
              </a:solidFill>
              <a:prstDash val="solid"/>
            </a:ln>
            <a:effectLst>
              <a:outerShdw blurRad="127000" dist="25400" dir="8100000" algn="bl" rotWithShape="0">
                <a:srgbClr val="1A140C">
                  <a:alpha val="10000"/>
                </a:srgbClr>
              </a:outerShdw>
            </a:effectLst>
          </p:spPr>
          <p:txBody>
            <a:bodyPr/>
            <a:lstStyle/>
            <a:p>
              <a:pPr algn="ctr"/>
              <a:r>
                <a:rPr lang="it-IT" sz="2000" b="1" dirty="0">
                  <a:solidFill>
                    <a:schemeClr val="bg1"/>
                  </a:solidFill>
                </a:rPr>
                <a:t>Two families of </a:t>
              </a:r>
              <a:r>
                <a:rPr lang="it-IT" sz="2000" b="1" dirty="0" err="1">
                  <a:solidFill>
                    <a:schemeClr val="bg1"/>
                  </a:solidFill>
                </a:rPr>
                <a:t>modern</a:t>
              </a:r>
              <a:r>
                <a:rPr lang="it-IT" sz="2000" b="1" dirty="0">
                  <a:solidFill>
                    <a:schemeClr val="bg1"/>
                  </a:solidFill>
                </a:rPr>
                <a:t> </a:t>
              </a:r>
              <a:r>
                <a:rPr lang="it-IT" sz="2000" b="1" dirty="0" err="1">
                  <a:solidFill>
                    <a:schemeClr val="bg1"/>
                  </a:solidFill>
                </a:rPr>
                <a:t>approaches</a:t>
              </a:r>
              <a:r>
                <a:rPr lang="it-IT" sz="2000" b="1" dirty="0">
                  <a:solidFill>
                    <a:schemeClr val="bg1"/>
                  </a:solidFill>
                </a:rPr>
                <a:t> to </a:t>
              </a:r>
              <a:r>
                <a:rPr lang="it-IT" sz="2000" b="1" dirty="0" err="1">
                  <a:solidFill>
                    <a:schemeClr val="bg1"/>
                  </a:solidFill>
                </a:rPr>
                <a:t>chess</a:t>
              </a:r>
              <a:endParaRPr lang="it-IT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3" name="Rectangle: Top Corners Rounded 12">
              <a:extLst>
                <a:ext uri="{FF2B5EF4-FFF2-40B4-BE49-F238E27FC236}">
                  <a16:creationId xmlns:a16="http://schemas.microsoft.com/office/drawing/2014/main" id="{ED36175D-516F-7AEA-5F34-4CDC1E54B4AC}"/>
                </a:ext>
              </a:extLst>
            </p:cNvPr>
            <p:cNvSpPr/>
            <p:nvPr/>
          </p:nvSpPr>
          <p:spPr>
            <a:xfrm>
              <a:off x="2772228" y="2794642"/>
              <a:ext cx="2743201" cy="105345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8D22C97-B263-BA5C-72D1-B4DC13C5E708}"/>
                </a:ext>
              </a:extLst>
            </p:cNvPr>
            <p:cNvSpPr txBox="1"/>
            <p:nvPr/>
          </p:nvSpPr>
          <p:spPr>
            <a:xfrm>
              <a:off x="2968737" y="2849679"/>
              <a:ext cx="2357438" cy="2585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it-IT" dirty="0"/>
            </a:p>
            <a:p>
              <a:pPr algn="ctr"/>
              <a:r>
                <a:rPr lang="it-IT" b="1" dirty="0">
                  <a:solidFill>
                    <a:schemeClr val="bg1"/>
                  </a:solidFill>
                </a:rPr>
                <a:t>BIG </a:t>
              </a:r>
              <a:r>
                <a:rPr lang="it-IT" b="1" dirty="0" err="1">
                  <a:solidFill>
                    <a:schemeClr val="bg1"/>
                  </a:solidFill>
                </a:rPr>
                <a:t>neural</a:t>
              </a:r>
              <a:r>
                <a:rPr lang="it-IT" b="1" dirty="0">
                  <a:solidFill>
                    <a:schemeClr val="bg1"/>
                  </a:solidFill>
                </a:rPr>
                <a:t> networks</a:t>
              </a:r>
            </a:p>
            <a:p>
              <a:pPr algn="ctr"/>
              <a:endParaRPr lang="it-IT" dirty="0"/>
            </a:p>
            <a:p>
              <a:endParaRPr lang="it-IT" dirty="0"/>
            </a:p>
            <a:p>
              <a:pPr marL="285750" indent="-285750">
                <a:buFontTx/>
                <a:buChar char="-"/>
              </a:pPr>
              <a:r>
                <a:rPr lang="it-IT" dirty="0"/>
                <a:t>Value </a:t>
              </a:r>
              <a:r>
                <a:rPr lang="it-IT" dirty="0" err="1"/>
                <a:t>function</a:t>
              </a:r>
              <a:r>
                <a:rPr lang="it-IT" dirty="0"/>
                <a:t>, </a:t>
              </a:r>
            </a:p>
            <a:p>
              <a:pPr marL="285750" indent="-285750">
                <a:buFontTx/>
                <a:buChar char="-"/>
              </a:pPr>
              <a:r>
                <a:rPr lang="it-IT" dirty="0"/>
                <a:t>Policy </a:t>
              </a:r>
              <a:r>
                <a:rPr lang="it-IT" dirty="0" err="1"/>
                <a:t>function</a:t>
              </a:r>
              <a:endParaRPr lang="it-IT" dirty="0"/>
            </a:p>
            <a:p>
              <a:pPr marL="285750" indent="-285750">
                <a:buFontTx/>
                <a:buChar char="-"/>
              </a:pPr>
              <a:r>
                <a:rPr lang="it-IT" dirty="0"/>
                <a:t>MCTS,</a:t>
              </a:r>
            </a:p>
            <a:p>
              <a:pPr marL="285750" indent="-285750">
                <a:buFontTx/>
                <a:buChar char="-"/>
              </a:pPr>
              <a:r>
                <a:rPr lang="it-IT" dirty="0" err="1"/>
                <a:t>AlphaZero</a:t>
              </a:r>
              <a:endParaRPr lang="it-IT" dirty="0"/>
            </a:p>
            <a:p>
              <a:endParaRPr lang="en-US" dirty="0"/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252E3F02-6D21-E434-AA46-0C5AAD1399A1}"/>
                </a:ext>
              </a:extLst>
            </p:cNvPr>
            <p:cNvCxnSpPr>
              <a:endCxn id="13" idx="3"/>
            </p:cNvCxnSpPr>
            <p:nvPr/>
          </p:nvCxnSpPr>
          <p:spPr>
            <a:xfrm flipH="1">
              <a:off x="4143829" y="2289392"/>
              <a:ext cx="1081314" cy="50525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471AD95B-7980-28A5-7B04-2764E8134BA7}"/>
                </a:ext>
              </a:extLst>
            </p:cNvPr>
            <p:cNvCxnSpPr>
              <a:cxnSpLocks/>
              <a:endCxn id="8" idx="0"/>
            </p:cNvCxnSpPr>
            <p:nvPr/>
          </p:nvCxnSpPr>
          <p:spPr>
            <a:xfrm>
              <a:off x="6829425" y="2289392"/>
              <a:ext cx="1222376" cy="50525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323C5D57-8D62-B184-028E-963904A62939}"/>
              </a:ext>
            </a:extLst>
          </p:cNvPr>
          <p:cNvSpPr/>
          <p:nvPr/>
        </p:nvSpPr>
        <p:spPr>
          <a:xfrm>
            <a:off x="502920" y="2560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60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NNUE</a:t>
            </a:r>
            <a:endParaRPr lang="en-US" sz="1200" noProof="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07984EA-70E9-4042-CB12-659217CE5A29}"/>
              </a:ext>
            </a:extLst>
          </p:cNvPr>
          <p:cNvGrpSpPr/>
          <p:nvPr/>
        </p:nvGrpSpPr>
        <p:grpSpPr>
          <a:xfrm>
            <a:off x="1348740" y="256032"/>
            <a:ext cx="9494520" cy="6560058"/>
            <a:chOff x="1348740" y="256032"/>
            <a:chExt cx="9494520" cy="6560058"/>
          </a:xfrm>
        </p:grpSpPr>
        <p:sp>
          <p:nvSpPr>
            <p:cNvPr id="8" name="Shape 2">
              <a:extLst>
                <a:ext uri="{FF2B5EF4-FFF2-40B4-BE49-F238E27FC236}">
                  <a16:creationId xmlns:a16="http://schemas.microsoft.com/office/drawing/2014/main" id="{C7A253BE-1246-DDAB-7E44-67EEC8E21A7C}"/>
                </a:ext>
              </a:extLst>
            </p:cNvPr>
            <p:cNvSpPr/>
            <p:nvPr/>
          </p:nvSpPr>
          <p:spPr>
            <a:xfrm>
              <a:off x="1348740" y="256032"/>
              <a:ext cx="9494520" cy="6560058"/>
            </a:xfrm>
            <a:prstGeom prst="roundRect">
              <a:avLst>
                <a:gd name="adj" fmla="val 11409"/>
              </a:avLst>
            </a:prstGeom>
            <a:solidFill>
              <a:schemeClr val="bg1"/>
            </a:solidFill>
            <a:ln w="12700">
              <a:solidFill>
                <a:srgbClr val="E3D9C8"/>
              </a:solidFill>
              <a:prstDash val="solid"/>
            </a:ln>
            <a:effectLst>
              <a:outerShdw blurRad="127000" dist="25400" dir="8100000" algn="bl" rotWithShape="0">
                <a:srgbClr val="1A140C">
                  <a:alpha val="10000"/>
                </a:srgbClr>
              </a:outerShdw>
            </a:effectLst>
          </p:spPr>
          <p:txBody>
            <a:bodyPr/>
            <a:lstStyle/>
            <a:p>
              <a:endParaRPr lang="en-US" noProof="0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01E3159-C759-77D2-4299-228FE8CFF4ED}"/>
                </a:ext>
              </a:extLst>
            </p:cNvPr>
            <p:cNvGrpSpPr/>
            <p:nvPr/>
          </p:nvGrpSpPr>
          <p:grpSpPr>
            <a:xfrm>
              <a:off x="1810984" y="684763"/>
              <a:ext cx="8544596" cy="6028457"/>
              <a:chOff x="2191984" y="929864"/>
              <a:chExt cx="8039509" cy="5672104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CFE09752-A920-9A82-4685-D7CAE5A935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191984" y="1020004"/>
                <a:ext cx="8039509" cy="5581964"/>
              </a:xfrm>
              <a:prstGeom prst="rect">
                <a:avLst/>
              </a:prstGeom>
            </p:spPr>
          </p:pic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38BC121-71EB-1DEB-0A52-875BD63CDA40}"/>
                  </a:ext>
                </a:extLst>
              </p:cNvPr>
              <p:cNvSpPr/>
              <p:nvPr/>
            </p:nvSpPr>
            <p:spPr>
              <a:xfrm>
                <a:off x="4831080" y="929864"/>
                <a:ext cx="2567940" cy="44043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5" name="Text 1">
            <a:extLst>
              <a:ext uri="{FF2B5EF4-FFF2-40B4-BE49-F238E27FC236}">
                <a16:creationId xmlns:a16="http://schemas.microsoft.com/office/drawing/2014/main" id="{C95104BE-B518-6938-1BB7-8CA74566BE3F}"/>
              </a:ext>
            </a:extLst>
          </p:cNvPr>
          <p:cNvSpPr/>
          <p:nvPr/>
        </p:nvSpPr>
        <p:spPr>
          <a:xfrm>
            <a:off x="502920" y="512064"/>
            <a:ext cx="11155680" cy="91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0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Base</a:t>
            </a:r>
            <a:r>
              <a:rPr lang="en-US" sz="300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30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</a:t>
            </a:r>
          </a:p>
          <a:p>
            <a:pPr marL="0" indent="0" algn="ctr">
              <a:buNone/>
            </a:pPr>
            <a:r>
              <a:rPr lang="en-US" sz="30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the NNUE</a:t>
            </a:r>
            <a:endParaRPr lang="en-US" sz="3000" noProof="0" dirty="0"/>
          </a:p>
        </p:txBody>
      </p:sp>
      <p:sp>
        <p:nvSpPr>
          <p:cNvPr id="10" name="Text 19">
            <a:extLst>
              <a:ext uri="{FF2B5EF4-FFF2-40B4-BE49-F238E27FC236}">
                <a16:creationId xmlns:a16="http://schemas.microsoft.com/office/drawing/2014/main" id="{9CE065EB-711A-35E5-05F2-0EA5A828416C}"/>
              </a:ext>
            </a:extLst>
          </p:cNvPr>
          <p:cNvSpPr/>
          <p:nvPr/>
        </p:nvSpPr>
        <p:spPr>
          <a:xfrm>
            <a:off x="10195560" y="6446520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</a:t>
            </a:r>
            <a:endParaRPr lang="en-US" sz="1100" noProof="0" dirty="0"/>
          </a:p>
        </p:txBody>
      </p:sp>
    </p:spTree>
    <p:extLst>
      <p:ext uri="{BB962C8B-B14F-4D97-AF65-F5344CB8AC3E}">
        <p14:creationId xmlns:p14="http://schemas.microsoft.com/office/powerpoint/2010/main" val="2031430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EFEB7C-BDEB-B02F-2685-D826D27C4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A6E834F-9E2F-3B6D-8E2B-D5D044ECA7AE}"/>
              </a:ext>
            </a:extLst>
          </p:cNvPr>
          <p:cNvSpPr/>
          <p:nvPr/>
        </p:nvSpPr>
        <p:spPr>
          <a:xfrm>
            <a:off x="502920" y="2560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60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NNUE</a:t>
            </a:r>
            <a:endParaRPr lang="en-US" sz="1200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CE2A571-9AD3-FC67-408E-703A56552B1C}"/>
              </a:ext>
            </a:extLst>
          </p:cNvPr>
          <p:cNvSpPr/>
          <p:nvPr/>
        </p:nvSpPr>
        <p:spPr>
          <a:xfrm>
            <a:off x="502920" y="51206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NNUE updates only the changed features</a:t>
            </a:r>
            <a:endParaRPr lang="en-US" sz="3000" noProof="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68DFDF9-C7EC-8CE9-BE80-21C68C4C58D1}"/>
              </a:ext>
            </a:extLst>
          </p:cNvPr>
          <p:cNvSpPr/>
          <p:nvPr/>
        </p:nvSpPr>
        <p:spPr>
          <a:xfrm>
            <a:off x="502920" y="2004060"/>
            <a:ext cx="3611880" cy="3246120"/>
          </a:xfrm>
          <a:prstGeom prst="roundRect">
            <a:avLst>
              <a:gd name="adj" fmla="val 2254"/>
            </a:avLst>
          </a:prstGeom>
          <a:solidFill>
            <a:srgbClr val="FCFAF6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FB6FC31-668B-7B15-E620-9E1AEDFC097E}"/>
              </a:ext>
            </a:extLst>
          </p:cNvPr>
          <p:cNvSpPr/>
          <p:nvPr/>
        </p:nvSpPr>
        <p:spPr>
          <a:xfrm>
            <a:off x="392430" y="1852930"/>
            <a:ext cx="475488" cy="475488"/>
          </a:xfrm>
          <a:prstGeom prst="ellipse">
            <a:avLst/>
          </a:prstGeom>
          <a:solidFill>
            <a:srgbClr val="0E1B2C"/>
          </a:solidFill>
          <a:ln w="12700">
            <a:solidFill>
              <a:srgbClr val="0E1B2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922BA7C-9C35-08AA-ACF8-0BE6076EF493}"/>
              </a:ext>
            </a:extLst>
          </p:cNvPr>
          <p:cNvSpPr/>
          <p:nvPr/>
        </p:nvSpPr>
        <p:spPr>
          <a:xfrm>
            <a:off x="392430" y="185293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noProof="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noProof="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2C84FFD-35DA-26B3-5BD7-F610DA9DF76B}"/>
              </a:ext>
            </a:extLst>
          </p:cNvPr>
          <p:cNvSpPr/>
          <p:nvPr/>
        </p:nvSpPr>
        <p:spPr>
          <a:xfrm>
            <a:off x="758952" y="29184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move touches few inputs</a:t>
            </a:r>
            <a:endParaRPr lang="en-US" sz="2000" noProof="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FBC6B94-3F8D-FEE1-8B70-90A394FB9DA6}"/>
              </a:ext>
            </a:extLst>
          </p:cNvPr>
          <p:cNvSpPr/>
          <p:nvPr/>
        </p:nvSpPr>
        <p:spPr>
          <a:xfrm>
            <a:off x="758952" y="38328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noProof="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844 board features, only the squares that change are active.</a:t>
            </a:r>
            <a:endParaRPr lang="en-US" sz="1500" noProof="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B3A539A-ABC7-2632-A9FE-204374E0F866}"/>
              </a:ext>
            </a:extLst>
          </p:cNvPr>
          <p:cNvSpPr/>
          <p:nvPr/>
        </p:nvSpPr>
        <p:spPr>
          <a:xfrm>
            <a:off x="4297680" y="2004060"/>
            <a:ext cx="3611880" cy="3246120"/>
          </a:xfrm>
          <a:prstGeom prst="roundRect">
            <a:avLst>
              <a:gd name="adj" fmla="val 2254"/>
            </a:avLst>
          </a:prstGeom>
          <a:solidFill>
            <a:srgbClr val="FCFAF6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F59579C-E59F-BCCD-3053-77B7E8EB88E7}"/>
              </a:ext>
            </a:extLst>
          </p:cNvPr>
          <p:cNvSpPr/>
          <p:nvPr/>
        </p:nvSpPr>
        <p:spPr>
          <a:xfrm>
            <a:off x="4187190" y="1852930"/>
            <a:ext cx="475488" cy="475488"/>
          </a:xfrm>
          <a:prstGeom prst="ellipse">
            <a:avLst/>
          </a:prstGeom>
          <a:solidFill>
            <a:srgbClr val="0E1B2C"/>
          </a:solidFill>
          <a:ln w="12700">
            <a:solidFill>
              <a:srgbClr val="0E1B2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CBA5853-D55E-D551-6F04-3A190F842405}"/>
              </a:ext>
            </a:extLst>
          </p:cNvPr>
          <p:cNvSpPr/>
          <p:nvPr/>
        </p:nvSpPr>
        <p:spPr>
          <a:xfrm>
            <a:off x="4187190" y="185293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noProof="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noProof="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B92A4B7-88FC-6154-BF27-7C4D5A31AC12}"/>
              </a:ext>
            </a:extLst>
          </p:cNvPr>
          <p:cNvSpPr/>
          <p:nvPr/>
        </p:nvSpPr>
        <p:spPr>
          <a:xfrm>
            <a:off x="4553712" y="29184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Edit the accumulator</a:t>
            </a:r>
            <a:endParaRPr lang="en-US" sz="2000" noProof="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0989D01-B2E2-E2BB-D2B3-A720D6B622EC}"/>
              </a:ext>
            </a:extLst>
          </p:cNvPr>
          <p:cNvSpPr/>
          <p:nvPr/>
        </p:nvSpPr>
        <p:spPr>
          <a:xfrm>
            <a:off x="4553712" y="38328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noProof="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the removed features and add the new ones. The rest stays.</a:t>
            </a:r>
            <a:endParaRPr lang="en-US" sz="1500" noProof="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EBF071D5-6969-4D4D-943E-BCD832162611}"/>
              </a:ext>
            </a:extLst>
          </p:cNvPr>
          <p:cNvSpPr/>
          <p:nvPr/>
        </p:nvSpPr>
        <p:spPr>
          <a:xfrm>
            <a:off x="8092440" y="2004060"/>
            <a:ext cx="3611880" cy="3246120"/>
          </a:xfrm>
          <a:prstGeom prst="roundRect">
            <a:avLst>
              <a:gd name="adj" fmla="val 2254"/>
            </a:avLst>
          </a:prstGeom>
          <a:solidFill>
            <a:srgbClr val="FCFAF6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41F8C6A7-FCFF-6388-C6C0-DB49B32E3A5F}"/>
              </a:ext>
            </a:extLst>
          </p:cNvPr>
          <p:cNvSpPr/>
          <p:nvPr/>
        </p:nvSpPr>
        <p:spPr>
          <a:xfrm>
            <a:off x="7981950" y="1852930"/>
            <a:ext cx="475488" cy="475488"/>
          </a:xfrm>
          <a:prstGeom prst="ellipse">
            <a:avLst/>
          </a:prstGeom>
          <a:solidFill>
            <a:srgbClr val="0E1B2C"/>
          </a:solidFill>
          <a:ln w="12700">
            <a:solidFill>
              <a:srgbClr val="0E1B2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785F51B-711F-01BB-25F6-F7D663A5ABAD}"/>
              </a:ext>
            </a:extLst>
          </p:cNvPr>
          <p:cNvSpPr/>
          <p:nvPr/>
        </p:nvSpPr>
        <p:spPr>
          <a:xfrm>
            <a:off x="7981950" y="185293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noProof="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noProof="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AF40003-DCAD-4E21-1AEC-D399CB9FCA78}"/>
              </a:ext>
            </a:extLst>
          </p:cNvPr>
          <p:cNvSpPr/>
          <p:nvPr/>
        </p:nvSpPr>
        <p:spPr>
          <a:xfrm>
            <a:off x="8348472" y="29184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Reuse it on the next node</a:t>
            </a:r>
            <a:endParaRPr lang="en-US" sz="2000" noProof="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C53E39A-CAEA-C35D-69C9-E2AFB7F7EACA}"/>
              </a:ext>
            </a:extLst>
          </p:cNvPr>
          <p:cNvSpPr/>
          <p:nvPr/>
        </p:nvSpPr>
        <p:spPr>
          <a:xfrm>
            <a:off x="8348472" y="38328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noProof="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L1 accumulator persists across moves, so evaluation stays cheap.</a:t>
            </a:r>
            <a:endParaRPr lang="en-US" sz="1500" noProof="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DE1A1A0E-CFC4-2151-C315-C2765876B101}"/>
              </a:ext>
            </a:extLst>
          </p:cNvPr>
          <p:cNvSpPr/>
          <p:nvPr/>
        </p:nvSpPr>
        <p:spPr>
          <a:xfrm>
            <a:off x="502920" y="6382512"/>
            <a:ext cx="11183112" cy="9144"/>
          </a:xfrm>
          <a:prstGeom prst="rect">
            <a:avLst/>
          </a:prstGeom>
          <a:solidFill>
            <a:srgbClr val="C9C2B6"/>
          </a:solidFill>
          <a:ln w="12700">
            <a:solidFill>
              <a:srgbClr val="C9C2B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45EFC4A-6C2D-5AC5-E8C4-89FD7BE1428D}"/>
              </a:ext>
            </a:extLst>
          </p:cNvPr>
          <p:cNvSpPr/>
          <p:nvPr/>
        </p:nvSpPr>
        <p:spPr>
          <a:xfrm>
            <a:off x="10195560" y="6446520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noProof="0" dirty="0"/>
          </a:p>
        </p:txBody>
      </p:sp>
    </p:spTree>
    <p:extLst>
      <p:ext uri="{BB962C8B-B14F-4D97-AF65-F5344CB8AC3E}">
        <p14:creationId xmlns:p14="http://schemas.microsoft.com/office/powerpoint/2010/main" val="3383435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5A0B7B-4F46-BBD8-1E9A-E93EEC755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B9F2EAFA-CF92-EE75-1D03-9FB2B10499F7}"/>
              </a:ext>
            </a:extLst>
          </p:cNvPr>
          <p:cNvGrpSpPr/>
          <p:nvPr/>
        </p:nvGrpSpPr>
        <p:grpSpPr>
          <a:xfrm>
            <a:off x="3277961" y="1471312"/>
            <a:ext cx="5929086" cy="4216256"/>
            <a:chOff x="1348740" y="256032"/>
            <a:chExt cx="9494520" cy="6560058"/>
          </a:xfrm>
        </p:grpSpPr>
        <p:sp>
          <p:nvSpPr>
            <p:cNvPr id="86" name="Shape 2">
              <a:extLst>
                <a:ext uri="{FF2B5EF4-FFF2-40B4-BE49-F238E27FC236}">
                  <a16:creationId xmlns:a16="http://schemas.microsoft.com/office/drawing/2014/main" id="{5CC9B718-9C44-AF3D-2391-E59914BCE8C2}"/>
                </a:ext>
              </a:extLst>
            </p:cNvPr>
            <p:cNvSpPr/>
            <p:nvPr/>
          </p:nvSpPr>
          <p:spPr>
            <a:xfrm>
              <a:off x="1348740" y="256032"/>
              <a:ext cx="9494520" cy="6560058"/>
            </a:xfrm>
            <a:prstGeom prst="roundRect">
              <a:avLst>
                <a:gd name="adj" fmla="val 11409"/>
              </a:avLst>
            </a:prstGeom>
            <a:solidFill>
              <a:schemeClr val="bg1"/>
            </a:solidFill>
            <a:ln w="12700">
              <a:solidFill>
                <a:srgbClr val="E3D9C8"/>
              </a:solidFill>
              <a:prstDash val="solid"/>
            </a:ln>
            <a:effectLst>
              <a:outerShdw blurRad="127000" dist="25400" dir="8100000" algn="bl" rotWithShape="0">
                <a:srgbClr val="1A140C">
                  <a:alpha val="10000"/>
                </a:srgbClr>
              </a:outerShdw>
            </a:effectLst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7BC90C8A-E3C7-2E73-4D08-7F3841583D8B}"/>
                </a:ext>
              </a:extLst>
            </p:cNvPr>
            <p:cNvSpPr/>
            <p:nvPr/>
          </p:nvSpPr>
          <p:spPr>
            <a:xfrm>
              <a:off x="4615883" y="684763"/>
              <a:ext cx="2729272" cy="4681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 0">
            <a:extLst>
              <a:ext uri="{FF2B5EF4-FFF2-40B4-BE49-F238E27FC236}">
                <a16:creationId xmlns:a16="http://schemas.microsoft.com/office/drawing/2014/main" id="{D86A1A34-8A34-C638-88A7-AFA675D08E8F}"/>
              </a:ext>
            </a:extLst>
          </p:cNvPr>
          <p:cNvSpPr/>
          <p:nvPr/>
        </p:nvSpPr>
        <p:spPr>
          <a:xfrm>
            <a:off x="502920" y="2560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60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NNUE</a:t>
            </a:r>
            <a:endParaRPr lang="en-US" sz="1200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9897D1D-FA39-2B08-462B-7C03F3AA7DF7}"/>
              </a:ext>
            </a:extLst>
          </p:cNvPr>
          <p:cNvSpPr/>
          <p:nvPr/>
        </p:nvSpPr>
        <p:spPr>
          <a:xfrm>
            <a:off x="502920" y="51206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</a:t>
            </a:r>
            <a:r>
              <a:rPr lang="en-US" sz="3000" noProof="0" dirty="0" err="1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ccumulator</a:t>
            </a:r>
            <a:r>
              <a:rPr lang="en-US" sz="30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Layer</a:t>
            </a:r>
            <a:endParaRPr lang="en-US" sz="3000" noProof="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A67CE7F2-F6E0-041D-29A2-DD9021B567AA}"/>
              </a:ext>
            </a:extLst>
          </p:cNvPr>
          <p:cNvSpPr/>
          <p:nvPr/>
        </p:nvSpPr>
        <p:spPr>
          <a:xfrm>
            <a:off x="502920" y="6382512"/>
            <a:ext cx="11183112" cy="9144"/>
          </a:xfrm>
          <a:prstGeom prst="rect">
            <a:avLst/>
          </a:prstGeom>
          <a:solidFill>
            <a:srgbClr val="C9C2B6"/>
          </a:solidFill>
          <a:ln w="12700">
            <a:solidFill>
              <a:srgbClr val="C9C2B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B6D075DF-7371-8ACC-D326-1A1A46419CB9}"/>
              </a:ext>
            </a:extLst>
          </p:cNvPr>
          <p:cNvSpPr/>
          <p:nvPr/>
        </p:nvSpPr>
        <p:spPr>
          <a:xfrm>
            <a:off x="502920" y="644652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00" noProof="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9005A528-3B65-436F-09F5-9044666A7A6E}"/>
              </a:ext>
            </a:extLst>
          </p:cNvPr>
          <p:cNvSpPr/>
          <p:nvPr/>
        </p:nvSpPr>
        <p:spPr>
          <a:xfrm>
            <a:off x="10195560" y="6446520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00" noProof="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DF46F90-E2A0-3F7E-80F8-454CD39A32AC}"/>
              </a:ext>
            </a:extLst>
          </p:cNvPr>
          <p:cNvSpPr/>
          <p:nvPr/>
        </p:nvSpPr>
        <p:spPr>
          <a:xfrm>
            <a:off x="4070804" y="4195082"/>
            <a:ext cx="542925" cy="54292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AEE6C2B-4FE7-CAEB-E967-34647FCA34D2}"/>
              </a:ext>
            </a:extLst>
          </p:cNvPr>
          <p:cNvSpPr/>
          <p:nvPr/>
        </p:nvSpPr>
        <p:spPr>
          <a:xfrm>
            <a:off x="4613729" y="4195082"/>
            <a:ext cx="542925" cy="54292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D587A86-6AA8-A400-316E-508ADAD31A17}"/>
              </a:ext>
            </a:extLst>
          </p:cNvPr>
          <p:cNvSpPr/>
          <p:nvPr/>
        </p:nvSpPr>
        <p:spPr>
          <a:xfrm>
            <a:off x="5156654" y="4195082"/>
            <a:ext cx="542925" cy="54292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558534C9-CDEE-554C-7EF8-8269E30768CC}"/>
              </a:ext>
            </a:extLst>
          </p:cNvPr>
          <p:cNvSpPr/>
          <p:nvPr/>
        </p:nvSpPr>
        <p:spPr>
          <a:xfrm>
            <a:off x="5699579" y="4195082"/>
            <a:ext cx="542925" cy="54292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D77C83E-4C68-BC77-6BD0-723146764DE1}"/>
              </a:ext>
            </a:extLst>
          </p:cNvPr>
          <p:cNvSpPr/>
          <p:nvPr/>
        </p:nvSpPr>
        <p:spPr>
          <a:xfrm>
            <a:off x="6242504" y="4195082"/>
            <a:ext cx="542925" cy="54292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7324B80-3B56-BD00-FEE6-E8A42CA6A153}"/>
              </a:ext>
            </a:extLst>
          </p:cNvPr>
          <p:cNvSpPr/>
          <p:nvPr/>
        </p:nvSpPr>
        <p:spPr>
          <a:xfrm>
            <a:off x="6785429" y="4195082"/>
            <a:ext cx="542925" cy="54292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F24CC56-8E50-D194-C832-B7BD3237FA69}"/>
              </a:ext>
            </a:extLst>
          </p:cNvPr>
          <p:cNvSpPr/>
          <p:nvPr/>
        </p:nvSpPr>
        <p:spPr>
          <a:xfrm>
            <a:off x="7328354" y="4195082"/>
            <a:ext cx="542925" cy="54292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D9AF8081-4897-DFDA-4701-77D2DD06158B}"/>
              </a:ext>
            </a:extLst>
          </p:cNvPr>
          <p:cNvSpPr/>
          <p:nvPr/>
        </p:nvSpPr>
        <p:spPr>
          <a:xfrm>
            <a:off x="7871279" y="4195082"/>
            <a:ext cx="542925" cy="54292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DF525039-238C-E3D7-DCFD-FDDBD8ED7FBE}"/>
              </a:ext>
            </a:extLst>
          </p:cNvPr>
          <p:cNvSpPr/>
          <p:nvPr/>
        </p:nvSpPr>
        <p:spPr>
          <a:xfrm>
            <a:off x="4342266" y="2413907"/>
            <a:ext cx="542925" cy="542925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49639F71-098D-8D82-625A-BD6AEF8DC4E0}"/>
              </a:ext>
            </a:extLst>
          </p:cNvPr>
          <p:cNvSpPr/>
          <p:nvPr/>
        </p:nvSpPr>
        <p:spPr>
          <a:xfrm>
            <a:off x="5428116" y="2413907"/>
            <a:ext cx="542925" cy="54292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63A9656B-7FE2-DD5B-B593-194F986193C9}"/>
              </a:ext>
            </a:extLst>
          </p:cNvPr>
          <p:cNvSpPr/>
          <p:nvPr/>
        </p:nvSpPr>
        <p:spPr>
          <a:xfrm>
            <a:off x="6513966" y="2413907"/>
            <a:ext cx="542925" cy="542925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7F356F5-E8D5-D52D-39EA-6688E1B49576}"/>
              </a:ext>
            </a:extLst>
          </p:cNvPr>
          <p:cNvSpPr/>
          <p:nvPr/>
        </p:nvSpPr>
        <p:spPr>
          <a:xfrm>
            <a:off x="7599816" y="2413907"/>
            <a:ext cx="542925" cy="542925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931CC31-69CB-8836-618C-A546C884CD09}"/>
              </a:ext>
            </a:extLst>
          </p:cNvPr>
          <p:cNvCxnSpPr>
            <a:stCxn id="29" idx="0"/>
            <a:endCxn id="45" idx="4"/>
          </p:cNvCxnSpPr>
          <p:nvPr/>
        </p:nvCxnSpPr>
        <p:spPr>
          <a:xfrm flipV="1">
            <a:off x="4342267" y="2956832"/>
            <a:ext cx="271462" cy="123825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DC16596E-0043-2116-6A76-2461A86F8F90}"/>
              </a:ext>
            </a:extLst>
          </p:cNvPr>
          <p:cNvCxnSpPr>
            <a:stCxn id="47" idx="4"/>
            <a:endCxn id="35" idx="0"/>
          </p:cNvCxnSpPr>
          <p:nvPr/>
        </p:nvCxnSpPr>
        <p:spPr>
          <a:xfrm>
            <a:off x="5699579" y="2956832"/>
            <a:ext cx="271463" cy="123825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78A384C-056D-64DC-AB20-8786D68A280F}"/>
              </a:ext>
            </a:extLst>
          </p:cNvPr>
          <p:cNvCxnSpPr>
            <a:cxnSpLocks/>
            <a:stCxn id="49" idx="4"/>
            <a:endCxn id="37" idx="0"/>
          </p:cNvCxnSpPr>
          <p:nvPr/>
        </p:nvCxnSpPr>
        <p:spPr>
          <a:xfrm flipH="1">
            <a:off x="6513967" y="2956832"/>
            <a:ext cx="271462" cy="123825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799F9516-CE27-2EE4-D4D6-4E3DE6F4D8C8}"/>
              </a:ext>
            </a:extLst>
          </p:cNvPr>
          <p:cNvCxnSpPr>
            <a:cxnSpLocks/>
            <a:stCxn id="51" idx="4"/>
            <a:endCxn id="41" idx="0"/>
          </p:cNvCxnSpPr>
          <p:nvPr/>
        </p:nvCxnSpPr>
        <p:spPr>
          <a:xfrm flipH="1">
            <a:off x="7599817" y="2956832"/>
            <a:ext cx="271462" cy="123825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86959EAE-2F29-E73C-E999-066FAC9B132F}"/>
              </a:ext>
            </a:extLst>
          </p:cNvPr>
          <p:cNvCxnSpPr>
            <a:cxnSpLocks/>
            <a:stCxn id="45" idx="4"/>
            <a:endCxn id="39" idx="0"/>
          </p:cNvCxnSpPr>
          <p:nvPr/>
        </p:nvCxnSpPr>
        <p:spPr>
          <a:xfrm>
            <a:off x="4613729" y="2956832"/>
            <a:ext cx="2443163" cy="123825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FEEB7260-493E-D752-F78D-0D0573DE6D80}"/>
              </a:ext>
            </a:extLst>
          </p:cNvPr>
          <p:cNvCxnSpPr>
            <a:cxnSpLocks/>
            <a:stCxn id="49" idx="4"/>
            <a:endCxn id="43" idx="0"/>
          </p:cNvCxnSpPr>
          <p:nvPr/>
        </p:nvCxnSpPr>
        <p:spPr>
          <a:xfrm>
            <a:off x="6785429" y="2956832"/>
            <a:ext cx="1357313" cy="123825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7FD5E458-4225-8144-463A-22F66896B4E4}"/>
              </a:ext>
            </a:extLst>
          </p:cNvPr>
          <p:cNvCxnSpPr>
            <a:cxnSpLocks/>
            <a:endCxn id="31" idx="0"/>
          </p:cNvCxnSpPr>
          <p:nvPr/>
        </p:nvCxnSpPr>
        <p:spPr>
          <a:xfrm flipH="1">
            <a:off x="4885192" y="2956832"/>
            <a:ext cx="814388" cy="123825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6DF4517B-2694-BA33-83C5-5542786B8D2C}"/>
              </a:ext>
            </a:extLst>
          </p:cNvPr>
          <p:cNvCxnSpPr>
            <a:cxnSpLocks/>
            <a:stCxn id="51" idx="4"/>
            <a:endCxn id="33" idx="0"/>
          </p:cNvCxnSpPr>
          <p:nvPr/>
        </p:nvCxnSpPr>
        <p:spPr>
          <a:xfrm flipH="1">
            <a:off x="5428117" y="2956832"/>
            <a:ext cx="2443162" cy="123825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49E004C4-818F-2169-D5BA-49E7BC3FFBE1}"/>
              </a:ext>
            </a:extLst>
          </p:cNvPr>
          <p:cNvCxnSpPr>
            <a:cxnSpLocks/>
            <a:stCxn id="49" idx="4"/>
            <a:endCxn id="41" idx="0"/>
          </p:cNvCxnSpPr>
          <p:nvPr/>
        </p:nvCxnSpPr>
        <p:spPr>
          <a:xfrm>
            <a:off x="6785429" y="2956832"/>
            <a:ext cx="814388" cy="123825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FAAA85E3-E5C2-BB7F-6A14-41234279283E}"/>
              </a:ext>
            </a:extLst>
          </p:cNvPr>
          <p:cNvCxnSpPr>
            <a:cxnSpLocks/>
            <a:stCxn id="49" idx="4"/>
            <a:endCxn id="29" idx="0"/>
          </p:cNvCxnSpPr>
          <p:nvPr/>
        </p:nvCxnSpPr>
        <p:spPr>
          <a:xfrm flipH="1">
            <a:off x="4342267" y="2956832"/>
            <a:ext cx="2443162" cy="123825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 2">
            <a:extLst>
              <a:ext uri="{FF2B5EF4-FFF2-40B4-BE49-F238E27FC236}">
                <a16:creationId xmlns:a16="http://schemas.microsoft.com/office/drawing/2014/main" id="{9EF3F733-3539-836F-4E09-4A244DCF1BB7}"/>
              </a:ext>
            </a:extLst>
          </p:cNvPr>
          <p:cNvSpPr/>
          <p:nvPr/>
        </p:nvSpPr>
        <p:spPr>
          <a:xfrm>
            <a:off x="5350554" y="5039724"/>
            <a:ext cx="17838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 layer</a:t>
            </a:r>
            <a:endParaRPr lang="en-US" sz="1800" noProof="0" dirty="0"/>
          </a:p>
        </p:txBody>
      </p:sp>
      <p:sp>
        <p:nvSpPr>
          <p:cNvPr id="82" name="Text 2">
            <a:extLst>
              <a:ext uri="{FF2B5EF4-FFF2-40B4-BE49-F238E27FC236}">
                <a16:creationId xmlns:a16="http://schemas.microsoft.com/office/drawing/2014/main" id="{375055D1-43E1-9783-04C2-21F6A9ADBB8A}"/>
              </a:ext>
            </a:extLst>
          </p:cNvPr>
          <p:cNvSpPr/>
          <p:nvPr/>
        </p:nvSpPr>
        <p:spPr>
          <a:xfrm>
            <a:off x="5087824" y="1763558"/>
            <a:ext cx="230935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L1 Accumulator</a:t>
            </a:r>
            <a:endParaRPr lang="en-US" sz="1800" noProof="0" dirty="0"/>
          </a:p>
        </p:txBody>
      </p:sp>
      <p:sp>
        <p:nvSpPr>
          <p:cNvPr id="91" name="Text 18">
            <a:extLst>
              <a:ext uri="{FF2B5EF4-FFF2-40B4-BE49-F238E27FC236}">
                <a16:creationId xmlns:a16="http://schemas.microsoft.com/office/drawing/2014/main" id="{213B323A-E2CB-487F-84B0-A4AF97C812D5}"/>
              </a:ext>
            </a:extLst>
          </p:cNvPr>
          <p:cNvSpPr/>
          <p:nvPr/>
        </p:nvSpPr>
        <p:spPr>
          <a:xfrm>
            <a:off x="655320" y="659892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is the shared first-layer representation. During inference, it’s activations are mostly recycled.</a:t>
            </a:r>
            <a:endParaRPr lang="en-US" sz="1100" noProof="0" dirty="0"/>
          </a:p>
        </p:txBody>
      </p:sp>
    </p:spTree>
    <p:extLst>
      <p:ext uri="{BB962C8B-B14F-4D97-AF65-F5344CB8AC3E}">
        <p14:creationId xmlns:p14="http://schemas.microsoft.com/office/powerpoint/2010/main" val="2582088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40D769-95F7-CA0C-00C3-A7F526684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DA354C85-020A-DBA5-4426-16095B3071EA}"/>
              </a:ext>
            </a:extLst>
          </p:cNvPr>
          <p:cNvGrpSpPr/>
          <p:nvPr/>
        </p:nvGrpSpPr>
        <p:grpSpPr>
          <a:xfrm>
            <a:off x="3277961" y="1471312"/>
            <a:ext cx="5929086" cy="4216256"/>
            <a:chOff x="1348740" y="256032"/>
            <a:chExt cx="9494520" cy="6560058"/>
          </a:xfrm>
        </p:grpSpPr>
        <p:sp>
          <p:nvSpPr>
            <p:cNvPr id="6" name="Shape 2">
              <a:extLst>
                <a:ext uri="{FF2B5EF4-FFF2-40B4-BE49-F238E27FC236}">
                  <a16:creationId xmlns:a16="http://schemas.microsoft.com/office/drawing/2014/main" id="{3A314421-2D02-CE38-4FF8-7EE51C2F2897}"/>
                </a:ext>
              </a:extLst>
            </p:cNvPr>
            <p:cNvSpPr/>
            <p:nvPr/>
          </p:nvSpPr>
          <p:spPr>
            <a:xfrm>
              <a:off x="1348740" y="256032"/>
              <a:ext cx="9494520" cy="6560058"/>
            </a:xfrm>
            <a:prstGeom prst="roundRect">
              <a:avLst>
                <a:gd name="adj" fmla="val 11409"/>
              </a:avLst>
            </a:prstGeom>
            <a:solidFill>
              <a:schemeClr val="bg1"/>
            </a:solidFill>
            <a:ln w="12700">
              <a:solidFill>
                <a:srgbClr val="E3D9C8"/>
              </a:solidFill>
              <a:prstDash val="solid"/>
            </a:ln>
            <a:effectLst>
              <a:outerShdw blurRad="127000" dist="25400" dir="8100000" algn="bl" rotWithShape="0">
                <a:srgbClr val="1A140C">
                  <a:alpha val="10000"/>
                </a:srgbClr>
              </a:outerShdw>
            </a:effectLst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0460597-3D6B-F5BB-6A59-9B0177C6C1C9}"/>
                </a:ext>
              </a:extLst>
            </p:cNvPr>
            <p:cNvSpPr/>
            <p:nvPr/>
          </p:nvSpPr>
          <p:spPr>
            <a:xfrm>
              <a:off x="4615883" y="684763"/>
              <a:ext cx="2729272" cy="4681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 0">
            <a:extLst>
              <a:ext uri="{FF2B5EF4-FFF2-40B4-BE49-F238E27FC236}">
                <a16:creationId xmlns:a16="http://schemas.microsoft.com/office/drawing/2014/main" id="{ADF2ECA1-176D-38A2-F2D3-86B138F617AE}"/>
              </a:ext>
            </a:extLst>
          </p:cNvPr>
          <p:cNvSpPr/>
          <p:nvPr/>
        </p:nvSpPr>
        <p:spPr>
          <a:xfrm>
            <a:off x="502920" y="2560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60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NNUE</a:t>
            </a:r>
            <a:endParaRPr lang="en-US" sz="1200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29E4DCD-0107-3373-6040-F045CD6D2D70}"/>
              </a:ext>
            </a:extLst>
          </p:cNvPr>
          <p:cNvSpPr/>
          <p:nvPr/>
        </p:nvSpPr>
        <p:spPr>
          <a:xfrm>
            <a:off x="502920" y="51206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</a:t>
            </a:r>
            <a:r>
              <a:rPr lang="en-US" sz="3000" noProof="0" dirty="0" err="1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ccumulator</a:t>
            </a:r>
            <a:r>
              <a:rPr lang="en-US" sz="30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Layer</a:t>
            </a:r>
            <a:endParaRPr lang="en-US" sz="3000" noProof="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09215811-AD82-68CB-1AE2-5818DEC56587}"/>
              </a:ext>
            </a:extLst>
          </p:cNvPr>
          <p:cNvSpPr/>
          <p:nvPr/>
        </p:nvSpPr>
        <p:spPr>
          <a:xfrm>
            <a:off x="502920" y="6382512"/>
            <a:ext cx="11183112" cy="9144"/>
          </a:xfrm>
          <a:prstGeom prst="rect">
            <a:avLst/>
          </a:prstGeom>
          <a:solidFill>
            <a:srgbClr val="C9C2B6"/>
          </a:solidFill>
          <a:ln w="12700">
            <a:solidFill>
              <a:srgbClr val="C9C2B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C56ADC90-366E-E4CC-0BC7-A4D9C1B6EE3F}"/>
              </a:ext>
            </a:extLst>
          </p:cNvPr>
          <p:cNvSpPr/>
          <p:nvPr/>
        </p:nvSpPr>
        <p:spPr>
          <a:xfrm>
            <a:off x="502920" y="644652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00" noProof="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5BA8591E-3C9B-DD9B-2AE0-21D93F64E75C}"/>
              </a:ext>
            </a:extLst>
          </p:cNvPr>
          <p:cNvSpPr/>
          <p:nvPr/>
        </p:nvSpPr>
        <p:spPr>
          <a:xfrm>
            <a:off x="10195560" y="6446520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00" noProof="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A809B79-6CE9-F292-0768-EB3B5D58E438}"/>
              </a:ext>
            </a:extLst>
          </p:cNvPr>
          <p:cNvSpPr/>
          <p:nvPr/>
        </p:nvSpPr>
        <p:spPr>
          <a:xfrm>
            <a:off x="4070804" y="4195082"/>
            <a:ext cx="542925" cy="54292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BFAA591-C77D-40D8-BD79-9982C43A8F65}"/>
              </a:ext>
            </a:extLst>
          </p:cNvPr>
          <p:cNvSpPr/>
          <p:nvPr/>
        </p:nvSpPr>
        <p:spPr>
          <a:xfrm>
            <a:off x="4613729" y="4195082"/>
            <a:ext cx="542925" cy="54292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1A1D177-3BB5-1676-E862-275C262FCC63}"/>
              </a:ext>
            </a:extLst>
          </p:cNvPr>
          <p:cNvSpPr/>
          <p:nvPr/>
        </p:nvSpPr>
        <p:spPr>
          <a:xfrm>
            <a:off x="5156654" y="4195082"/>
            <a:ext cx="542925" cy="54292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A16FA7F-E839-F744-1098-B45AFEF32789}"/>
              </a:ext>
            </a:extLst>
          </p:cNvPr>
          <p:cNvSpPr/>
          <p:nvPr/>
        </p:nvSpPr>
        <p:spPr>
          <a:xfrm>
            <a:off x="5699579" y="4195082"/>
            <a:ext cx="542925" cy="54292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8EE4095-3A1A-4B8D-54B2-8C241832F5A2}"/>
              </a:ext>
            </a:extLst>
          </p:cNvPr>
          <p:cNvSpPr/>
          <p:nvPr/>
        </p:nvSpPr>
        <p:spPr>
          <a:xfrm>
            <a:off x="6242504" y="4195082"/>
            <a:ext cx="542925" cy="54292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F4483169-BE1C-1E92-D345-5CBDED1606E2}"/>
              </a:ext>
            </a:extLst>
          </p:cNvPr>
          <p:cNvSpPr/>
          <p:nvPr/>
        </p:nvSpPr>
        <p:spPr>
          <a:xfrm>
            <a:off x="6785429" y="4195082"/>
            <a:ext cx="542925" cy="54292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1798A12B-53C5-1601-4332-095C10D5B717}"/>
              </a:ext>
            </a:extLst>
          </p:cNvPr>
          <p:cNvSpPr/>
          <p:nvPr/>
        </p:nvSpPr>
        <p:spPr>
          <a:xfrm>
            <a:off x="7328354" y="4195082"/>
            <a:ext cx="542925" cy="54292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2B4334B-A512-6881-F8DC-6BE9F695BD13}"/>
              </a:ext>
            </a:extLst>
          </p:cNvPr>
          <p:cNvSpPr/>
          <p:nvPr/>
        </p:nvSpPr>
        <p:spPr>
          <a:xfrm>
            <a:off x="7871279" y="4195082"/>
            <a:ext cx="542925" cy="54292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0ADB25DD-76C2-5EAF-3B0F-1E3F959ABD5C}"/>
              </a:ext>
            </a:extLst>
          </p:cNvPr>
          <p:cNvSpPr/>
          <p:nvPr/>
        </p:nvSpPr>
        <p:spPr>
          <a:xfrm>
            <a:off x="4342266" y="2413907"/>
            <a:ext cx="542925" cy="542925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D4335831-AB2B-FC23-8B8B-223C895C1D80}"/>
              </a:ext>
            </a:extLst>
          </p:cNvPr>
          <p:cNvSpPr/>
          <p:nvPr/>
        </p:nvSpPr>
        <p:spPr>
          <a:xfrm>
            <a:off x="5428116" y="2413907"/>
            <a:ext cx="542925" cy="542925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9541EEF8-3A1D-015D-727E-A4293021C9A5}"/>
              </a:ext>
            </a:extLst>
          </p:cNvPr>
          <p:cNvSpPr/>
          <p:nvPr/>
        </p:nvSpPr>
        <p:spPr>
          <a:xfrm>
            <a:off x="6513966" y="2413907"/>
            <a:ext cx="542925" cy="542925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DB988B81-F20D-4ADC-919C-92861B1C28E5}"/>
              </a:ext>
            </a:extLst>
          </p:cNvPr>
          <p:cNvSpPr/>
          <p:nvPr/>
        </p:nvSpPr>
        <p:spPr>
          <a:xfrm>
            <a:off x="7599816" y="2413907"/>
            <a:ext cx="542925" cy="54292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28B2C94-B175-BEE3-0943-8BD5C046A934}"/>
              </a:ext>
            </a:extLst>
          </p:cNvPr>
          <p:cNvCxnSpPr>
            <a:stCxn id="29" idx="0"/>
            <a:endCxn id="45" idx="4"/>
          </p:cNvCxnSpPr>
          <p:nvPr/>
        </p:nvCxnSpPr>
        <p:spPr>
          <a:xfrm flipV="1">
            <a:off x="4342267" y="2956832"/>
            <a:ext cx="271462" cy="123825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EA31858-C2D5-0B44-7BB4-C9210CFFF56C}"/>
              </a:ext>
            </a:extLst>
          </p:cNvPr>
          <p:cNvCxnSpPr>
            <a:stCxn id="47" idx="4"/>
            <a:endCxn id="35" idx="0"/>
          </p:cNvCxnSpPr>
          <p:nvPr/>
        </p:nvCxnSpPr>
        <p:spPr>
          <a:xfrm>
            <a:off x="5699579" y="2956832"/>
            <a:ext cx="271463" cy="123825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BBD55170-2BA1-EA54-51FD-E21F3C79841C}"/>
              </a:ext>
            </a:extLst>
          </p:cNvPr>
          <p:cNvCxnSpPr>
            <a:cxnSpLocks/>
            <a:stCxn id="49" idx="4"/>
            <a:endCxn id="37" idx="0"/>
          </p:cNvCxnSpPr>
          <p:nvPr/>
        </p:nvCxnSpPr>
        <p:spPr>
          <a:xfrm flipH="1">
            <a:off x="6513967" y="2956832"/>
            <a:ext cx="271462" cy="123825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F4B0CFAB-F46D-7B08-511B-EC39095993E1}"/>
              </a:ext>
            </a:extLst>
          </p:cNvPr>
          <p:cNvCxnSpPr>
            <a:cxnSpLocks/>
            <a:stCxn id="51" idx="4"/>
            <a:endCxn id="41" idx="0"/>
          </p:cNvCxnSpPr>
          <p:nvPr/>
        </p:nvCxnSpPr>
        <p:spPr>
          <a:xfrm flipH="1">
            <a:off x="7599817" y="2956832"/>
            <a:ext cx="271462" cy="123825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A9504D40-E362-B780-4263-9CB5BF7A07FD}"/>
              </a:ext>
            </a:extLst>
          </p:cNvPr>
          <p:cNvCxnSpPr>
            <a:cxnSpLocks/>
            <a:stCxn id="45" idx="4"/>
            <a:endCxn id="39" idx="0"/>
          </p:cNvCxnSpPr>
          <p:nvPr/>
        </p:nvCxnSpPr>
        <p:spPr>
          <a:xfrm>
            <a:off x="4613729" y="2956832"/>
            <a:ext cx="2443163" cy="123825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83688CD1-27CF-16DD-1E99-88DD8B51CC6C}"/>
              </a:ext>
            </a:extLst>
          </p:cNvPr>
          <p:cNvCxnSpPr>
            <a:cxnSpLocks/>
            <a:stCxn id="49" idx="4"/>
            <a:endCxn id="43" idx="0"/>
          </p:cNvCxnSpPr>
          <p:nvPr/>
        </p:nvCxnSpPr>
        <p:spPr>
          <a:xfrm>
            <a:off x="6785429" y="2956832"/>
            <a:ext cx="1357313" cy="123825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D876B3E5-AC67-AE0E-68AD-185ADCD2BEEC}"/>
              </a:ext>
            </a:extLst>
          </p:cNvPr>
          <p:cNvCxnSpPr>
            <a:cxnSpLocks/>
            <a:endCxn id="31" idx="0"/>
          </p:cNvCxnSpPr>
          <p:nvPr/>
        </p:nvCxnSpPr>
        <p:spPr>
          <a:xfrm flipH="1">
            <a:off x="4885192" y="2956832"/>
            <a:ext cx="814388" cy="123825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9DC40911-5DA6-80C9-FE0A-D47A71A0B0A1}"/>
              </a:ext>
            </a:extLst>
          </p:cNvPr>
          <p:cNvCxnSpPr>
            <a:cxnSpLocks/>
            <a:stCxn id="51" idx="4"/>
            <a:endCxn id="33" idx="0"/>
          </p:cNvCxnSpPr>
          <p:nvPr/>
        </p:nvCxnSpPr>
        <p:spPr>
          <a:xfrm flipH="1">
            <a:off x="5428117" y="2956832"/>
            <a:ext cx="2443162" cy="123825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31BC5514-17CF-424E-9876-C25E8F40EB14}"/>
              </a:ext>
            </a:extLst>
          </p:cNvPr>
          <p:cNvCxnSpPr>
            <a:cxnSpLocks/>
            <a:stCxn id="49" idx="4"/>
            <a:endCxn id="41" idx="0"/>
          </p:cNvCxnSpPr>
          <p:nvPr/>
        </p:nvCxnSpPr>
        <p:spPr>
          <a:xfrm>
            <a:off x="6785429" y="2956832"/>
            <a:ext cx="814388" cy="123825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EA749B56-F0CC-303E-D64C-14FA84463420}"/>
              </a:ext>
            </a:extLst>
          </p:cNvPr>
          <p:cNvCxnSpPr>
            <a:cxnSpLocks/>
            <a:stCxn id="49" idx="4"/>
            <a:endCxn id="29" idx="0"/>
          </p:cNvCxnSpPr>
          <p:nvPr/>
        </p:nvCxnSpPr>
        <p:spPr>
          <a:xfrm flipH="1">
            <a:off x="4342267" y="2956832"/>
            <a:ext cx="2443162" cy="123825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 2">
            <a:extLst>
              <a:ext uri="{FF2B5EF4-FFF2-40B4-BE49-F238E27FC236}">
                <a16:creationId xmlns:a16="http://schemas.microsoft.com/office/drawing/2014/main" id="{0E0B5DE1-1C4D-4279-A68E-316908330E17}"/>
              </a:ext>
            </a:extLst>
          </p:cNvPr>
          <p:cNvSpPr/>
          <p:nvPr/>
        </p:nvSpPr>
        <p:spPr>
          <a:xfrm>
            <a:off x="5350554" y="5039724"/>
            <a:ext cx="17838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 layer</a:t>
            </a:r>
            <a:endParaRPr lang="en-US" sz="1800" noProof="0" dirty="0"/>
          </a:p>
        </p:txBody>
      </p:sp>
      <p:sp>
        <p:nvSpPr>
          <p:cNvPr id="82" name="Text 2">
            <a:extLst>
              <a:ext uri="{FF2B5EF4-FFF2-40B4-BE49-F238E27FC236}">
                <a16:creationId xmlns:a16="http://schemas.microsoft.com/office/drawing/2014/main" id="{1A36A28B-8D5F-FFEB-546B-0C45B116CB73}"/>
              </a:ext>
            </a:extLst>
          </p:cNvPr>
          <p:cNvSpPr/>
          <p:nvPr/>
        </p:nvSpPr>
        <p:spPr>
          <a:xfrm>
            <a:off x="5087824" y="1763558"/>
            <a:ext cx="230935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L1 Accumulator</a:t>
            </a:r>
            <a:endParaRPr lang="en-US" sz="1800" noProof="0" dirty="0"/>
          </a:p>
        </p:txBody>
      </p:sp>
      <p:sp>
        <p:nvSpPr>
          <p:cNvPr id="9" name="Text 18">
            <a:extLst>
              <a:ext uri="{FF2B5EF4-FFF2-40B4-BE49-F238E27FC236}">
                <a16:creationId xmlns:a16="http://schemas.microsoft.com/office/drawing/2014/main" id="{ACC0F80D-4852-CFB2-7599-DE5686036ABC}"/>
              </a:ext>
            </a:extLst>
          </p:cNvPr>
          <p:cNvSpPr/>
          <p:nvPr/>
        </p:nvSpPr>
        <p:spPr>
          <a:xfrm>
            <a:off x="655320" y="659892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is the shared first-layer representation. During inference, it’s activations are mostly recycled.</a:t>
            </a:r>
            <a:endParaRPr lang="en-US" sz="1100" noProof="0" dirty="0"/>
          </a:p>
        </p:txBody>
      </p:sp>
    </p:spTree>
    <p:extLst>
      <p:ext uri="{BB962C8B-B14F-4D97-AF65-F5344CB8AC3E}">
        <p14:creationId xmlns:p14="http://schemas.microsoft.com/office/powerpoint/2010/main" val="341651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C1C6D9-F8F0-3A4E-5C4D-937E76CD1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7569" y="0"/>
            <a:ext cx="6024431" cy="6858000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6CCBF9FF-0368-9C8A-D8D7-012F57FAD51C}"/>
              </a:ext>
            </a:extLst>
          </p:cNvPr>
          <p:cNvSpPr/>
          <p:nvPr/>
        </p:nvSpPr>
        <p:spPr>
          <a:xfrm>
            <a:off x="502920" y="512064"/>
            <a:ext cx="11155680" cy="91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Architecture </a:t>
            </a:r>
          </a:p>
          <a:p>
            <a:pPr marL="0" indent="0">
              <a:buNone/>
            </a:pPr>
            <a:r>
              <a:rPr lang="en-US" sz="30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the base NNUE</a:t>
            </a:r>
            <a:endParaRPr lang="en-US" sz="3000" noProof="0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C477485D-5057-36B7-31A0-8AE129CD29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85552787"/>
              </p:ext>
            </p:extLst>
          </p:nvPr>
        </p:nvGraphicFramePr>
        <p:xfrm>
          <a:off x="-61949" y="2122998"/>
          <a:ext cx="5428857" cy="37221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 0">
            <a:extLst>
              <a:ext uri="{FF2B5EF4-FFF2-40B4-BE49-F238E27FC236}">
                <a16:creationId xmlns:a16="http://schemas.microsoft.com/office/drawing/2014/main" id="{A7201789-B109-609C-A4CA-C462915E5FF6}"/>
              </a:ext>
            </a:extLst>
          </p:cNvPr>
          <p:cNvSpPr/>
          <p:nvPr/>
        </p:nvSpPr>
        <p:spPr>
          <a:xfrm>
            <a:off x="502920" y="2560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60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NNUE</a:t>
            </a:r>
            <a:endParaRPr lang="en-US" sz="1200" noProof="0" dirty="0"/>
          </a:p>
        </p:txBody>
      </p:sp>
      <p:sp>
        <p:nvSpPr>
          <p:cNvPr id="6" name="Text 18">
            <a:extLst>
              <a:ext uri="{FF2B5EF4-FFF2-40B4-BE49-F238E27FC236}">
                <a16:creationId xmlns:a16="http://schemas.microsoft.com/office/drawing/2014/main" id="{7A3CAC40-4B05-8803-4854-21D1EFBC85A9}"/>
              </a:ext>
            </a:extLst>
          </p:cNvPr>
          <p:cNvSpPr/>
          <p:nvPr/>
        </p:nvSpPr>
        <p:spPr>
          <a:xfrm>
            <a:off x="655320" y="659892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NNUE</a:t>
            </a:r>
            <a:endParaRPr lang="en-US" sz="1100" noProof="0" dirty="0"/>
          </a:p>
        </p:txBody>
      </p:sp>
    </p:spTree>
    <p:extLst>
      <p:ext uri="{BB962C8B-B14F-4D97-AF65-F5344CB8AC3E}">
        <p14:creationId xmlns:p14="http://schemas.microsoft.com/office/powerpoint/2010/main" val="209402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23CEA8A-3F01-CB76-E004-5A0F4A907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7569" y="0"/>
            <a:ext cx="6024432" cy="6858000"/>
          </a:xfrm>
          <a:prstGeom prst="rect">
            <a:avLst/>
          </a:prstGeom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A26CB7C0-58B4-944B-329E-FE45CCF371CE}"/>
              </a:ext>
            </a:extLst>
          </p:cNvPr>
          <p:cNvSpPr/>
          <p:nvPr/>
        </p:nvSpPr>
        <p:spPr>
          <a:xfrm>
            <a:off x="502920" y="512064"/>
            <a:ext cx="11155680" cy="91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Architecture </a:t>
            </a:r>
          </a:p>
          <a:p>
            <a:pPr marL="0" indent="0">
              <a:buNone/>
            </a:pPr>
            <a:r>
              <a:rPr lang="en-US" sz="30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the </a:t>
            </a:r>
            <a:r>
              <a:rPr lang="en-US" sz="3000" noProof="0" dirty="0" err="1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MoE</a:t>
            </a:r>
            <a:r>
              <a:rPr lang="en-US" sz="30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NNUE</a:t>
            </a:r>
            <a:endParaRPr lang="en-US" sz="3000" noProof="0" dirty="0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4F908927-66AE-0CA6-693E-7D92552C21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66861001"/>
              </p:ext>
            </p:extLst>
          </p:nvPr>
        </p:nvGraphicFramePr>
        <p:xfrm>
          <a:off x="-60960" y="2101662"/>
          <a:ext cx="5428857" cy="37221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 0">
            <a:extLst>
              <a:ext uri="{FF2B5EF4-FFF2-40B4-BE49-F238E27FC236}">
                <a16:creationId xmlns:a16="http://schemas.microsoft.com/office/drawing/2014/main" id="{D6C3411D-E258-0C28-A1F9-4D1C984D93FB}"/>
              </a:ext>
            </a:extLst>
          </p:cNvPr>
          <p:cNvSpPr/>
          <p:nvPr/>
        </p:nvSpPr>
        <p:spPr>
          <a:xfrm>
            <a:off x="502920" y="2560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60" noProof="0" dirty="0" err="1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</a:t>
            </a:r>
            <a:r>
              <a:rPr lang="en-US" sz="1200" kern="0" spc="160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NNUE ARCHITECTURE</a:t>
            </a:r>
            <a:endParaRPr lang="en-US" sz="1200" noProof="0" dirty="0"/>
          </a:p>
        </p:txBody>
      </p:sp>
      <p:sp>
        <p:nvSpPr>
          <p:cNvPr id="4" name="Text 18">
            <a:extLst>
              <a:ext uri="{FF2B5EF4-FFF2-40B4-BE49-F238E27FC236}">
                <a16:creationId xmlns:a16="http://schemas.microsoft.com/office/drawing/2014/main" id="{3FC54AB7-AC70-BE37-EC30-1600EEB62B9C}"/>
              </a:ext>
            </a:extLst>
          </p:cNvPr>
          <p:cNvSpPr/>
          <p:nvPr/>
        </p:nvSpPr>
        <p:spPr>
          <a:xfrm>
            <a:off x="655320" y="659892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noProof="0" dirty="0" err="1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</a:t>
            </a: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NNUE</a:t>
            </a:r>
            <a:endParaRPr lang="en-US" sz="1100" noProof="0" dirty="0"/>
          </a:p>
        </p:txBody>
      </p:sp>
    </p:spTree>
    <p:extLst>
      <p:ext uri="{BB962C8B-B14F-4D97-AF65-F5344CB8AC3E}">
        <p14:creationId xmlns:p14="http://schemas.microsoft.com/office/powerpoint/2010/main" val="2524887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BCC67AA7-D2AB-6923-A030-7A877185ADF7}"/>
              </a:ext>
            </a:extLst>
          </p:cNvPr>
          <p:cNvSpPr txBox="1"/>
          <p:nvPr/>
        </p:nvSpPr>
        <p:spPr>
          <a:xfrm>
            <a:off x="6006262" y="509964"/>
            <a:ext cx="60045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noProof="0" dirty="0"/>
              <a:t>Number </a:t>
            </a:r>
          </a:p>
          <a:p>
            <a:pPr algn="ctr"/>
            <a:r>
              <a:rPr lang="en-US" sz="4000" noProof="0" dirty="0"/>
              <a:t>of parameters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7B07348-775D-6582-99C4-80709320AB50}"/>
              </a:ext>
            </a:extLst>
          </p:cNvPr>
          <p:cNvSpPr/>
          <p:nvPr/>
        </p:nvSpPr>
        <p:spPr>
          <a:xfrm>
            <a:off x="3971589" y="3850739"/>
            <a:ext cx="960918" cy="1492218"/>
          </a:xfrm>
          <a:prstGeom prst="roundRect">
            <a:avLst/>
          </a:prstGeom>
          <a:gradFill>
            <a:gsLst>
              <a:gs pos="0">
                <a:srgbClr val="AC74D6"/>
              </a:gs>
              <a:gs pos="100000">
                <a:srgbClr val="9A57CD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000">
                <a:solidFill>
                  <a:srgbClr val="8C3FC5"/>
                </a:solidFill>
              </a:rPr>
              <a:t>3</a:t>
            </a:r>
            <a:endParaRPr lang="en-US" sz="4000" dirty="0">
              <a:solidFill>
                <a:srgbClr val="8C3FC5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0C790A8-3009-00FF-EF8B-EB70AC8258D0}"/>
              </a:ext>
            </a:extLst>
          </p:cNvPr>
          <p:cNvSpPr/>
          <p:nvPr/>
        </p:nvSpPr>
        <p:spPr>
          <a:xfrm>
            <a:off x="5070776" y="3857427"/>
            <a:ext cx="960918" cy="1492218"/>
          </a:xfrm>
          <a:prstGeom prst="roundRect">
            <a:avLst/>
          </a:prstGeom>
          <a:gradFill>
            <a:gsLst>
              <a:gs pos="0">
                <a:srgbClr val="AC74D6"/>
              </a:gs>
              <a:gs pos="100000">
                <a:srgbClr val="9A57CD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000">
                <a:solidFill>
                  <a:srgbClr val="8C3FC5"/>
                </a:solidFill>
              </a:rPr>
              <a:t>4</a:t>
            </a:r>
            <a:endParaRPr lang="en-US" sz="4000" dirty="0">
              <a:solidFill>
                <a:srgbClr val="8C3FC5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979C785-5755-9DBD-DC60-2550AE00089A}"/>
              </a:ext>
            </a:extLst>
          </p:cNvPr>
          <p:cNvSpPr/>
          <p:nvPr/>
        </p:nvSpPr>
        <p:spPr>
          <a:xfrm>
            <a:off x="1757376" y="3857427"/>
            <a:ext cx="960918" cy="1492218"/>
          </a:xfrm>
          <a:prstGeom prst="roundRect">
            <a:avLst/>
          </a:prstGeom>
          <a:gradFill>
            <a:gsLst>
              <a:gs pos="0">
                <a:srgbClr val="AC74D6"/>
              </a:gs>
              <a:gs pos="100000">
                <a:srgbClr val="9A57CD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rgbClr val="8C3FC5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E7DBD41-3175-BF6D-2ED4-186F305FC560}"/>
              </a:ext>
            </a:extLst>
          </p:cNvPr>
          <p:cNvSpPr/>
          <p:nvPr/>
        </p:nvSpPr>
        <p:spPr>
          <a:xfrm>
            <a:off x="1762398" y="2555066"/>
            <a:ext cx="960918" cy="1194234"/>
          </a:xfrm>
          <a:prstGeom prst="roundRect">
            <a:avLst/>
          </a:prstGeom>
          <a:gradFill>
            <a:gsLst>
              <a:gs pos="0">
                <a:srgbClr val="00B050"/>
              </a:gs>
              <a:gs pos="100000">
                <a:srgbClr val="00863D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7A2630-7684-ED9A-D5ED-F571B990955F}"/>
              </a:ext>
            </a:extLst>
          </p:cNvPr>
          <p:cNvSpPr txBox="1"/>
          <p:nvPr/>
        </p:nvSpPr>
        <p:spPr>
          <a:xfrm>
            <a:off x="1655909" y="2950064"/>
            <a:ext cx="11788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>
                <a:solidFill>
                  <a:schemeClr val="bg1"/>
                </a:solidFill>
              </a:rPr>
              <a:t>216k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71511E-FCA0-E5D2-037A-8D532A579BF7}"/>
              </a:ext>
            </a:extLst>
          </p:cNvPr>
          <p:cNvSpPr txBox="1"/>
          <p:nvPr/>
        </p:nvSpPr>
        <p:spPr>
          <a:xfrm>
            <a:off x="1667109" y="4378936"/>
            <a:ext cx="1178874" cy="411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>
                <a:solidFill>
                  <a:schemeClr val="bg1"/>
                </a:solidFill>
              </a:rPr>
              <a:t>263k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D14D9FE-823B-DD86-3752-9CB35334D5A5}"/>
              </a:ext>
            </a:extLst>
          </p:cNvPr>
          <p:cNvGrpSpPr/>
          <p:nvPr/>
        </p:nvGrpSpPr>
        <p:grpSpPr>
          <a:xfrm>
            <a:off x="2787297" y="2539826"/>
            <a:ext cx="5261937" cy="1217888"/>
            <a:chOff x="5961321" y="4611209"/>
            <a:chExt cx="5261937" cy="1217888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1236EC6C-178F-CA46-6B22-11920A7FDE66}"/>
                </a:ext>
              </a:extLst>
            </p:cNvPr>
            <p:cNvSpPr/>
            <p:nvPr/>
          </p:nvSpPr>
          <p:spPr>
            <a:xfrm>
              <a:off x="6070299" y="4611209"/>
              <a:ext cx="960918" cy="1217888"/>
            </a:xfrm>
            <a:prstGeom prst="roundRect">
              <a:avLst/>
            </a:prstGeom>
            <a:gradFill>
              <a:gsLst>
                <a:gs pos="0">
                  <a:srgbClr val="FFCE33"/>
                </a:gs>
                <a:gs pos="100000">
                  <a:srgbClr val="DAA600"/>
                </a:gs>
              </a:gsLst>
              <a:lin ang="54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F261FBA-806E-8158-966B-6F08F9231610}"/>
                </a:ext>
              </a:extLst>
            </p:cNvPr>
            <p:cNvSpPr txBox="1"/>
            <p:nvPr/>
          </p:nvSpPr>
          <p:spPr>
            <a:xfrm>
              <a:off x="5961321" y="5026046"/>
              <a:ext cx="1178874" cy="4115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noProof="0" dirty="0"/>
                <a:t>215k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66BA4DB-82CF-9225-AA63-24A87EE3E6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13519" y="5104669"/>
              <a:ext cx="1178874" cy="507749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560403B-204D-C595-4028-C78EFF2B4761}"/>
                </a:ext>
              </a:extLst>
            </p:cNvPr>
            <p:cNvSpPr txBox="1"/>
            <p:nvPr/>
          </p:nvSpPr>
          <p:spPr>
            <a:xfrm>
              <a:off x="7602423" y="4724408"/>
              <a:ext cx="3620835" cy="4115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noProof="0" dirty="0"/>
                <a:t>Dispatcher</a:t>
              </a:r>
              <a:r>
                <a:rPr lang="en-US" noProof="0" dirty="0"/>
                <a:t> (256 classes)</a:t>
              </a: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3FAA577-4198-55DA-CD5D-E7A6B5CF0708}"/>
                </a:ext>
              </a:extLst>
            </p:cNvPr>
            <p:cNvCxnSpPr>
              <a:cxnSpLocks/>
            </p:cNvCxnSpPr>
            <p:nvPr/>
          </p:nvCxnSpPr>
          <p:spPr>
            <a:xfrm>
              <a:off x="8048346" y="5111744"/>
              <a:ext cx="1574638" cy="1238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CEF4099-9FE6-DED5-629B-B9AE7BDF2FD9}"/>
              </a:ext>
            </a:extLst>
          </p:cNvPr>
          <p:cNvGrpSpPr/>
          <p:nvPr/>
        </p:nvGrpSpPr>
        <p:grpSpPr>
          <a:xfrm>
            <a:off x="6744712" y="5304199"/>
            <a:ext cx="3276582" cy="755774"/>
            <a:chOff x="2374869" y="5632517"/>
            <a:chExt cx="3276582" cy="755774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22D3547E-8126-B908-BBAD-50E9FD38EC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7554" y="5632517"/>
              <a:ext cx="863897" cy="755774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9FE18A5-D04A-5BB1-5636-0C6CCD6D9BF7}"/>
                </a:ext>
              </a:extLst>
            </p:cNvPr>
            <p:cNvSpPr txBox="1"/>
            <p:nvPr/>
          </p:nvSpPr>
          <p:spPr>
            <a:xfrm>
              <a:off x="2374869" y="5983768"/>
              <a:ext cx="28805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noProof="0" dirty="0"/>
                <a:t>Experts</a:t>
              </a:r>
              <a:r>
                <a:rPr lang="en-US" noProof="0" dirty="0"/>
                <a:t> (L2 = 256)</a:t>
              </a: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2F7D05E-81A4-F4DA-B59A-B5C05C643450}"/>
                </a:ext>
              </a:extLst>
            </p:cNvPr>
            <p:cNvCxnSpPr>
              <a:cxnSpLocks/>
            </p:cNvCxnSpPr>
            <p:nvPr/>
          </p:nvCxnSpPr>
          <p:spPr>
            <a:xfrm>
              <a:off x="2837898" y="6375036"/>
              <a:ext cx="195445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77387D6-316B-4FD2-BAB9-C7894E80E9C6}"/>
              </a:ext>
            </a:extLst>
          </p:cNvPr>
          <p:cNvSpPr/>
          <p:nvPr/>
        </p:nvSpPr>
        <p:spPr>
          <a:xfrm>
            <a:off x="2870411" y="3858045"/>
            <a:ext cx="960918" cy="1492218"/>
          </a:xfrm>
          <a:prstGeom prst="roundRect">
            <a:avLst/>
          </a:prstGeom>
          <a:gradFill>
            <a:gsLst>
              <a:gs pos="0">
                <a:srgbClr val="AC74D6"/>
              </a:gs>
              <a:gs pos="100000">
                <a:srgbClr val="9A57CD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000" noProof="0" dirty="0">
                <a:solidFill>
                  <a:srgbClr val="8C3FC5"/>
                </a:solidFill>
              </a:rPr>
              <a:t>2</a:t>
            </a:r>
            <a:endParaRPr lang="en-US" sz="4000" noProof="0" dirty="0">
              <a:solidFill>
                <a:srgbClr val="8C3FC5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7251674-4EB4-C4C4-F030-1AFEAB38C0E3}"/>
              </a:ext>
            </a:extLst>
          </p:cNvPr>
          <p:cNvSpPr/>
          <p:nvPr/>
        </p:nvSpPr>
        <p:spPr>
          <a:xfrm>
            <a:off x="6176190" y="3858045"/>
            <a:ext cx="960918" cy="1492218"/>
          </a:xfrm>
          <a:prstGeom prst="roundRect">
            <a:avLst/>
          </a:prstGeom>
          <a:gradFill>
            <a:gsLst>
              <a:gs pos="0">
                <a:srgbClr val="AC74D6"/>
              </a:gs>
              <a:gs pos="100000">
                <a:srgbClr val="9A57CD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000">
                <a:solidFill>
                  <a:srgbClr val="8C3FC5"/>
                </a:solidFill>
              </a:rPr>
              <a:t>5</a:t>
            </a:r>
            <a:endParaRPr lang="en-US" sz="4000" dirty="0">
              <a:solidFill>
                <a:srgbClr val="8C3FC5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2EB510A-BF7C-9AB9-2DCA-35BE79095B6D}"/>
              </a:ext>
            </a:extLst>
          </p:cNvPr>
          <p:cNvSpPr/>
          <p:nvPr/>
        </p:nvSpPr>
        <p:spPr>
          <a:xfrm>
            <a:off x="7277368" y="3850739"/>
            <a:ext cx="960918" cy="1492218"/>
          </a:xfrm>
          <a:prstGeom prst="roundRect">
            <a:avLst/>
          </a:prstGeom>
          <a:gradFill>
            <a:gsLst>
              <a:gs pos="0">
                <a:srgbClr val="AC74D6"/>
              </a:gs>
              <a:gs pos="100000">
                <a:srgbClr val="9A57CD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000">
                <a:solidFill>
                  <a:srgbClr val="8C3FC5"/>
                </a:solidFill>
              </a:rPr>
              <a:t>6</a:t>
            </a:r>
            <a:endParaRPr lang="en-US" sz="4000" dirty="0">
              <a:solidFill>
                <a:srgbClr val="8C3FC5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FF985C3-1135-4C1A-FD7B-5E86A13840C4}"/>
              </a:ext>
            </a:extLst>
          </p:cNvPr>
          <p:cNvSpPr/>
          <p:nvPr/>
        </p:nvSpPr>
        <p:spPr>
          <a:xfrm>
            <a:off x="8383003" y="3848936"/>
            <a:ext cx="960918" cy="1492218"/>
          </a:xfrm>
          <a:prstGeom prst="roundRect">
            <a:avLst/>
          </a:prstGeom>
          <a:gradFill>
            <a:gsLst>
              <a:gs pos="0">
                <a:srgbClr val="AC74D6"/>
              </a:gs>
              <a:gs pos="100000">
                <a:srgbClr val="9A57CD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000">
                <a:solidFill>
                  <a:srgbClr val="8C3FC5"/>
                </a:solidFill>
              </a:rPr>
              <a:t>7</a:t>
            </a:r>
            <a:endParaRPr lang="en-US" sz="4000" dirty="0">
              <a:solidFill>
                <a:srgbClr val="8C3FC5"/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7C032B3-4D6C-E6EA-FE8C-70B2996B98EA}"/>
              </a:ext>
            </a:extLst>
          </p:cNvPr>
          <p:cNvSpPr/>
          <p:nvPr/>
        </p:nvSpPr>
        <p:spPr>
          <a:xfrm>
            <a:off x="9488417" y="3849555"/>
            <a:ext cx="960918" cy="1492218"/>
          </a:xfrm>
          <a:prstGeom prst="roundRect">
            <a:avLst/>
          </a:prstGeom>
          <a:gradFill>
            <a:gsLst>
              <a:gs pos="0">
                <a:srgbClr val="AC74D6"/>
              </a:gs>
              <a:gs pos="100000">
                <a:srgbClr val="9A57CD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000">
                <a:solidFill>
                  <a:srgbClr val="8C3FC5"/>
                </a:solidFill>
              </a:rPr>
              <a:t>8</a:t>
            </a:r>
            <a:endParaRPr lang="en-US" sz="4000" dirty="0">
              <a:solidFill>
                <a:srgbClr val="8C3FC5"/>
              </a:solidFill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E79A6F71-7DBB-BEC4-74DF-5377DE73BC38}"/>
              </a:ext>
            </a:extLst>
          </p:cNvPr>
          <p:cNvGrpSpPr/>
          <p:nvPr/>
        </p:nvGrpSpPr>
        <p:grpSpPr>
          <a:xfrm>
            <a:off x="1323966" y="1516576"/>
            <a:ext cx="3143925" cy="1231850"/>
            <a:chOff x="244673" y="1874997"/>
            <a:chExt cx="3143925" cy="1231850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29CA351-39C5-3B3C-CB0C-71C0A01CB919}"/>
                </a:ext>
              </a:extLst>
            </p:cNvPr>
            <p:cNvSpPr txBox="1"/>
            <p:nvPr/>
          </p:nvSpPr>
          <p:spPr>
            <a:xfrm>
              <a:off x="244673" y="1874997"/>
              <a:ext cx="3143925" cy="4115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noProof="0" dirty="0"/>
                <a:t>Accumulator</a:t>
              </a:r>
              <a:r>
                <a:rPr lang="en-US" sz="2000" noProof="0" dirty="0"/>
                <a:t> (L1 = 128)</a:t>
              </a: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43717EB-302E-D7F2-4C75-568F77F33B07}"/>
                </a:ext>
              </a:extLst>
            </p:cNvPr>
            <p:cNvCxnSpPr>
              <a:cxnSpLocks/>
            </p:cNvCxnSpPr>
            <p:nvPr/>
          </p:nvCxnSpPr>
          <p:spPr>
            <a:xfrm>
              <a:off x="710286" y="2266530"/>
              <a:ext cx="2088708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2D9ABB9-68D6-93AB-AE8D-78BFF4C699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41197" y="2257463"/>
              <a:ext cx="546366" cy="849384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AA09D1D-603D-D6AE-48C3-22D8844EF2E1}"/>
              </a:ext>
            </a:extLst>
          </p:cNvPr>
          <p:cNvGrpSpPr/>
          <p:nvPr/>
        </p:nvGrpSpPr>
        <p:grpSpPr>
          <a:xfrm>
            <a:off x="1739539" y="2536775"/>
            <a:ext cx="3048392" cy="3316596"/>
            <a:chOff x="748939" y="2826335"/>
            <a:chExt cx="3048392" cy="3316596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CC72B30-6A76-0B99-69D1-123E574500C3}"/>
                </a:ext>
              </a:extLst>
            </p:cNvPr>
            <p:cNvSpPr txBox="1"/>
            <p:nvPr/>
          </p:nvSpPr>
          <p:spPr>
            <a:xfrm>
              <a:off x="1855383" y="5731408"/>
              <a:ext cx="1941948" cy="4115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noProof="0" dirty="0"/>
                <a:t>Base </a:t>
              </a:r>
              <a:r>
                <a:rPr lang="en-US" sz="2000" b="1" noProof="0" dirty="0"/>
                <a:t>model</a:t>
              </a:r>
              <a:endParaRPr lang="en-US" b="1" noProof="0" dirty="0"/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A75ADF9-8E2A-3D5B-14EA-ACBE0D28BD98}"/>
                </a:ext>
              </a:extLst>
            </p:cNvPr>
            <p:cNvCxnSpPr>
              <a:cxnSpLocks/>
            </p:cNvCxnSpPr>
            <p:nvPr/>
          </p:nvCxnSpPr>
          <p:spPr>
            <a:xfrm>
              <a:off x="1926495" y="6142931"/>
              <a:ext cx="1632045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51507210-9A9A-BCC9-708B-84FDE456687A}"/>
                </a:ext>
              </a:extLst>
            </p:cNvPr>
            <p:cNvSpPr/>
            <p:nvPr/>
          </p:nvSpPr>
          <p:spPr>
            <a:xfrm>
              <a:off x="748939" y="2826335"/>
              <a:ext cx="999756" cy="2817657"/>
            </a:xfrm>
            <a:prstGeom prst="round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D40230C9-7492-46E5-81FC-FD7793EDA7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54746" y="5639823"/>
              <a:ext cx="671749" cy="503108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Text 0">
            <a:extLst>
              <a:ext uri="{FF2B5EF4-FFF2-40B4-BE49-F238E27FC236}">
                <a16:creationId xmlns:a16="http://schemas.microsoft.com/office/drawing/2014/main" id="{86AD1206-7447-9F12-4D49-0079DB8F29E8}"/>
              </a:ext>
            </a:extLst>
          </p:cNvPr>
          <p:cNvSpPr/>
          <p:nvPr/>
        </p:nvSpPr>
        <p:spPr>
          <a:xfrm>
            <a:off x="502920" y="2560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60" noProof="0" dirty="0" err="1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</a:t>
            </a:r>
            <a:r>
              <a:rPr lang="en-US" sz="1200" kern="0" spc="160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NNUE ARCHITECTURE</a:t>
            </a:r>
            <a:endParaRPr lang="en-US" sz="1200" noProof="0" dirty="0"/>
          </a:p>
        </p:txBody>
      </p:sp>
      <p:sp>
        <p:nvSpPr>
          <p:cNvPr id="7" name="Text 19">
            <a:extLst>
              <a:ext uri="{FF2B5EF4-FFF2-40B4-BE49-F238E27FC236}">
                <a16:creationId xmlns:a16="http://schemas.microsoft.com/office/drawing/2014/main" id="{5E09B167-B3ED-1773-298F-48BA0377F157}"/>
              </a:ext>
            </a:extLst>
          </p:cNvPr>
          <p:cNvSpPr/>
          <p:nvPr/>
        </p:nvSpPr>
        <p:spPr>
          <a:xfrm>
            <a:off x="10195560" y="6446520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</a:t>
            </a:r>
            <a:endParaRPr lang="en-US" sz="1100" noProof="0" dirty="0"/>
          </a:p>
        </p:txBody>
      </p:sp>
      <p:sp>
        <p:nvSpPr>
          <p:cNvPr id="11" name="Text 18">
            <a:extLst>
              <a:ext uri="{FF2B5EF4-FFF2-40B4-BE49-F238E27FC236}">
                <a16:creationId xmlns:a16="http://schemas.microsoft.com/office/drawing/2014/main" id="{17F17F28-6F74-7D49-A363-66DE96A97188}"/>
              </a:ext>
            </a:extLst>
          </p:cNvPr>
          <p:cNvSpPr/>
          <p:nvPr/>
        </p:nvSpPr>
        <p:spPr>
          <a:xfrm>
            <a:off x="655320" y="659892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 of the number of parameters of the </a:t>
            </a:r>
            <a:r>
              <a:rPr lang="en-US" sz="1100" noProof="0" dirty="0" err="1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</a:t>
            </a: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NNUE</a:t>
            </a:r>
            <a:endParaRPr lang="en-US" sz="1100" noProof="0" dirty="0"/>
          </a:p>
        </p:txBody>
      </p:sp>
    </p:spTree>
    <p:extLst>
      <p:ext uri="{BB962C8B-B14F-4D97-AF65-F5344CB8AC3E}">
        <p14:creationId xmlns:p14="http://schemas.microsoft.com/office/powerpoint/2010/main" val="1622031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0" grpId="0" animBg="1"/>
      <p:bldP spid="17" grpId="0" animBg="1"/>
      <p:bldP spid="25" grpId="0" animBg="1"/>
      <p:bldP spid="30" grpId="0" animBg="1"/>
      <p:bldP spid="3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234BCC6-39B9-47D9-8BF8-C665401A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521489-F3A9-932B-D5F6-1BCB3DC734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44" r="-2" b="12679"/>
          <a:stretch>
            <a:fillRect/>
          </a:stretch>
        </p:blipFill>
        <p:spPr>
          <a:xfrm>
            <a:off x="4883025" y="10"/>
            <a:ext cx="7308975" cy="3364982"/>
          </a:xfrm>
          <a:custGeom>
            <a:avLst/>
            <a:gdLst/>
            <a:ahLst/>
            <a:cxnLst/>
            <a:rect l="l" t="t" r="r" b="b"/>
            <a:pathLst>
              <a:path w="7308975" h="3364992">
                <a:moveTo>
                  <a:pt x="0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1210305" y="3364992"/>
                </a:lnTo>
                <a:lnTo>
                  <a:pt x="1192705" y="2943200"/>
                </a:lnTo>
                <a:cubicBezTo>
                  <a:pt x="1098874" y="1825108"/>
                  <a:pt x="684692" y="821621"/>
                  <a:pt x="62981" y="69271"/>
                </a:cubicBezTo>
                <a:close/>
              </a:path>
            </a:pathLst>
          </a:cu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6CB3A7-D470-265C-887C-CB39149865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80" r="-2" b="14943"/>
          <a:stretch>
            <a:fillRect/>
          </a:stretch>
        </p:blipFill>
        <p:spPr>
          <a:xfrm>
            <a:off x="4883025" y="3493008"/>
            <a:ext cx="7308975" cy="3364992"/>
          </a:xfrm>
          <a:custGeom>
            <a:avLst/>
            <a:gdLst/>
            <a:ahLst/>
            <a:cxnLst/>
            <a:rect l="l" t="t" r="r" b="b"/>
            <a:pathLst>
              <a:path w="7308975" h="3364992">
                <a:moveTo>
                  <a:pt x="1210305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0" y="3364992"/>
                </a:lnTo>
                <a:lnTo>
                  <a:pt x="62981" y="3295722"/>
                </a:lnTo>
                <a:cubicBezTo>
                  <a:pt x="684692" y="2543371"/>
                  <a:pt x="1098874" y="1539884"/>
                  <a:pt x="1192705" y="421793"/>
                </a:cubicBezTo>
                <a:close/>
              </a:path>
            </a:pathLst>
          </a:custGeom>
        </p:spPr>
      </p:pic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72A9CE9D-DAC3-40AF-B504-78A64A909F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1" cy="6858000"/>
          </a:xfrm>
          <a:custGeom>
            <a:avLst/>
            <a:gdLst>
              <a:gd name="connsiteX0" fmla="*/ 0 w 6096001"/>
              <a:gd name="connsiteY0" fmla="*/ 0 h 6858000"/>
              <a:gd name="connsiteX1" fmla="*/ 4883024 w 6096001"/>
              <a:gd name="connsiteY1" fmla="*/ 0 h 6858000"/>
              <a:gd name="connsiteX2" fmla="*/ 4946006 w 6096001"/>
              <a:gd name="connsiteY2" fmla="*/ 69271 h 6858000"/>
              <a:gd name="connsiteX3" fmla="*/ 6096001 w 6096001"/>
              <a:gd name="connsiteY3" fmla="*/ 3429000 h 6858000"/>
              <a:gd name="connsiteX4" fmla="*/ 4946006 w 6096001"/>
              <a:gd name="connsiteY4" fmla="*/ 6788730 h 6858000"/>
              <a:gd name="connsiteX5" fmla="*/ 4883024 w 6096001"/>
              <a:gd name="connsiteY5" fmla="*/ 6858000 h 6858000"/>
              <a:gd name="connsiteX6" fmla="*/ 0 w 60960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1" h="6858000">
                <a:moveTo>
                  <a:pt x="0" y="0"/>
                </a:moveTo>
                <a:lnTo>
                  <a:pt x="4883024" y="0"/>
                </a:lnTo>
                <a:lnTo>
                  <a:pt x="4946006" y="69271"/>
                </a:lnTo>
                <a:cubicBezTo>
                  <a:pt x="5656532" y="929100"/>
                  <a:pt x="6096001" y="2116944"/>
                  <a:pt x="6096001" y="3429000"/>
                </a:cubicBezTo>
                <a:cubicBezTo>
                  <a:pt x="6096001" y="4741056"/>
                  <a:pt x="5656532" y="5928900"/>
                  <a:pt x="4946006" y="6788730"/>
                </a:cubicBezTo>
                <a:lnTo>
                  <a:pt x="4883024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506D7452-6CDE-4381-86CE-07B2459383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7332" cy="6858000"/>
          </a:xfrm>
          <a:custGeom>
            <a:avLst/>
            <a:gdLst>
              <a:gd name="connsiteX0" fmla="*/ 0 w 6087332"/>
              <a:gd name="connsiteY0" fmla="*/ 0 h 6858000"/>
              <a:gd name="connsiteX1" fmla="*/ 4874355 w 6087332"/>
              <a:gd name="connsiteY1" fmla="*/ 0 h 6858000"/>
              <a:gd name="connsiteX2" fmla="*/ 4937337 w 6087332"/>
              <a:gd name="connsiteY2" fmla="*/ 69271 h 6858000"/>
              <a:gd name="connsiteX3" fmla="*/ 6087332 w 6087332"/>
              <a:gd name="connsiteY3" fmla="*/ 3429000 h 6858000"/>
              <a:gd name="connsiteX4" fmla="*/ 4937337 w 6087332"/>
              <a:gd name="connsiteY4" fmla="*/ 6788730 h 6858000"/>
              <a:gd name="connsiteX5" fmla="*/ 4874355 w 6087332"/>
              <a:gd name="connsiteY5" fmla="*/ 6858000 h 6858000"/>
              <a:gd name="connsiteX6" fmla="*/ 0 w 6087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7332" h="6858000">
                <a:moveTo>
                  <a:pt x="0" y="0"/>
                </a:moveTo>
                <a:lnTo>
                  <a:pt x="4874355" y="0"/>
                </a:lnTo>
                <a:lnTo>
                  <a:pt x="4937337" y="69271"/>
                </a:lnTo>
                <a:cubicBezTo>
                  <a:pt x="5647863" y="929100"/>
                  <a:pt x="6087332" y="2116944"/>
                  <a:pt x="6087332" y="3429000"/>
                </a:cubicBezTo>
                <a:cubicBezTo>
                  <a:pt x="6087332" y="4741056"/>
                  <a:pt x="5647863" y="5928900"/>
                  <a:pt x="4937337" y="6788730"/>
                </a:cubicBezTo>
                <a:lnTo>
                  <a:pt x="487435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F844C38F-AAE4-E3B6-F5B1-D133F2FF08E9}"/>
              </a:ext>
            </a:extLst>
          </p:cNvPr>
          <p:cNvSpPr/>
          <p:nvPr/>
        </p:nvSpPr>
        <p:spPr>
          <a:xfrm>
            <a:off x="438912" y="1524659"/>
            <a:ext cx="5019074" cy="27740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Clustering 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Sample Gradients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62DA937-8B55-4317-BD32-98D7AF30E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67989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prstClr val="white"/>
              </a:solidFill>
              <a:latin typeface="Avenir Next LT Pro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52EE5A8-045B-4D39-8ED1-51333408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098" y="4461119"/>
            <a:ext cx="501907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D412775D-1740-80B2-F699-414C7DF40425}"/>
              </a:ext>
            </a:extLst>
          </p:cNvPr>
          <p:cNvSpPr/>
          <p:nvPr/>
        </p:nvSpPr>
        <p:spPr>
          <a:xfrm>
            <a:off x="502920" y="2560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60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GRADIENTS</a:t>
            </a:r>
            <a:endParaRPr lang="en-US" sz="1200" noProof="0" dirty="0"/>
          </a:p>
        </p:txBody>
      </p:sp>
    </p:spTree>
    <p:extLst>
      <p:ext uri="{BB962C8B-B14F-4D97-AF65-F5344CB8AC3E}">
        <p14:creationId xmlns:p14="http://schemas.microsoft.com/office/powerpoint/2010/main" val="1216000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6B869D4-1EEF-4B5F-AD70-79AACBAEE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3AB877-735F-7E91-3E85-1606E5AC14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84"/>
          <a:stretch>
            <a:fillRect/>
          </a:stretch>
        </p:blipFill>
        <p:spPr>
          <a:xfrm>
            <a:off x="-2" y="10"/>
            <a:ext cx="7995504" cy="68579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81703ED-8F59-B316-9843-0C1E3F22C0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90" r="4" b="4"/>
          <a:stretch>
            <a:fillRect/>
          </a:stretch>
        </p:blipFill>
        <p:spPr>
          <a:xfrm>
            <a:off x="7995496" y="10"/>
            <a:ext cx="4196504" cy="23359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93D7B0-3520-FD67-38F0-EED7B998947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" b="5734"/>
          <a:stretch>
            <a:fillRect/>
          </a:stretch>
        </p:blipFill>
        <p:spPr>
          <a:xfrm>
            <a:off x="7936770" y="2267349"/>
            <a:ext cx="4255229" cy="21861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438770D-97C5-B1C9-0DD4-6CAA7FBA18F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091" r="3" b="3"/>
          <a:stretch>
            <a:fillRect/>
          </a:stretch>
        </p:blipFill>
        <p:spPr>
          <a:xfrm>
            <a:off x="7995503" y="4522061"/>
            <a:ext cx="4196496" cy="2335939"/>
          </a:xfrm>
          <a:prstGeom prst="rect">
            <a:avLst/>
          </a:prstGeom>
        </p:spPr>
      </p:pic>
      <p:sp>
        <p:nvSpPr>
          <p:cNvPr id="4" name="Text 18">
            <a:extLst>
              <a:ext uri="{FF2B5EF4-FFF2-40B4-BE49-F238E27FC236}">
                <a16:creationId xmlns:a16="http://schemas.microsoft.com/office/drawing/2014/main" id="{0EE5D97C-E4F3-3E59-2C50-A45C6B954A9A}"/>
              </a:ext>
            </a:extLst>
          </p:cNvPr>
          <p:cNvSpPr/>
          <p:nvPr/>
        </p:nvSpPr>
        <p:spPr>
          <a:xfrm>
            <a:off x="655320" y="659892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of the sample gradients</a:t>
            </a:r>
            <a:endParaRPr lang="en-US" sz="1100" noProof="0" dirty="0"/>
          </a:p>
        </p:txBody>
      </p:sp>
    </p:spTree>
    <p:extLst>
      <p:ext uri="{BB962C8B-B14F-4D97-AF65-F5344CB8AC3E}">
        <p14:creationId xmlns:p14="http://schemas.microsoft.com/office/powerpoint/2010/main" val="1459541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60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DISTILLATION</a:t>
            </a:r>
            <a:endParaRPr lang="en-US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and evaluation protocol</a:t>
            </a:r>
            <a:endParaRPr lang="en-US" sz="3000" noProof="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3883E35-13C9-D48B-8FA6-BCD4740063AA}"/>
              </a:ext>
            </a:extLst>
          </p:cNvPr>
          <p:cNvGrpSpPr/>
          <p:nvPr/>
        </p:nvGrpSpPr>
        <p:grpSpPr>
          <a:xfrm>
            <a:off x="480060" y="1409700"/>
            <a:ext cx="5577840" cy="1531620"/>
            <a:chOff x="502920" y="1463040"/>
            <a:chExt cx="5577840" cy="1531620"/>
          </a:xfrm>
        </p:grpSpPr>
        <p:sp>
          <p:nvSpPr>
            <p:cNvPr id="4" name="Shape 2"/>
            <p:cNvSpPr/>
            <p:nvPr/>
          </p:nvSpPr>
          <p:spPr>
            <a:xfrm>
              <a:off x="502920" y="1463040"/>
              <a:ext cx="5577840" cy="1531620"/>
            </a:xfrm>
            <a:prstGeom prst="roundRect">
              <a:avLst>
                <a:gd name="adj" fmla="val 4103"/>
              </a:avLst>
            </a:prstGeom>
            <a:solidFill>
              <a:srgbClr val="FCFAF6"/>
            </a:solidFill>
            <a:ln w="12700">
              <a:solidFill>
                <a:srgbClr val="E3D9C8"/>
              </a:solidFill>
              <a:prstDash val="solid"/>
            </a:ln>
            <a:effectLst>
              <a:outerShdw blurRad="127000" dist="25400" dir="8100000" algn="bl" rotWithShape="0">
                <a:srgbClr val="1A140C">
                  <a:alpha val="10000"/>
                </a:srgbClr>
              </a:outerShdw>
            </a:effectLst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777240" y="1691640"/>
              <a:ext cx="5029200" cy="5498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200" noProof="0" dirty="0">
                  <a:solidFill>
                    <a:srgbClr val="0E1B2C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150M</a:t>
              </a:r>
              <a:endParaRPr lang="en-US" sz="3200" noProof="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777240" y="2423160"/>
              <a:ext cx="5029200" cy="43199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noProof="0" dirty="0">
                  <a:solidFill>
                    <a:srgbClr val="2332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Training positions, mainly from </a:t>
              </a:r>
              <a:r>
                <a:rPr lang="en-US" sz="1600" noProof="0" dirty="0" err="1">
                  <a:solidFill>
                    <a:srgbClr val="2332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Lichess</a:t>
              </a:r>
              <a:r>
                <a:rPr lang="en-US" sz="1600" noProof="0" dirty="0">
                  <a:solidFill>
                    <a:srgbClr val="2332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.</a:t>
              </a:r>
              <a:endParaRPr lang="en-US" sz="1600" noProof="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BA1A80A-3CEB-63F6-635B-3E473E92C4E0}"/>
              </a:ext>
            </a:extLst>
          </p:cNvPr>
          <p:cNvGrpSpPr/>
          <p:nvPr/>
        </p:nvGrpSpPr>
        <p:grpSpPr>
          <a:xfrm>
            <a:off x="480060" y="3048000"/>
            <a:ext cx="5577840" cy="1531620"/>
            <a:chOff x="502920" y="3101340"/>
            <a:chExt cx="5577840" cy="1531620"/>
          </a:xfrm>
        </p:grpSpPr>
        <p:sp>
          <p:nvSpPr>
            <p:cNvPr id="10" name="Shape 8"/>
            <p:cNvSpPr/>
            <p:nvPr/>
          </p:nvSpPr>
          <p:spPr>
            <a:xfrm>
              <a:off x="502920" y="3101340"/>
              <a:ext cx="5577840" cy="1531620"/>
            </a:xfrm>
            <a:prstGeom prst="roundRect">
              <a:avLst>
                <a:gd name="adj" fmla="val 4103"/>
              </a:avLst>
            </a:prstGeom>
            <a:solidFill>
              <a:srgbClr val="FCFAF6"/>
            </a:solidFill>
            <a:ln w="12700">
              <a:solidFill>
                <a:srgbClr val="E3D9C8"/>
              </a:solidFill>
              <a:prstDash val="solid"/>
            </a:ln>
            <a:effectLst>
              <a:outerShdw blurRad="127000" dist="25400" dir="8100000" algn="bl" rotWithShape="0">
                <a:srgbClr val="1A140C">
                  <a:alpha val="10000"/>
                </a:srgbClr>
              </a:outerShdw>
            </a:effectLst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777240" y="3329940"/>
              <a:ext cx="5029200" cy="5498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200" noProof="0" dirty="0">
                  <a:solidFill>
                    <a:srgbClr val="0E1B2C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~7M </a:t>
              </a:r>
              <a:endParaRPr lang="en-US" sz="3200" noProof="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777240" y="4061460"/>
              <a:ext cx="5029200" cy="43199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noProof="0" dirty="0">
                  <a:solidFill>
                    <a:srgbClr val="2332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Positions to overcome </a:t>
              </a:r>
              <a:r>
                <a:rPr lang="en-US" sz="1600" b="1" noProof="0" dirty="0">
                  <a:solidFill>
                    <a:srgbClr val="2332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overfitting</a:t>
              </a:r>
              <a:r>
                <a:rPr lang="en-US" sz="1600" noProof="0" dirty="0">
                  <a:solidFill>
                    <a:srgbClr val="2332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.</a:t>
              </a:r>
              <a:endParaRPr lang="en-US" sz="1600" noProof="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2AC59F5-8370-E760-B68A-1EC0447FCD3F}"/>
              </a:ext>
            </a:extLst>
          </p:cNvPr>
          <p:cNvGrpSpPr/>
          <p:nvPr/>
        </p:nvGrpSpPr>
        <p:grpSpPr>
          <a:xfrm>
            <a:off x="476250" y="4701540"/>
            <a:ext cx="5577840" cy="1531620"/>
            <a:chOff x="499110" y="4754880"/>
            <a:chExt cx="5577840" cy="1531620"/>
          </a:xfrm>
        </p:grpSpPr>
        <p:sp>
          <p:nvSpPr>
            <p:cNvPr id="13" name="Shape 11"/>
            <p:cNvSpPr/>
            <p:nvPr/>
          </p:nvSpPr>
          <p:spPr>
            <a:xfrm>
              <a:off x="499110" y="4754880"/>
              <a:ext cx="5577840" cy="1531620"/>
            </a:xfrm>
            <a:prstGeom prst="roundRect">
              <a:avLst>
                <a:gd name="adj" fmla="val 4103"/>
              </a:avLst>
            </a:prstGeom>
            <a:solidFill>
              <a:srgbClr val="FCFAF6"/>
            </a:solidFill>
            <a:ln w="12700">
              <a:solidFill>
                <a:srgbClr val="E3D9C8"/>
              </a:solidFill>
              <a:prstDash val="solid"/>
            </a:ln>
            <a:effectLst>
              <a:outerShdw blurRad="127000" dist="25400" dir="8100000" algn="bl" rotWithShape="0">
                <a:srgbClr val="1A140C">
                  <a:alpha val="10000"/>
                </a:srgbClr>
              </a:outerShdw>
            </a:effectLst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773430" y="4983480"/>
              <a:ext cx="5029200" cy="5498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200" noProof="0" dirty="0">
                  <a:solidFill>
                    <a:srgbClr val="0E1B2C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175k</a:t>
              </a:r>
              <a:endParaRPr lang="en-US" sz="3200" noProof="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773430" y="5715000"/>
              <a:ext cx="5029200" cy="43199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noProof="0" dirty="0">
                  <a:solidFill>
                    <a:srgbClr val="2332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Parameters in the biggest NNUE.</a:t>
              </a:r>
              <a:endParaRPr lang="en-US" sz="1600" noProof="0" dirty="0"/>
            </a:p>
          </p:txBody>
        </p:sp>
      </p:grpSp>
      <p:sp>
        <p:nvSpPr>
          <p:cNvPr id="16" name="Shape 14"/>
          <p:cNvSpPr/>
          <p:nvPr/>
        </p:nvSpPr>
        <p:spPr>
          <a:xfrm>
            <a:off x="502920" y="6382512"/>
            <a:ext cx="11183112" cy="9144"/>
          </a:xfrm>
          <a:prstGeom prst="rect">
            <a:avLst/>
          </a:prstGeom>
          <a:solidFill>
            <a:srgbClr val="C9C2B6"/>
          </a:solidFill>
          <a:ln w="12700">
            <a:solidFill>
              <a:srgbClr val="C9C2B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7" name="Text 15"/>
          <p:cNvSpPr/>
          <p:nvPr/>
        </p:nvSpPr>
        <p:spPr>
          <a:xfrm>
            <a:off x="502920" y="644652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of overfitting due to lack of data</a:t>
            </a:r>
            <a:endParaRPr lang="en-US" sz="1100" noProof="0" dirty="0"/>
          </a:p>
        </p:txBody>
      </p:sp>
      <p:sp>
        <p:nvSpPr>
          <p:cNvPr id="18" name="Text 16"/>
          <p:cNvSpPr/>
          <p:nvPr/>
        </p:nvSpPr>
        <p:spPr>
          <a:xfrm>
            <a:off x="10195560" y="6446520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noProof="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396D6E6-F6E3-6E33-C7CE-FD858AE562B2}"/>
              </a:ext>
            </a:extLst>
          </p:cNvPr>
          <p:cNvGrpSpPr/>
          <p:nvPr/>
        </p:nvGrpSpPr>
        <p:grpSpPr>
          <a:xfrm>
            <a:off x="6256020" y="1624525"/>
            <a:ext cx="5715000" cy="4253132"/>
            <a:chOff x="6355080" y="1280160"/>
            <a:chExt cx="5715000" cy="4253132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81E9DDCE-6BF1-5EC2-2C6A-623753775D76}"/>
                </a:ext>
              </a:extLst>
            </p:cNvPr>
            <p:cNvSpPr/>
            <p:nvPr/>
          </p:nvSpPr>
          <p:spPr>
            <a:xfrm>
              <a:off x="6355080" y="1280160"/>
              <a:ext cx="5715000" cy="4253132"/>
            </a:xfrm>
            <a:prstGeom prst="roundRect">
              <a:avLst>
                <a:gd name="adj" fmla="val 6634"/>
              </a:avLst>
            </a:prstGeom>
            <a:solidFill>
              <a:srgbClr val="FFFFFF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82BE6CA0-5D3A-5483-673B-079BC0D101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24209" y="1567785"/>
              <a:ext cx="5336321" cy="3746403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B2C8DA9E-AB07-B2C8-22BF-9A4A57097E4F}"/>
              </a:ext>
            </a:extLst>
          </p:cNvPr>
          <p:cNvSpPr/>
          <p:nvPr/>
        </p:nvSpPr>
        <p:spPr>
          <a:xfrm>
            <a:off x="7780020" y="512064"/>
            <a:ext cx="4358640" cy="91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the Architectures </a:t>
            </a:r>
          </a:p>
          <a:p>
            <a:pPr marL="0" indent="0">
              <a:buNone/>
            </a:pPr>
            <a:r>
              <a:rPr lang="en-US" sz="30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we Tried</a:t>
            </a:r>
            <a:endParaRPr lang="en-US" sz="3000" noProof="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EF383B5-2FAF-1FEE-CCFA-B63145D5EC19}"/>
              </a:ext>
            </a:extLst>
          </p:cNvPr>
          <p:cNvGrpSpPr/>
          <p:nvPr/>
        </p:nvGrpSpPr>
        <p:grpSpPr>
          <a:xfrm>
            <a:off x="342900" y="512064"/>
            <a:ext cx="11498580" cy="5910072"/>
            <a:chOff x="3723640" y="597408"/>
            <a:chExt cx="6807200" cy="5824728"/>
          </a:xfrm>
        </p:grpSpPr>
        <p:graphicFrame>
          <p:nvGraphicFramePr>
            <p:cNvPr id="6" name="Diagram 5">
              <a:extLst>
                <a:ext uri="{FF2B5EF4-FFF2-40B4-BE49-F238E27FC236}">
                  <a16:creationId xmlns:a16="http://schemas.microsoft.com/office/drawing/2014/main" id="{F8C695A6-1CEA-5916-8325-B2305CB21670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506180148"/>
                </p:ext>
              </p:extLst>
            </p:nvPr>
          </p:nvGraphicFramePr>
          <p:xfrm>
            <a:off x="3723640" y="597408"/>
            <a:ext cx="6807200" cy="5824728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EA473EA-41D8-3203-0A1B-31E85E325B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23556" y="4808996"/>
              <a:ext cx="807481" cy="856136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 0">
            <a:extLst>
              <a:ext uri="{FF2B5EF4-FFF2-40B4-BE49-F238E27FC236}">
                <a16:creationId xmlns:a16="http://schemas.microsoft.com/office/drawing/2014/main" id="{16E49DDF-965C-708C-6835-8DE87C771F33}"/>
              </a:ext>
            </a:extLst>
          </p:cNvPr>
          <p:cNvSpPr/>
          <p:nvPr/>
        </p:nvSpPr>
        <p:spPr>
          <a:xfrm>
            <a:off x="502920" y="2560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kern="0" spc="16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DISTILLATION</a:t>
            </a:r>
            <a:endParaRPr lang="en-US" sz="1200" dirty="0"/>
          </a:p>
        </p:txBody>
      </p:sp>
      <p:sp>
        <p:nvSpPr>
          <p:cNvPr id="4" name="Text 19">
            <a:extLst>
              <a:ext uri="{FF2B5EF4-FFF2-40B4-BE49-F238E27FC236}">
                <a16:creationId xmlns:a16="http://schemas.microsoft.com/office/drawing/2014/main" id="{B5BD7310-42F6-0987-2975-D765362789F1}"/>
              </a:ext>
            </a:extLst>
          </p:cNvPr>
          <p:cNvSpPr/>
          <p:nvPr/>
        </p:nvSpPr>
        <p:spPr>
          <a:xfrm>
            <a:off x="10195560" y="6446520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noProof="0" dirty="0"/>
          </a:p>
        </p:txBody>
      </p:sp>
      <p:sp>
        <p:nvSpPr>
          <p:cNvPr id="7" name="Text 18">
            <a:extLst>
              <a:ext uri="{FF2B5EF4-FFF2-40B4-BE49-F238E27FC236}">
                <a16:creationId xmlns:a16="http://schemas.microsoft.com/office/drawing/2014/main" id="{10CFCE3F-5B0A-4703-7776-24CF3F798DF5}"/>
              </a:ext>
            </a:extLst>
          </p:cNvPr>
          <p:cNvSpPr/>
          <p:nvPr/>
        </p:nvSpPr>
        <p:spPr>
          <a:xfrm>
            <a:off x="655320" y="659892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diagram showing </a:t>
            </a:r>
            <a:r>
              <a:rPr lang="en-US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implemented algorithms. The graph structure reflects the model architecture.</a:t>
            </a:r>
            <a:endParaRPr lang="en-US" sz="1100" noProof="0" dirty="0"/>
          </a:p>
        </p:txBody>
      </p:sp>
    </p:spTree>
    <p:extLst>
      <p:ext uri="{BB962C8B-B14F-4D97-AF65-F5344CB8AC3E}">
        <p14:creationId xmlns:p14="http://schemas.microsoft.com/office/powerpoint/2010/main" val="3677978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60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L1 INPUT, SAME MLP DISPATCHER, EIGHT BUCKETS</a:t>
            </a:r>
            <a:endParaRPr lang="en-US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Gradient buckets are hard to recover</a:t>
            </a:r>
            <a:endParaRPr lang="en-US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02920" y="18485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noProof="0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buckets</a:t>
            </a:r>
            <a:endParaRPr lang="en-US" sz="1600" noProof="0" dirty="0"/>
          </a:p>
        </p:txBody>
      </p:sp>
      <p:sp>
        <p:nvSpPr>
          <p:cNvPr id="5" name="Shape 3"/>
          <p:cNvSpPr/>
          <p:nvPr/>
        </p:nvSpPr>
        <p:spPr>
          <a:xfrm>
            <a:off x="3383280" y="1894312"/>
            <a:ext cx="6675120" cy="384048"/>
          </a:xfrm>
          <a:prstGeom prst="roundRect">
            <a:avLst>
              <a:gd name="adj" fmla="val 14286"/>
            </a:avLst>
          </a:prstGeom>
          <a:solidFill>
            <a:srgbClr val="EAE3D5"/>
          </a:solidFill>
          <a:ln w="12700">
            <a:solidFill>
              <a:srgbClr val="EAE3D5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Shape 4"/>
          <p:cNvSpPr/>
          <p:nvPr/>
        </p:nvSpPr>
        <p:spPr>
          <a:xfrm>
            <a:off x="3383280" y="1894312"/>
            <a:ext cx="6541618" cy="384048"/>
          </a:xfrm>
          <a:prstGeom prst="roundRect">
            <a:avLst>
              <a:gd name="adj" fmla="val 14286"/>
            </a:avLst>
          </a:prstGeom>
          <a:solidFill>
            <a:srgbClr val="0E1B2C"/>
          </a:solidFill>
          <a:ln w="12700">
            <a:solidFill>
              <a:srgbClr val="0E1B2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" name="Text 5"/>
          <p:cNvSpPr/>
          <p:nvPr/>
        </p:nvSpPr>
        <p:spPr>
          <a:xfrm>
            <a:off x="10195560" y="184859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98.0%</a:t>
            </a:r>
            <a:endParaRPr lang="en-US" sz="2000" noProof="0" dirty="0"/>
          </a:p>
        </p:txBody>
      </p:sp>
      <p:sp>
        <p:nvSpPr>
          <p:cNvPr id="8" name="Text 6"/>
          <p:cNvSpPr/>
          <p:nvPr/>
        </p:nvSpPr>
        <p:spPr>
          <a:xfrm>
            <a:off x="502920" y="3108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noProof="0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buckets</a:t>
            </a:r>
            <a:endParaRPr lang="en-US" sz="1600" noProof="0" dirty="0"/>
          </a:p>
        </p:txBody>
      </p:sp>
      <p:sp>
        <p:nvSpPr>
          <p:cNvPr id="9" name="Shape 7"/>
          <p:cNvSpPr/>
          <p:nvPr/>
        </p:nvSpPr>
        <p:spPr>
          <a:xfrm>
            <a:off x="3383280" y="3154680"/>
            <a:ext cx="6675120" cy="384048"/>
          </a:xfrm>
          <a:prstGeom prst="roundRect">
            <a:avLst>
              <a:gd name="adj" fmla="val 14286"/>
            </a:avLst>
          </a:prstGeom>
          <a:solidFill>
            <a:srgbClr val="EAE3D5"/>
          </a:solidFill>
          <a:ln w="12700">
            <a:solidFill>
              <a:srgbClr val="EAE3D5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" name="Shape 8"/>
          <p:cNvSpPr/>
          <p:nvPr/>
        </p:nvSpPr>
        <p:spPr>
          <a:xfrm>
            <a:off x="3383280" y="3154680"/>
            <a:ext cx="3504438" cy="384048"/>
          </a:xfrm>
          <a:prstGeom prst="roundRect">
            <a:avLst>
              <a:gd name="adj" fmla="val 14286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" name="Text 9"/>
          <p:cNvSpPr/>
          <p:nvPr/>
        </p:nvSpPr>
        <p:spPr>
          <a:xfrm>
            <a:off x="10195560" y="31089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52.5%</a:t>
            </a:r>
            <a:endParaRPr lang="en-US" sz="2000" noProof="0" dirty="0"/>
          </a:p>
        </p:txBody>
      </p:sp>
      <p:sp>
        <p:nvSpPr>
          <p:cNvPr id="12" name="Shape 10"/>
          <p:cNvSpPr/>
          <p:nvPr/>
        </p:nvSpPr>
        <p:spPr>
          <a:xfrm>
            <a:off x="502920" y="4572000"/>
            <a:ext cx="11183112" cy="1554480"/>
          </a:xfrm>
          <a:prstGeom prst="roundRect">
            <a:avLst>
              <a:gd name="adj" fmla="val 4706"/>
            </a:avLst>
          </a:prstGeom>
          <a:solidFill>
            <a:srgbClr val="FCFAF6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3" name="Text 11"/>
          <p:cNvSpPr/>
          <p:nvPr/>
        </p:nvSpPr>
        <p:spPr>
          <a:xfrm>
            <a:off x="731520" y="473659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noProof="0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45.5 percentage-point gap</a:t>
            </a:r>
            <a:endParaRPr lang="en-US" sz="2000" noProof="0" dirty="0"/>
          </a:p>
        </p:txBody>
      </p:sp>
      <p:sp>
        <p:nvSpPr>
          <p:cNvPr id="14" name="Text 12"/>
          <p:cNvSpPr/>
          <p:nvPr/>
        </p:nvSpPr>
        <p:spPr>
          <a:xfrm>
            <a:off x="731520" y="51663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noProof="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training signal that depends on the true value is difficult to infer from L1 alone.</a:t>
            </a:r>
            <a:endParaRPr lang="en-US" sz="1600" noProof="0" dirty="0"/>
          </a:p>
        </p:txBody>
      </p:sp>
      <p:sp>
        <p:nvSpPr>
          <p:cNvPr id="15" name="Shape 13"/>
          <p:cNvSpPr/>
          <p:nvPr/>
        </p:nvSpPr>
        <p:spPr>
          <a:xfrm>
            <a:off x="502920" y="6382512"/>
            <a:ext cx="11183112" cy="9144"/>
          </a:xfrm>
          <a:prstGeom prst="rect">
            <a:avLst/>
          </a:prstGeom>
          <a:solidFill>
            <a:srgbClr val="C9C2B6"/>
          </a:solidFill>
          <a:ln w="12700">
            <a:solidFill>
              <a:srgbClr val="C9C2B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6" name="Text 14"/>
          <p:cNvSpPr/>
          <p:nvPr/>
        </p:nvSpPr>
        <p:spPr>
          <a:xfrm>
            <a:off x="502920" y="644652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of the </a:t>
            </a:r>
            <a:r>
              <a:rPr lang="en-US" sz="1100" i="1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clustering dispatcher </a:t>
            </a: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the </a:t>
            </a:r>
            <a:r>
              <a:rPr lang="en-US" sz="1100" i="1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gradient dispatcher</a:t>
            </a:r>
            <a:endParaRPr lang="en-US" sz="1100" i="1" noProof="0" dirty="0"/>
          </a:p>
        </p:txBody>
      </p:sp>
      <p:sp>
        <p:nvSpPr>
          <p:cNvPr id="17" name="Text 15"/>
          <p:cNvSpPr/>
          <p:nvPr/>
        </p:nvSpPr>
        <p:spPr>
          <a:xfrm>
            <a:off x="10195560" y="6446520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noProof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60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EXPERIMENTS, TEST CROSS-ENTROPY</a:t>
            </a:r>
            <a:endParaRPr lang="en-US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Strong-base </a:t>
            </a:r>
            <a:r>
              <a:rPr lang="en-US" sz="3000" noProof="0" dirty="0" err="1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MoE</a:t>
            </a:r>
            <a:r>
              <a:rPr lang="en-US" sz="30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gains are marginal</a:t>
            </a:r>
            <a:endParaRPr lang="en-US" sz="3000" noProof="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2099906"/>
              </p:ext>
            </p:extLst>
          </p:nvPr>
        </p:nvGraphicFramePr>
        <p:xfrm>
          <a:off x="502920" y="1417320"/>
          <a:ext cx="7452360" cy="3794760"/>
        </p:xfrm>
        <a:graphic>
          <a:graphicData uri="http://schemas.openxmlformats.org/drawingml/2006/table">
            <a:tbl>
              <a:tblPr/>
              <a:tblGrid>
                <a:gridCol w="4709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2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noProof="0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noProof="0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noProof="0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</a:t>
                      </a:r>
                      <a:endParaRPr lang="en-US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NNUE</a:t>
                      </a:r>
                      <a:endParaRPr lang="en-US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0.6303</a:t>
                      </a:r>
                      <a:endParaRPr lang="en-US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Piece-count </a:t>
                      </a:r>
                      <a:r>
                        <a:rPr lang="en-US" sz="1600" b="1" noProof="0" dirty="0" err="1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MoE</a:t>
                      </a:r>
                      <a:endParaRPr lang="en-US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0.6303</a:t>
                      </a:r>
                      <a:endParaRPr lang="en-US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L1-clustered hard </a:t>
                      </a:r>
                      <a:r>
                        <a:rPr lang="en-US" sz="1600" b="1" noProof="0" dirty="0" err="1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MoE</a:t>
                      </a:r>
                      <a:endParaRPr lang="en-US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0.6300</a:t>
                      </a:r>
                      <a:endParaRPr lang="en-US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Gradient-clustered hard </a:t>
                      </a:r>
                      <a:r>
                        <a:rPr lang="en-US" sz="1600" b="1" noProof="0" dirty="0" err="1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MoE</a:t>
                      </a:r>
                      <a:endParaRPr lang="en-US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0.6300</a:t>
                      </a:r>
                      <a:endParaRPr lang="en-US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Soft-gated </a:t>
                      </a:r>
                      <a:r>
                        <a:rPr lang="en-US" sz="1600" b="1" noProof="0" dirty="0" err="1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MoE</a:t>
                      </a:r>
                      <a:r>
                        <a:rPr lang="en-US" sz="1600" b="1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top-2</a:t>
                      </a:r>
                      <a:endParaRPr lang="en-US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0.6304</a:t>
                      </a:r>
                      <a:endParaRPr lang="en-US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83880" y="1417320"/>
            <a:ext cx="3502152" cy="3794760"/>
          </a:xfrm>
          <a:prstGeom prst="roundRect">
            <a:avLst>
              <a:gd name="adj" fmla="val 2089"/>
            </a:avLst>
          </a:prstGeom>
          <a:solidFill>
            <a:srgbClr val="0E1B2C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7" name="Text 4"/>
          <p:cNvSpPr/>
          <p:nvPr/>
        </p:nvSpPr>
        <p:spPr>
          <a:xfrm>
            <a:off x="8412480" y="24917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noProof="0" dirty="0">
                <a:solidFill>
                  <a:srgbClr val="E7D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observed change in CE.</a:t>
            </a:r>
            <a:endParaRPr lang="en-US" sz="1600" noProof="0" dirty="0"/>
          </a:p>
        </p:txBody>
      </p:sp>
      <p:sp>
        <p:nvSpPr>
          <p:cNvPr id="8" name="Text 5"/>
          <p:cNvSpPr/>
          <p:nvPr/>
        </p:nvSpPr>
        <p:spPr>
          <a:xfrm>
            <a:off x="8412480" y="34747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noProof="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decisive improvement over the reference NNUE… but why??</a:t>
            </a:r>
            <a:endParaRPr lang="en-US" sz="1600" noProof="0" dirty="0"/>
          </a:p>
        </p:txBody>
      </p:sp>
      <p:sp>
        <p:nvSpPr>
          <p:cNvPr id="9" name="Shape 6"/>
          <p:cNvSpPr/>
          <p:nvPr/>
        </p:nvSpPr>
        <p:spPr>
          <a:xfrm>
            <a:off x="502920" y="6382512"/>
            <a:ext cx="11183112" cy="9144"/>
          </a:xfrm>
          <a:prstGeom prst="rect">
            <a:avLst/>
          </a:prstGeom>
          <a:solidFill>
            <a:srgbClr val="C9C2B6"/>
          </a:solidFill>
          <a:ln w="12700">
            <a:solidFill>
              <a:srgbClr val="C9C2B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" name="Text 7"/>
          <p:cNvSpPr/>
          <p:nvPr/>
        </p:nvSpPr>
        <p:spPr>
          <a:xfrm>
            <a:off x="502920" y="644652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5.10–5.11, 50,000 held-out positions. Lower CE is better. These figures are not an Elo gain.</a:t>
            </a:r>
            <a:endParaRPr lang="en-US" sz="1100" noProof="0" dirty="0"/>
          </a:p>
        </p:txBody>
      </p:sp>
      <p:sp>
        <p:nvSpPr>
          <p:cNvPr id="11" name="Text 8"/>
          <p:cNvSpPr/>
          <p:nvPr/>
        </p:nvSpPr>
        <p:spPr>
          <a:xfrm>
            <a:off x="10195560" y="6446520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noProof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A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24309151-96D7-5B88-4A80-ED931B2C5361}"/>
              </a:ext>
            </a:extLst>
          </p:cNvPr>
          <p:cNvSpPr/>
          <p:nvPr/>
        </p:nvSpPr>
        <p:spPr>
          <a:xfrm>
            <a:off x="502920" y="51206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noProof="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Expert fine-tuning step</a:t>
            </a:r>
            <a:endParaRPr lang="en-US" sz="3000" noProof="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7099892-0F53-F658-5784-262533D41739}"/>
              </a:ext>
            </a:extLst>
          </p:cNvPr>
          <p:cNvGrpSpPr/>
          <p:nvPr/>
        </p:nvGrpSpPr>
        <p:grpSpPr>
          <a:xfrm>
            <a:off x="5615940" y="384048"/>
            <a:ext cx="6301740" cy="6216396"/>
            <a:chOff x="5539740" y="512064"/>
            <a:chExt cx="6301740" cy="6216396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1F9BDFEA-0A52-A44D-D25A-F0A7CF1A236C}"/>
                </a:ext>
              </a:extLst>
            </p:cNvPr>
            <p:cNvSpPr/>
            <p:nvPr/>
          </p:nvSpPr>
          <p:spPr>
            <a:xfrm>
              <a:off x="5539740" y="512064"/>
              <a:ext cx="6301740" cy="6216396"/>
            </a:xfrm>
            <a:prstGeom prst="roundRect">
              <a:avLst>
                <a:gd name="adj" fmla="val 9779"/>
              </a:avLst>
            </a:prstGeom>
            <a:solidFill>
              <a:srgbClr val="131418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36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634DAFB-6AEA-2848-895F-DEC5804F46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83580" y="3627147"/>
              <a:ext cx="5768340" cy="292614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F03E327-AC50-E0F7-8B21-BB00F287B0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89462" y="841248"/>
              <a:ext cx="5662458" cy="2529867"/>
            </a:xfrm>
            <a:prstGeom prst="rect">
              <a:avLst/>
            </a:prstGeom>
          </p:spPr>
        </p:pic>
      </p:grp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8EC97B4A-69B6-2CCF-8A88-A702FA3068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219068"/>
              </p:ext>
            </p:extLst>
          </p:nvPr>
        </p:nvGraphicFramePr>
        <p:xfrm>
          <a:off x="-54589" y="1970593"/>
          <a:ext cx="5373349" cy="34598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Text 0">
            <a:extLst>
              <a:ext uri="{FF2B5EF4-FFF2-40B4-BE49-F238E27FC236}">
                <a16:creationId xmlns:a16="http://schemas.microsoft.com/office/drawing/2014/main" id="{9E8DBE38-9B6C-4AF5-91F2-92941E39C586}"/>
              </a:ext>
            </a:extLst>
          </p:cNvPr>
          <p:cNvSpPr/>
          <p:nvPr/>
        </p:nvSpPr>
        <p:spPr>
          <a:xfrm>
            <a:off x="502920" y="2560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60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CLUSTERING</a:t>
            </a:r>
            <a:endParaRPr lang="en-US" sz="1200" noProof="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31B1CD06-D2EA-BEDD-348C-C550C67DA5C3}"/>
              </a:ext>
            </a:extLst>
          </p:cNvPr>
          <p:cNvSpPr/>
          <p:nvPr/>
        </p:nvSpPr>
        <p:spPr>
          <a:xfrm>
            <a:off x="502920" y="644652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training trajectories for L1 clustering </a:t>
            </a:r>
            <a:r>
              <a:rPr lang="en-US" sz="1100" noProof="0" dirty="0" err="1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</a:t>
            </a: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NNUE</a:t>
            </a:r>
            <a:endParaRPr lang="en-US" sz="1100" noProof="0" dirty="0"/>
          </a:p>
        </p:txBody>
      </p:sp>
    </p:spTree>
    <p:extLst>
      <p:ext uri="{BB962C8B-B14F-4D97-AF65-F5344CB8AC3E}">
        <p14:creationId xmlns:p14="http://schemas.microsoft.com/office/powerpoint/2010/main" val="3749004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60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KITSUNE</a:t>
            </a:r>
            <a:endParaRPr lang="en-US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KITSUNE stitches micro-buckets offline</a:t>
            </a:r>
            <a:endParaRPr lang="en-US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502920" y="1673352"/>
            <a:ext cx="566928" cy="566928"/>
          </a:xfrm>
          <a:prstGeom prst="ellipse">
            <a:avLst/>
          </a:prstGeom>
          <a:solidFill>
            <a:srgbClr val="0E1B2C"/>
          </a:solidFill>
          <a:ln w="12700">
            <a:solidFill>
              <a:srgbClr val="0E1B2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 3"/>
          <p:cNvSpPr/>
          <p:nvPr/>
        </p:nvSpPr>
        <p:spPr>
          <a:xfrm>
            <a:off x="502920" y="1673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noProof="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noProof="0" dirty="0"/>
          </a:p>
        </p:txBody>
      </p:sp>
      <p:sp>
        <p:nvSpPr>
          <p:cNvPr id="9" name="Shape 7"/>
          <p:cNvSpPr/>
          <p:nvPr/>
        </p:nvSpPr>
        <p:spPr>
          <a:xfrm>
            <a:off x="502920" y="3182112"/>
            <a:ext cx="566928" cy="5669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" name="Text 8"/>
          <p:cNvSpPr/>
          <p:nvPr/>
        </p:nvSpPr>
        <p:spPr>
          <a:xfrm>
            <a:off x="502920" y="31821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noProof="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noProof="0" dirty="0"/>
          </a:p>
        </p:txBody>
      </p:sp>
      <p:sp>
        <p:nvSpPr>
          <p:cNvPr id="14" name="Shape 12"/>
          <p:cNvSpPr/>
          <p:nvPr/>
        </p:nvSpPr>
        <p:spPr>
          <a:xfrm>
            <a:off x="502920" y="4690872"/>
            <a:ext cx="566928" cy="566928"/>
          </a:xfrm>
          <a:prstGeom prst="ellipse">
            <a:avLst/>
          </a:prstGeom>
          <a:solidFill>
            <a:srgbClr val="0E1B2C"/>
          </a:solidFill>
          <a:ln w="12700">
            <a:solidFill>
              <a:srgbClr val="0E1B2C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5" name="Text 13"/>
          <p:cNvSpPr/>
          <p:nvPr/>
        </p:nvSpPr>
        <p:spPr>
          <a:xfrm>
            <a:off x="502920" y="46908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noProof="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noProof="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A1DE7C8-CFCD-F341-8BAB-7092B95C8497}"/>
              </a:ext>
            </a:extLst>
          </p:cNvPr>
          <p:cNvGrpSpPr/>
          <p:nvPr/>
        </p:nvGrpSpPr>
        <p:grpSpPr>
          <a:xfrm>
            <a:off x="1325880" y="1417320"/>
            <a:ext cx="7208520" cy="4370832"/>
            <a:chOff x="1325880" y="1417320"/>
            <a:chExt cx="10360152" cy="4370832"/>
          </a:xfrm>
        </p:grpSpPr>
        <p:sp>
          <p:nvSpPr>
            <p:cNvPr id="6" name="Shape 4"/>
            <p:cNvSpPr/>
            <p:nvPr/>
          </p:nvSpPr>
          <p:spPr>
            <a:xfrm>
              <a:off x="1325880" y="1417320"/>
              <a:ext cx="10360152" cy="1353312"/>
            </a:xfrm>
            <a:prstGeom prst="roundRect">
              <a:avLst>
                <a:gd name="adj" fmla="val 5405"/>
              </a:avLst>
            </a:prstGeom>
            <a:solidFill>
              <a:srgbClr val="FCFAF6"/>
            </a:solidFill>
            <a:ln w="12700">
              <a:solidFill>
                <a:srgbClr val="E3D9C8"/>
              </a:solidFill>
              <a:prstDash val="solid"/>
            </a:ln>
            <a:effectLst>
              <a:outerShdw blurRad="127000" dist="25400" dir="8100000" algn="bl" rotWithShape="0">
                <a:srgbClr val="1A140C">
                  <a:alpha val="10000"/>
                </a:srgbClr>
              </a:outerShdw>
            </a:effectLst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1554480" y="1563624"/>
              <a:ext cx="98755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noProof="0" dirty="0">
                  <a:solidFill>
                    <a:srgbClr val="0E1B2C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Partition L1</a:t>
              </a:r>
              <a:endParaRPr lang="en-US" sz="2000" noProof="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1554480" y="2002536"/>
              <a:ext cx="98755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noProof="0" dirty="0">
                  <a:solidFill>
                    <a:srgbClr val="2332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Cut the activation space into many small, convex micro-buckets.</a:t>
              </a:r>
              <a:endParaRPr lang="en-US" sz="1600" noProof="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1325880" y="2926080"/>
              <a:ext cx="10360152" cy="1353312"/>
            </a:xfrm>
            <a:prstGeom prst="roundRect">
              <a:avLst>
                <a:gd name="adj" fmla="val 5405"/>
              </a:avLst>
            </a:prstGeom>
            <a:solidFill>
              <a:srgbClr val="FCFAF6"/>
            </a:solidFill>
            <a:ln w="12700">
              <a:solidFill>
                <a:srgbClr val="E3D9C8"/>
              </a:solidFill>
              <a:prstDash val="solid"/>
            </a:ln>
            <a:effectLst>
              <a:outerShdw blurRad="127000" dist="25400" dir="8100000" algn="bl" rotWithShape="0">
                <a:srgbClr val="1A140C">
                  <a:alpha val="10000"/>
                </a:srgbClr>
              </a:outerShdw>
            </a:effectLst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1554480" y="3072384"/>
              <a:ext cx="98755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noProof="0" dirty="0">
                  <a:solidFill>
                    <a:srgbClr val="0E1B2C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Stitch offline</a:t>
              </a:r>
              <a:endParaRPr lang="en-US" sz="2000" noProof="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1554480" y="3511296"/>
              <a:ext cx="98755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noProof="0" dirty="0">
                  <a:solidFill>
                    <a:srgbClr val="2332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Group those buckets by their mean head gradient. This step never runs during play.</a:t>
              </a:r>
              <a:endParaRPr lang="en-US" sz="1600" noProof="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1325880" y="4434840"/>
              <a:ext cx="10360152" cy="1353312"/>
            </a:xfrm>
            <a:prstGeom prst="roundRect">
              <a:avLst>
                <a:gd name="adj" fmla="val 5405"/>
              </a:avLst>
            </a:prstGeom>
            <a:solidFill>
              <a:srgbClr val="FCFAF6"/>
            </a:solidFill>
            <a:ln w="12700">
              <a:solidFill>
                <a:srgbClr val="E3D9C8"/>
              </a:solidFill>
              <a:prstDash val="solid"/>
            </a:ln>
            <a:effectLst>
              <a:outerShdw blurRad="127000" dist="25400" dir="8100000" algn="bl" rotWithShape="0">
                <a:srgbClr val="1A140C">
                  <a:alpha val="10000"/>
                </a:srgbClr>
              </a:outerShdw>
            </a:effectLst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1554480" y="4581144"/>
              <a:ext cx="98755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noProof="0" dirty="0">
                  <a:solidFill>
                    <a:srgbClr val="0E1B2C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Train the experts</a:t>
              </a:r>
              <a:endParaRPr lang="en-US" sz="2000" noProof="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1554480" y="5020056"/>
              <a:ext cx="98755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noProof="0" dirty="0">
                  <a:solidFill>
                    <a:srgbClr val="2332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Disconnected L1 regions can share one expert, then each head is fine-tuned.</a:t>
              </a:r>
              <a:endParaRPr lang="en-US" sz="1600" noProof="0" dirty="0"/>
            </a:p>
          </p:txBody>
        </p:sp>
      </p:grpSp>
      <p:sp>
        <p:nvSpPr>
          <p:cNvPr id="19" name="Shape 17"/>
          <p:cNvSpPr/>
          <p:nvPr/>
        </p:nvSpPr>
        <p:spPr>
          <a:xfrm>
            <a:off x="502920" y="6382512"/>
            <a:ext cx="11183112" cy="9144"/>
          </a:xfrm>
          <a:prstGeom prst="rect">
            <a:avLst/>
          </a:prstGeom>
          <a:solidFill>
            <a:srgbClr val="C9C2B6"/>
          </a:solidFill>
          <a:ln w="12700">
            <a:solidFill>
              <a:srgbClr val="C9C2B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1" name="Text 19"/>
          <p:cNvSpPr/>
          <p:nvPr/>
        </p:nvSpPr>
        <p:spPr>
          <a:xfrm>
            <a:off x="10195560" y="6446520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15</a:t>
            </a:r>
            <a:endParaRPr lang="en-US" sz="1100" noProof="0" dirty="0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A5528C39-173A-8139-0EDD-F2A2E5EEC7F5}"/>
              </a:ext>
            </a:extLst>
          </p:cNvPr>
          <p:cNvSpPr/>
          <p:nvPr/>
        </p:nvSpPr>
        <p:spPr>
          <a:xfrm>
            <a:off x="9013498" y="1367028"/>
            <a:ext cx="2721302" cy="2692908"/>
          </a:xfrm>
          <a:prstGeom prst="roundRect">
            <a:avLst>
              <a:gd name="adj" fmla="val 16627"/>
            </a:avLst>
          </a:prstGeom>
          <a:solidFill>
            <a:srgbClr val="FCFAF6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r>
              <a:rPr lang="en-US" sz="2000" b="1" noProof="0" dirty="0"/>
              <a:t>K</a:t>
            </a:r>
            <a:r>
              <a:rPr lang="en-US" sz="2000" noProof="0" dirty="0"/>
              <a:t>nowledge-guided </a:t>
            </a:r>
          </a:p>
          <a:p>
            <a:r>
              <a:rPr lang="en-US" sz="2000" b="1" noProof="0" dirty="0"/>
              <a:t>I</a:t>
            </a:r>
            <a:r>
              <a:rPr lang="en-US" sz="2000" noProof="0" dirty="0"/>
              <a:t>nitialization and </a:t>
            </a:r>
          </a:p>
          <a:p>
            <a:r>
              <a:rPr lang="en-US" sz="2000" b="1" noProof="0" dirty="0"/>
              <a:t>T</a:t>
            </a:r>
            <a:r>
              <a:rPr lang="en-US" sz="2000" noProof="0" dirty="0"/>
              <a:t>wo-stage</a:t>
            </a:r>
          </a:p>
          <a:p>
            <a:r>
              <a:rPr lang="en-US" sz="2000" b="1" noProof="0" dirty="0"/>
              <a:t>S</a:t>
            </a:r>
            <a:r>
              <a:rPr lang="en-US" sz="2000" noProof="0" dirty="0"/>
              <a:t>egregation for </a:t>
            </a:r>
          </a:p>
          <a:p>
            <a:r>
              <a:rPr lang="en-US" sz="2000" b="1" noProof="0" dirty="0"/>
              <a:t>U</a:t>
            </a:r>
            <a:r>
              <a:rPr lang="en-US" sz="2000" noProof="0" dirty="0"/>
              <a:t>nsupervised </a:t>
            </a:r>
          </a:p>
          <a:p>
            <a:r>
              <a:rPr lang="en-US" sz="2000" b="1" noProof="0" dirty="0"/>
              <a:t>N</a:t>
            </a:r>
            <a:r>
              <a:rPr lang="en-US" sz="2000" noProof="0" dirty="0"/>
              <a:t>eural </a:t>
            </a:r>
          </a:p>
          <a:p>
            <a:r>
              <a:rPr lang="en-US" sz="2000" b="1" noProof="0" dirty="0"/>
              <a:t>E</a:t>
            </a:r>
            <a:r>
              <a:rPr lang="en-US" sz="2000" noProof="0" dirty="0"/>
              <a:t>xperts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50A556FB-693B-428C-4C41-7A7C45397C72}"/>
              </a:ext>
            </a:extLst>
          </p:cNvPr>
          <p:cNvGrpSpPr/>
          <p:nvPr/>
        </p:nvGrpSpPr>
        <p:grpSpPr>
          <a:xfrm>
            <a:off x="6215667" y="1165614"/>
            <a:ext cx="4982641" cy="4526771"/>
            <a:chOff x="6096000" y="1010204"/>
            <a:chExt cx="4982641" cy="452677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9F8725D-979A-64FA-9C89-A323C9E79B03}"/>
                </a:ext>
              </a:extLst>
            </p:cNvPr>
            <p:cNvGrpSpPr/>
            <p:nvPr/>
          </p:nvGrpSpPr>
          <p:grpSpPr>
            <a:xfrm>
              <a:off x="6096000" y="1321025"/>
              <a:ext cx="4982641" cy="4215950"/>
              <a:chOff x="2387150" y="1278542"/>
              <a:chExt cx="4982641" cy="4215950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A4F4277-79B8-D2A1-D4EE-F17BB13C80F7}"/>
                  </a:ext>
                </a:extLst>
              </p:cNvPr>
              <p:cNvSpPr/>
              <p:nvPr/>
            </p:nvSpPr>
            <p:spPr>
              <a:xfrm>
                <a:off x="2387150" y="1278542"/>
                <a:ext cx="4982641" cy="4215950"/>
              </a:xfrm>
              <a:prstGeom prst="rect">
                <a:avLst/>
              </a:prstGeom>
              <a:solidFill>
                <a:srgbClr val="F4EFE6"/>
              </a:solidFill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3" name="Free-form: Shape 2">
                <a:extLst>
                  <a:ext uri="{FF2B5EF4-FFF2-40B4-BE49-F238E27FC236}">
                    <a16:creationId xmlns:a16="http://schemas.microsoft.com/office/drawing/2014/main" id="{5F5BD84E-73B9-5703-A068-03993BC204D4}"/>
                  </a:ext>
                </a:extLst>
              </p:cNvPr>
              <p:cNvSpPr/>
              <p:nvPr/>
            </p:nvSpPr>
            <p:spPr>
              <a:xfrm>
                <a:off x="2483892" y="1349860"/>
                <a:ext cx="2968388" cy="2149522"/>
              </a:xfrm>
              <a:custGeom>
                <a:avLst/>
                <a:gdLst>
                  <a:gd name="csX0" fmla="*/ 0 w 2968388"/>
                  <a:gd name="csY0" fmla="*/ 0 h 2149522"/>
                  <a:gd name="csX1" fmla="*/ 20472 w 2968388"/>
                  <a:gd name="csY1" fmla="*/ 2149522 h 2149522"/>
                  <a:gd name="csX2" fmla="*/ 2135875 w 2968388"/>
                  <a:gd name="csY2" fmla="*/ 1351128 h 2149522"/>
                  <a:gd name="csX3" fmla="*/ 2968388 w 2968388"/>
                  <a:gd name="csY3" fmla="*/ 27295 h 2149522"/>
                  <a:gd name="csX4" fmla="*/ 0 w 2968388"/>
                  <a:gd name="csY4" fmla="*/ 0 h 214952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968388" h="2149522">
                    <a:moveTo>
                      <a:pt x="0" y="0"/>
                    </a:moveTo>
                    <a:lnTo>
                      <a:pt x="20472" y="2149522"/>
                    </a:lnTo>
                    <a:lnTo>
                      <a:pt x="2135875" y="1351128"/>
                    </a:lnTo>
                    <a:lnTo>
                      <a:pt x="2968388" y="272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A0000"/>
              </a:solidFill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5" name="Free-form: Shape 4">
                <a:extLst>
                  <a:ext uri="{FF2B5EF4-FFF2-40B4-BE49-F238E27FC236}">
                    <a16:creationId xmlns:a16="http://schemas.microsoft.com/office/drawing/2014/main" id="{B5EF8B27-DB51-FA5F-0E3C-14AAF70438F6}"/>
                  </a:ext>
                </a:extLst>
              </p:cNvPr>
              <p:cNvSpPr/>
              <p:nvPr/>
            </p:nvSpPr>
            <p:spPr>
              <a:xfrm>
                <a:off x="2511188" y="2859206"/>
                <a:ext cx="2415654" cy="2497541"/>
              </a:xfrm>
              <a:custGeom>
                <a:avLst/>
                <a:gdLst>
                  <a:gd name="csX0" fmla="*/ 0 w 2415654"/>
                  <a:gd name="csY0" fmla="*/ 784747 h 2497541"/>
                  <a:gd name="csX1" fmla="*/ 13648 w 2415654"/>
                  <a:gd name="csY1" fmla="*/ 2497541 h 2497541"/>
                  <a:gd name="csX2" fmla="*/ 2415654 w 2415654"/>
                  <a:gd name="csY2" fmla="*/ 2483893 h 2497541"/>
                  <a:gd name="csX3" fmla="*/ 2163170 w 2415654"/>
                  <a:gd name="csY3" fmla="*/ 0 h 2497541"/>
                  <a:gd name="csX4" fmla="*/ 0 w 2415654"/>
                  <a:gd name="csY4" fmla="*/ 784747 h 24975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415654" h="2497541">
                    <a:moveTo>
                      <a:pt x="0" y="784747"/>
                    </a:moveTo>
                    <a:lnTo>
                      <a:pt x="13648" y="2497541"/>
                    </a:lnTo>
                    <a:lnTo>
                      <a:pt x="2415654" y="2483893"/>
                    </a:lnTo>
                    <a:lnTo>
                      <a:pt x="2163170" y="0"/>
                    </a:lnTo>
                    <a:lnTo>
                      <a:pt x="0" y="784747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9" name="Free-form: Shape 8">
                <a:extLst>
                  <a:ext uri="{FF2B5EF4-FFF2-40B4-BE49-F238E27FC236}">
                    <a16:creationId xmlns:a16="http://schemas.microsoft.com/office/drawing/2014/main" id="{5C563DB0-8325-884D-DEE1-A30C607AE0D7}"/>
                  </a:ext>
                </a:extLst>
              </p:cNvPr>
              <p:cNvSpPr/>
              <p:nvPr/>
            </p:nvSpPr>
            <p:spPr>
              <a:xfrm>
                <a:off x="4794033" y="1349860"/>
                <a:ext cx="2464303" cy="1733266"/>
              </a:xfrm>
              <a:custGeom>
                <a:avLst/>
                <a:gdLst>
                  <a:gd name="csX0" fmla="*/ 2456597 w 2464303"/>
                  <a:gd name="csY0" fmla="*/ 1733266 h 1733266"/>
                  <a:gd name="csX1" fmla="*/ 2456597 w 2464303"/>
                  <a:gd name="csY1" fmla="*/ 1733266 h 1733266"/>
                  <a:gd name="csX2" fmla="*/ 2463421 w 2464303"/>
                  <a:gd name="csY2" fmla="*/ 1248770 h 1733266"/>
                  <a:gd name="csX3" fmla="*/ 2436125 w 2464303"/>
                  <a:gd name="csY3" fmla="*/ 798394 h 1733266"/>
                  <a:gd name="csX4" fmla="*/ 2429302 w 2464303"/>
                  <a:gd name="csY4" fmla="*/ 668740 h 1733266"/>
                  <a:gd name="csX5" fmla="*/ 2436125 w 2464303"/>
                  <a:gd name="csY5" fmla="*/ 429904 h 1733266"/>
                  <a:gd name="csX6" fmla="*/ 2449773 w 2464303"/>
                  <a:gd name="csY6" fmla="*/ 252484 h 1733266"/>
                  <a:gd name="csX7" fmla="*/ 2456597 w 2464303"/>
                  <a:gd name="csY7" fmla="*/ 136478 h 1733266"/>
                  <a:gd name="csX8" fmla="*/ 2463421 w 2464303"/>
                  <a:gd name="csY8" fmla="*/ 40943 h 1733266"/>
                  <a:gd name="csX9" fmla="*/ 2463421 w 2464303"/>
                  <a:gd name="csY9" fmla="*/ 0 h 1733266"/>
                  <a:gd name="csX10" fmla="*/ 798394 w 2464303"/>
                  <a:gd name="csY10" fmla="*/ 40943 h 1733266"/>
                  <a:gd name="csX11" fmla="*/ 0 w 2464303"/>
                  <a:gd name="csY11" fmla="*/ 1310185 h 1733266"/>
                  <a:gd name="csX12" fmla="*/ 2456597 w 2464303"/>
                  <a:gd name="csY12" fmla="*/ 1733266 h 17332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2464303" h="1733266">
                    <a:moveTo>
                      <a:pt x="2456597" y="1733266"/>
                    </a:moveTo>
                    <a:lnTo>
                      <a:pt x="2456597" y="1733266"/>
                    </a:lnTo>
                    <a:cubicBezTo>
                      <a:pt x="2458872" y="1571767"/>
                      <a:pt x="2466957" y="1410246"/>
                      <a:pt x="2463421" y="1248770"/>
                    </a:cubicBezTo>
                    <a:cubicBezTo>
                      <a:pt x="2460128" y="1098405"/>
                      <a:pt x="2444957" y="948535"/>
                      <a:pt x="2436125" y="798394"/>
                    </a:cubicBezTo>
                    <a:cubicBezTo>
                      <a:pt x="2433584" y="755191"/>
                      <a:pt x="2431576" y="711958"/>
                      <a:pt x="2429302" y="668740"/>
                    </a:cubicBezTo>
                    <a:cubicBezTo>
                      <a:pt x="2431576" y="589128"/>
                      <a:pt x="2432213" y="509452"/>
                      <a:pt x="2436125" y="429904"/>
                    </a:cubicBezTo>
                    <a:cubicBezTo>
                      <a:pt x="2439039" y="370661"/>
                      <a:pt x="2445645" y="311655"/>
                      <a:pt x="2449773" y="252484"/>
                    </a:cubicBezTo>
                    <a:cubicBezTo>
                      <a:pt x="2452469" y="213842"/>
                      <a:pt x="2453241" y="175068"/>
                      <a:pt x="2456597" y="136478"/>
                    </a:cubicBezTo>
                    <a:cubicBezTo>
                      <a:pt x="2466413" y="23600"/>
                      <a:pt x="2463421" y="180369"/>
                      <a:pt x="2463421" y="40943"/>
                    </a:cubicBezTo>
                    <a:lnTo>
                      <a:pt x="2463421" y="0"/>
                    </a:lnTo>
                    <a:lnTo>
                      <a:pt x="798394" y="40943"/>
                    </a:lnTo>
                    <a:lnTo>
                      <a:pt x="0" y="1310185"/>
                    </a:lnTo>
                    <a:lnTo>
                      <a:pt x="2456597" y="1733266"/>
                    </a:lnTo>
                    <a:close/>
                  </a:path>
                </a:pathLst>
              </a:custGeom>
              <a:solidFill>
                <a:srgbClr val="FFC000"/>
              </a:solidFill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2" name="Free-form: Shape 11">
                <a:extLst>
                  <a:ext uri="{FF2B5EF4-FFF2-40B4-BE49-F238E27FC236}">
                    <a16:creationId xmlns:a16="http://schemas.microsoft.com/office/drawing/2014/main" id="{91E6CEC1-522B-92C4-9A17-89570B49DBB9}"/>
                  </a:ext>
                </a:extLst>
              </p:cNvPr>
              <p:cNvSpPr/>
              <p:nvPr/>
            </p:nvSpPr>
            <p:spPr>
              <a:xfrm>
                <a:off x="4831307" y="2845559"/>
                <a:ext cx="2402006" cy="2545308"/>
              </a:xfrm>
              <a:custGeom>
                <a:avLst/>
                <a:gdLst>
                  <a:gd name="csX0" fmla="*/ 272956 w 2402006"/>
                  <a:gd name="csY0" fmla="*/ 2504364 h 2545308"/>
                  <a:gd name="csX1" fmla="*/ 2388359 w 2402006"/>
                  <a:gd name="csY1" fmla="*/ 2545308 h 2545308"/>
                  <a:gd name="csX2" fmla="*/ 2402006 w 2402006"/>
                  <a:gd name="csY2" fmla="*/ 423081 h 2545308"/>
                  <a:gd name="csX3" fmla="*/ 0 w 2402006"/>
                  <a:gd name="csY3" fmla="*/ 0 h 2545308"/>
                  <a:gd name="csX4" fmla="*/ 272956 w 2402006"/>
                  <a:gd name="csY4" fmla="*/ 2504364 h 25453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402006" h="2545308">
                    <a:moveTo>
                      <a:pt x="272956" y="2504364"/>
                    </a:moveTo>
                    <a:lnTo>
                      <a:pt x="2388359" y="2545308"/>
                    </a:lnTo>
                    <a:lnTo>
                      <a:pt x="2402006" y="423081"/>
                    </a:lnTo>
                    <a:lnTo>
                      <a:pt x="0" y="0"/>
                    </a:lnTo>
                    <a:lnTo>
                      <a:pt x="272956" y="2504364"/>
                    </a:lnTo>
                    <a:close/>
                  </a:path>
                </a:pathLst>
              </a:custGeom>
              <a:solidFill>
                <a:srgbClr val="00B050"/>
              </a:solidFill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1CB50662-6A4C-9958-2912-24AA875B0E07}"/>
                </a:ext>
              </a:extLst>
            </p:cNvPr>
            <p:cNvCxnSpPr/>
            <p:nvPr/>
          </p:nvCxnSpPr>
          <p:spPr>
            <a:xfrm flipV="1">
              <a:off x="7427865" y="1010204"/>
              <a:ext cx="893175" cy="1173480"/>
            </a:xfrm>
            <a:prstGeom prst="straightConnector1">
              <a:avLst/>
            </a:prstGeom>
            <a:ln w="38100">
              <a:solidFill>
                <a:srgbClr val="13141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977AB3E2-11F6-28A5-57F9-572094CCEE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89125" y="1010204"/>
              <a:ext cx="352155" cy="1139363"/>
            </a:xfrm>
            <a:prstGeom prst="straightConnector1">
              <a:avLst/>
            </a:prstGeom>
            <a:ln w="38100">
              <a:solidFill>
                <a:srgbClr val="13141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31CA8A2A-FB0D-46C2-9470-F793E4A9D416}"/>
                </a:ext>
              </a:extLst>
            </p:cNvPr>
            <p:cNvCxnSpPr>
              <a:cxnSpLocks/>
            </p:cNvCxnSpPr>
            <p:nvPr/>
          </p:nvCxnSpPr>
          <p:spPr>
            <a:xfrm>
              <a:off x="7364169" y="4470547"/>
              <a:ext cx="447993" cy="680573"/>
            </a:xfrm>
            <a:prstGeom prst="straightConnector1">
              <a:avLst/>
            </a:prstGeom>
            <a:ln w="38100">
              <a:solidFill>
                <a:srgbClr val="13141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3E20D84-500C-866B-E0DE-F8CDD18AD90C}"/>
                </a:ext>
              </a:extLst>
            </p:cNvPr>
            <p:cNvCxnSpPr>
              <a:cxnSpLocks/>
            </p:cNvCxnSpPr>
            <p:nvPr/>
          </p:nvCxnSpPr>
          <p:spPr>
            <a:xfrm>
              <a:off x="9665128" y="4130260"/>
              <a:ext cx="69906" cy="1020860"/>
            </a:xfrm>
            <a:prstGeom prst="straightConnector1">
              <a:avLst/>
            </a:prstGeom>
            <a:ln w="38100">
              <a:solidFill>
                <a:srgbClr val="13141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 1">
            <a:extLst>
              <a:ext uri="{FF2B5EF4-FFF2-40B4-BE49-F238E27FC236}">
                <a16:creationId xmlns:a16="http://schemas.microsoft.com/office/drawing/2014/main" id="{C0617D27-9F00-FB9A-F71A-898723079B22}"/>
              </a:ext>
            </a:extLst>
          </p:cNvPr>
          <p:cNvSpPr/>
          <p:nvPr/>
        </p:nvSpPr>
        <p:spPr>
          <a:xfrm>
            <a:off x="502920" y="51206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KITSUNE - Stitching</a:t>
            </a:r>
            <a:endParaRPr lang="en-US" sz="3000" noProof="0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0AC78F66-D572-17C1-CC04-603F0897578B}"/>
              </a:ext>
            </a:extLst>
          </p:cNvPr>
          <p:cNvSpPr/>
          <p:nvPr/>
        </p:nvSpPr>
        <p:spPr>
          <a:xfrm>
            <a:off x="502920" y="2560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60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KITSUNE</a:t>
            </a:r>
            <a:endParaRPr lang="en-US" sz="12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Diagram 6">
                <a:extLst>
                  <a:ext uri="{FF2B5EF4-FFF2-40B4-BE49-F238E27FC236}">
                    <a16:creationId xmlns:a16="http://schemas.microsoft.com/office/drawing/2014/main" id="{0DEA8EEF-F64C-DF7D-F216-CD5375C0238E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235194"/>
                  </p:ext>
                </p:extLst>
              </p:nvPr>
            </p:nvGraphicFramePr>
            <p:xfrm>
              <a:off x="-50978" y="1598554"/>
              <a:ext cx="5662688" cy="4041006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7" name="Diagram 6">
                <a:extLst>
                  <a:ext uri="{FF2B5EF4-FFF2-40B4-BE49-F238E27FC236}">
                    <a16:creationId xmlns:a16="http://schemas.microsoft.com/office/drawing/2014/main" id="{0DEA8EEF-F64C-DF7D-F216-CD5375C0238E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235194"/>
                  </p:ext>
                </p:extLst>
              </p:nvPr>
            </p:nvGraphicFramePr>
            <p:xfrm>
              <a:off x="-50978" y="1598554"/>
              <a:ext cx="5662688" cy="4041006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5D9A39EC-BB10-F90C-763C-950882CD897C}"/>
              </a:ext>
            </a:extLst>
          </p:cNvPr>
          <p:cNvSpPr txBox="1"/>
          <p:nvPr/>
        </p:nvSpPr>
        <p:spPr>
          <a:xfrm>
            <a:off x="6321713" y="5763703"/>
            <a:ext cx="35961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noProof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Mini-partitions of the L1 embedding space, and their respective average sample gradients.</a:t>
            </a:r>
          </a:p>
        </p:txBody>
      </p:sp>
      <p:sp>
        <p:nvSpPr>
          <p:cNvPr id="10" name="Text 19">
            <a:extLst>
              <a:ext uri="{FF2B5EF4-FFF2-40B4-BE49-F238E27FC236}">
                <a16:creationId xmlns:a16="http://schemas.microsoft.com/office/drawing/2014/main" id="{A4760995-6E49-F88D-0958-88835A0363A2}"/>
              </a:ext>
            </a:extLst>
          </p:cNvPr>
          <p:cNvSpPr/>
          <p:nvPr/>
        </p:nvSpPr>
        <p:spPr>
          <a:xfrm>
            <a:off x="10195560" y="6446520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16</a:t>
            </a:r>
            <a:endParaRPr lang="en-US" sz="1100" noProof="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83BA4D13-30ED-0A70-FB0F-AF327C1F08B7}"/>
              </a:ext>
            </a:extLst>
          </p:cNvPr>
          <p:cNvSpPr/>
          <p:nvPr/>
        </p:nvSpPr>
        <p:spPr>
          <a:xfrm>
            <a:off x="502920" y="644652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activation space is first partitioned precisely, then </a:t>
            </a:r>
            <a:r>
              <a:rPr lang="en-US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clusters with similar sample gradients are </a:t>
            </a:r>
            <a:r>
              <a:rPr lang="en-US" sz="1100" dirty="0" err="1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mearged</a:t>
            </a:r>
            <a:endParaRPr lang="en-US" sz="1100" noProof="0" dirty="0"/>
          </a:p>
        </p:txBody>
      </p:sp>
    </p:spTree>
    <p:extLst>
      <p:ext uri="{BB962C8B-B14F-4D97-AF65-F5344CB8AC3E}">
        <p14:creationId xmlns:p14="http://schemas.microsoft.com/office/powerpoint/2010/main" val="2935242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327009-F7E8-0B41-6510-E5A15AC3E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A45C66B5-4387-A946-8D09-249A1E314527}"/>
              </a:ext>
            </a:extLst>
          </p:cNvPr>
          <p:cNvGrpSpPr/>
          <p:nvPr/>
        </p:nvGrpSpPr>
        <p:grpSpPr>
          <a:xfrm>
            <a:off x="6215667" y="1018580"/>
            <a:ext cx="4982641" cy="4673805"/>
            <a:chOff x="6096000" y="863170"/>
            <a:chExt cx="4982641" cy="4673805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91AC1B3-7D12-9177-8F84-4AE432620719}"/>
                </a:ext>
              </a:extLst>
            </p:cNvPr>
            <p:cNvGrpSpPr/>
            <p:nvPr/>
          </p:nvGrpSpPr>
          <p:grpSpPr>
            <a:xfrm>
              <a:off x="6096000" y="1321025"/>
              <a:ext cx="4982641" cy="4215950"/>
              <a:chOff x="2387150" y="1278542"/>
              <a:chExt cx="4982641" cy="4215950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978DA86-8BCF-0ABF-1EC3-39F98E027402}"/>
                  </a:ext>
                </a:extLst>
              </p:cNvPr>
              <p:cNvSpPr/>
              <p:nvPr/>
            </p:nvSpPr>
            <p:spPr>
              <a:xfrm>
                <a:off x="2387150" y="1278542"/>
                <a:ext cx="4982641" cy="4215950"/>
              </a:xfrm>
              <a:prstGeom prst="rect">
                <a:avLst/>
              </a:prstGeom>
              <a:solidFill>
                <a:srgbClr val="F4EFE6"/>
              </a:solidFill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3" name="Free-form: Shape 2">
                <a:extLst>
                  <a:ext uri="{FF2B5EF4-FFF2-40B4-BE49-F238E27FC236}">
                    <a16:creationId xmlns:a16="http://schemas.microsoft.com/office/drawing/2014/main" id="{65E4F812-A58F-8A6C-427C-EA932065F70B}"/>
                  </a:ext>
                </a:extLst>
              </p:cNvPr>
              <p:cNvSpPr/>
              <p:nvPr/>
            </p:nvSpPr>
            <p:spPr>
              <a:xfrm>
                <a:off x="2483892" y="1349860"/>
                <a:ext cx="2968388" cy="2149522"/>
              </a:xfrm>
              <a:custGeom>
                <a:avLst/>
                <a:gdLst>
                  <a:gd name="csX0" fmla="*/ 0 w 2968388"/>
                  <a:gd name="csY0" fmla="*/ 0 h 2149522"/>
                  <a:gd name="csX1" fmla="*/ 20472 w 2968388"/>
                  <a:gd name="csY1" fmla="*/ 2149522 h 2149522"/>
                  <a:gd name="csX2" fmla="*/ 2135875 w 2968388"/>
                  <a:gd name="csY2" fmla="*/ 1351128 h 2149522"/>
                  <a:gd name="csX3" fmla="*/ 2968388 w 2968388"/>
                  <a:gd name="csY3" fmla="*/ 27295 h 2149522"/>
                  <a:gd name="csX4" fmla="*/ 0 w 2968388"/>
                  <a:gd name="csY4" fmla="*/ 0 h 214952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968388" h="2149522">
                    <a:moveTo>
                      <a:pt x="0" y="0"/>
                    </a:moveTo>
                    <a:lnTo>
                      <a:pt x="20472" y="2149522"/>
                    </a:lnTo>
                    <a:lnTo>
                      <a:pt x="2135875" y="1351128"/>
                    </a:lnTo>
                    <a:lnTo>
                      <a:pt x="2968388" y="272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A4800"/>
              </a:solidFill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5" name="Free-form: Shape 4">
                <a:extLst>
                  <a:ext uri="{FF2B5EF4-FFF2-40B4-BE49-F238E27FC236}">
                    <a16:creationId xmlns:a16="http://schemas.microsoft.com/office/drawing/2014/main" id="{53703595-2835-C56B-D29D-BFC5CBF7713F}"/>
                  </a:ext>
                </a:extLst>
              </p:cNvPr>
              <p:cNvSpPr/>
              <p:nvPr/>
            </p:nvSpPr>
            <p:spPr>
              <a:xfrm>
                <a:off x="2511188" y="2859206"/>
                <a:ext cx="2415654" cy="2497541"/>
              </a:xfrm>
              <a:custGeom>
                <a:avLst/>
                <a:gdLst>
                  <a:gd name="csX0" fmla="*/ 0 w 2415654"/>
                  <a:gd name="csY0" fmla="*/ 784747 h 2497541"/>
                  <a:gd name="csX1" fmla="*/ 13648 w 2415654"/>
                  <a:gd name="csY1" fmla="*/ 2497541 h 2497541"/>
                  <a:gd name="csX2" fmla="*/ 2415654 w 2415654"/>
                  <a:gd name="csY2" fmla="*/ 2483893 h 2497541"/>
                  <a:gd name="csX3" fmla="*/ 2163170 w 2415654"/>
                  <a:gd name="csY3" fmla="*/ 0 h 2497541"/>
                  <a:gd name="csX4" fmla="*/ 0 w 2415654"/>
                  <a:gd name="csY4" fmla="*/ 784747 h 24975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415654" h="2497541">
                    <a:moveTo>
                      <a:pt x="0" y="784747"/>
                    </a:moveTo>
                    <a:lnTo>
                      <a:pt x="13648" y="2497541"/>
                    </a:lnTo>
                    <a:lnTo>
                      <a:pt x="2415654" y="2483893"/>
                    </a:lnTo>
                    <a:lnTo>
                      <a:pt x="2163170" y="0"/>
                    </a:lnTo>
                    <a:lnTo>
                      <a:pt x="0" y="784747"/>
                    </a:lnTo>
                    <a:close/>
                  </a:path>
                </a:pathLst>
              </a:custGeom>
              <a:solidFill>
                <a:srgbClr val="00AC7B"/>
              </a:solidFill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9" name="Free-form: Shape 8">
                <a:extLst>
                  <a:ext uri="{FF2B5EF4-FFF2-40B4-BE49-F238E27FC236}">
                    <a16:creationId xmlns:a16="http://schemas.microsoft.com/office/drawing/2014/main" id="{216B9C8E-1827-8826-A599-4A8089A2139F}"/>
                  </a:ext>
                </a:extLst>
              </p:cNvPr>
              <p:cNvSpPr/>
              <p:nvPr/>
            </p:nvSpPr>
            <p:spPr>
              <a:xfrm>
                <a:off x="4794033" y="1349860"/>
                <a:ext cx="2464303" cy="1733266"/>
              </a:xfrm>
              <a:custGeom>
                <a:avLst/>
                <a:gdLst>
                  <a:gd name="csX0" fmla="*/ 2456597 w 2464303"/>
                  <a:gd name="csY0" fmla="*/ 1733266 h 1733266"/>
                  <a:gd name="csX1" fmla="*/ 2456597 w 2464303"/>
                  <a:gd name="csY1" fmla="*/ 1733266 h 1733266"/>
                  <a:gd name="csX2" fmla="*/ 2463421 w 2464303"/>
                  <a:gd name="csY2" fmla="*/ 1248770 h 1733266"/>
                  <a:gd name="csX3" fmla="*/ 2436125 w 2464303"/>
                  <a:gd name="csY3" fmla="*/ 798394 h 1733266"/>
                  <a:gd name="csX4" fmla="*/ 2429302 w 2464303"/>
                  <a:gd name="csY4" fmla="*/ 668740 h 1733266"/>
                  <a:gd name="csX5" fmla="*/ 2436125 w 2464303"/>
                  <a:gd name="csY5" fmla="*/ 429904 h 1733266"/>
                  <a:gd name="csX6" fmla="*/ 2449773 w 2464303"/>
                  <a:gd name="csY6" fmla="*/ 252484 h 1733266"/>
                  <a:gd name="csX7" fmla="*/ 2456597 w 2464303"/>
                  <a:gd name="csY7" fmla="*/ 136478 h 1733266"/>
                  <a:gd name="csX8" fmla="*/ 2463421 w 2464303"/>
                  <a:gd name="csY8" fmla="*/ 40943 h 1733266"/>
                  <a:gd name="csX9" fmla="*/ 2463421 w 2464303"/>
                  <a:gd name="csY9" fmla="*/ 0 h 1733266"/>
                  <a:gd name="csX10" fmla="*/ 798394 w 2464303"/>
                  <a:gd name="csY10" fmla="*/ 40943 h 1733266"/>
                  <a:gd name="csX11" fmla="*/ 0 w 2464303"/>
                  <a:gd name="csY11" fmla="*/ 1310185 h 1733266"/>
                  <a:gd name="csX12" fmla="*/ 2456597 w 2464303"/>
                  <a:gd name="csY12" fmla="*/ 1733266 h 17332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2464303" h="1733266">
                    <a:moveTo>
                      <a:pt x="2456597" y="1733266"/>
                    </a:moveTo>
                    <a:lnTo>
                      <a:pt x="2456597" y="1733266"/>
                    </a:lnTo>
                    <a:cubicBezTo>
                      <a:pt x="2458872" y="1571767"/>
                      <a:pt x="2466957" y="1410246"/>
                      <a:pt x="2463421" y="1248770"/>
                    </a:cubicBezTo>
                    <a:cubicBezTo>
                      <a:pt x="2460128" y="1098405"/>
                      <a:pt x="2444957" y="948535"/>
                      <a:pt x="2436125" y="798394"/>
                    </a:cubicBezTo>
                    <a:cubicBezTo>
                      <a:pt x="2433584" y="755191"/>
                      <a:pt x="2431576" y="711958"/>
                      <a:pt x="2429302" y="668740"/>
                    </a:cubicBezTo>
                    <a:cubicBezTo>
                      <a:pt x="2431576" y="589128"/>
                      <a:pt x="2432213" y="509452"/>
                      <a:pt x="2436125" y="429904"/>
                    </a:cubicBezTo>
                    <a:cubicBezTo>
                      <a:pt x="2439039" y="370661"/>
                      <a:pt x="2445645" y="311655"/>
                      <a:pt x="2449773" y="252484"/>
                    </a:cubicBezTo>
                    <a:cubicBezTo>
                      <a:pt x="2452469" y="213842"/>
                      <a:pt x="2453241" y="175068"/>
                      <a:pt x="2456597" y="136478"/>
                    </a:cubicBezTo>
                    <a:cubicBezTo>
                      <a:pt x="2466413" y="23600"/>
                      <a:pt x="2463421" y="180369"/>
                      <a:pt x="2463421" y="40943"/>
                    </a:cubicBezTo>
                    <a:lnTo>
                      <a:pt x="2463421" y="0"/>
                    </a:lnTo>
                    <a:lnTo>
                      <a:pt x="798394" y="40943"/>
                    </a:lnTo>
                    <a:lnTo>
                      <a:pt x="0" y="1310185"/>
                    </a:lnTo>
                    <a:lnTo>
                      <a:pt x="2456597" y="1733266"/>
                    </a:lnTo>
                    <a:close/>
                  </a:path>
                </a:pathLst>
              </a:custGeom>
              <a:solidFill>
                <a:srgbClr val="EA4800"/>
              </a:solidFill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2" name="Free-form: Shape 11">
                <a:extLst>
                  <a:ext uri="{FF2B5EF4-FFF2-40B4-BE49-F238E27FC236}">
                    <a16:creationId xmlns:a16="http://schemas.microsoft.com/office/drawing/2014/main" id="{3F9E36E4-DE4A-6882-510B-F5DE36B3B228}"/>
                  </a:ext>
                </a:extLst>
              </p:cNvPr>
              <p:cNvSpPr/>
              <p:nvPr/>
            </p:nvSpPr>
            <p:spPr>
              <a:xfrm>
                <a:off x="4831307" y="2845559"/>
                <a:ext cx="2402006" cy="2545308"/>
              </a:xfrm>
              <a:custGeom>
                <a:avLst/>
                <a:gdLst>
                  <a:gd name="csX0" fmla="*/ 272956 w 2402006"/>
                  <a:gd name="csY0" fmla="*/ 2504364 h 2545308"/>
                  <a:gd name="csX1" fmla="*/ 2388359 w 2402006"/>
                  <a:gd name="csY1" fmla="*/ 2545308 h 2545308"/>
                  <a:gd name="csX2" fmla="*/ 2402006 w 2402006"/>
                  <a:gd name="csY2" fmla="*/ 423081 h 2545308"/>
                  <a:gd name="csX3" fmla="*/ 0 w 2402006"/>
                  <a:gd name="csY3" fmla="*/ 0 h 2545308"/>
                  <a:gd name="csX4" fmla="*/ 272956 w 2402006"/>
                  <a:gd name="csY4" fmla="*/ 2504364 h 25453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402006" h="2545308">
                    <a:moveTo>
                      <a:pt x="272956" y="2504364"/>
                    </a:moveTo>
                    <a:lnTo>
                      <a:pt x="2388359" y="2545308"/>
                    </a:lnTo>
                    <a:lnTo>
                      <a:pt x="2402006" y="423081"/>
                    </a:lnTo>
                    <a:lnTo>
                      <a:pt x="0" y="0"/>
                    </a:lnTo>
                    <a:lnTo>
                      <a:pt x="272956" y="2504364"/>
                    </a:lnTo>
                    <a:close/>
                  </a:path>
                </a:pathLst>
              </a:custGeom>
              <a:solidFill>
                <a:srgbClr val="00AC7B"/>
              </a:solidFill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5E277C68-0CDA-400D-B1EF-3BA6C27C2933}"/>
                </a:ext>
              </a:extLst>
            </p:cNvPr>
            <p:cNvCxnSpPr/>
            <p:nvPr/>
          </p:nvCxnSpPr>
          <p:spPr>
            <a:xfrm flipV="1">
              <a:off x="8568982" y="863170"/>
              <a:ext cx="893175" cy="1173480"/>
            </a:xfrm>
            <a:prstGeom prst="straightConnector1">
              <a:avLst/>
            </a:prstGeom>
            <a:ln w="38100">
              <a:solidFill>
                <a:srgbClr val="13141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F1BC9F0-682B-BE5E-E31C-9FCC4C43F3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60638" y="914347"/>
              <a:ext cx="352155" cy="1139363"/>
            </a:xfrm>
            <a:prstGeom prst="straightConnector1">
              <a:avLst/>
            </a:prstGeom>
            <a:ln w="38100">
              <a:solidFill>
                <a:srgbClr val="13141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BD57C64C-88C8-AC2C-3DAD-6F54FA30EE07}"/>
                </a:ext>
              </a:extLst>
            </p:cNvPr>
            <p:cNvCxnSpPr>
              <a:cxnSpLocks/>
            </p:cNvCxnSpPr>
            <p:nvPr/>
          </p:nvCxnSpPr>
          <p:spPr>
            <a:xfrm>
              <a:off x="8560638" y="3972913"/>
              <a:ext cx="447993" cy="680573"/>
            </a:xfrm>
            <a:prstGeom prst="straightConnector1">
              <a:avLst/>
            </a:prstGeom>
            <a:ln w="38100">
              <a:solidFill>
                <a:srgbClr val="13141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AD097FCF-653F-72C3-1234-D2B25FCAA6B2}"/>
                </a:ext>
              </a:extLst>
            </p:cNvPr>
            <p:cNvCxnSpPr>
              <a:cxnSpLocks/>
            </p:cNvCxnSpPr>
            <p:nvPr/>
          </p:nvCxnSpPr>
          <p:spPr>
            <a:xfrm>
              <a:off x="8578304" y="3981442"/>
              <a:ext cx="69906" cy="1020860"/>
            </a:xfrm>
            <a:prstGeom prst="straightConnector1">
              <a:avLst/>
            </a:prstGeom>
            <a:ln w="38100">
              <a:solidFill>
                <a:srgbClr val="13141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 1">
            <a:extLst>
              <a:ext uri="{FF2B5EF4-FFF2-40B4-BE49-F238E27FC236}">
                <a16:creationId xmlns:a16="http://schemas.microsoft.com/office/drawing/2014/main" id="{9CB63070-DA4B-399B-6EA4-8728C664C602}"/>
              </a:ext>
            </a:extLst>
          </p:cNvPr>
          <p:cNvSpPr/>
          <p:nvPr/>
        </p:nvSpPr>
        <p:spPr>
          <a:xfrm>
            <a:off x="502920" y="51206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KITSUNE - Stitching</a:t>
            </a:r>
            <a:endParaRPr lang="en-US" sz="3000" noProof="0" dirty="0"/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9810DC62-CEC5-3C74-28A3-38FC75BB0E58}"/>
              </a:ext>
            </a:extLst>
          </p:cNvPr>
          <p:cNvSpPr/>
          <p:nvPr/>
        </p:nvSpPr>
        <p:spPr>
          <a:xfrm>
            <a:off x="502920" y="2560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60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KITSUNE</a:t>
            </a:r>
            <a:endParaRPr lang="en-US" sz="1200" noProof="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1AF912-8353-9BA4-096A-F69E4C185357}"/>
              </a:ext>
            </a:extLst>
          </p:cNvPr>
          <p:cNvSpPr txBox="1"/>
          <p:nvPr/>
        </p:nvSpPr>
        <p:spPr>
          <a:xfrm>
            <a:off x="6321713" y="5763703"/>
            <a:ext cx="35961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noProof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Partitions of the L1 embedding space, and their respective average sample gradients.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6" name="Diagram 25">
                <a:extLst>
                  <a:ext uri="{FF2B5EF4-FFF2-40B4-BE49-F238E27FC236}">
                    <a16:creationId xmlns:a16="http://schemas.microsoft.com/office/drawing/2014/main" id="{DC22F090-AF5B-A226-F668-38B06B9E6363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095438972"/>
                  </p:ext>
                </p:extLst>
              </p:nvPr>
            </p:nvGraphicFramePr>
            <p:xfrm>
              <a:off x="-50978" y="1598554"/>
              <a:ext cx="5662688" cy="4041006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26" name="Diagram 25">
                <a:extLst>
                  <a:ext uri="{FF2B5EF4-FFF2-40B4-BE49-F238E27FC236}">
                    <a16:creationId xmlns:a16="http://schemas.microsoft.com/office/drawing/2014/main" id="{DC22F090-AF5B-A226-F668-38B06B9E6363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095438972"/>
                  </p:ext>
                </p:extLst>
              </p:nvPr>
            </p:nvGraphicFramePr>
            <p:xfrm>
              <a:off x="-50978" y="1598554"/>
              <a:ext cx="5662688" cy="4041006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FC610462-5F82-3D36-15F7-F8DB282D3027}"/>
              </a:ext>
            </a:extLst>
          </p:cNvPr>
          <p:cNvSpPr txBox="1"/>
          <p:nvPr/>
        </p:nvSpPr>
        <p:spPr>
          <a:xfrm>
            <a:off x="7517337" y="2267274"/>
            <a:ext cx="1386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Expert 1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F54E17-135F-6AF8-F1B5-A054722E2339}"/>
              </a:ext>
            </a:extLst>
          </p:cNvPr>
          <p:cNvSpPr txBox="1"/>
          <p:nvPr/>
        </p:nvSpPr>
        <p:spPr>
          <a:xfrm>
            <a:off x="9186101" y="3880891"/>
            <a:ext cx="1386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Expert 2</a:t>
            </a:r>
            <a:endParaRPr lang="en-US" dirty="0"/>
          </a:p>
        </p:txBody>
      </p:sp>
      <p:sp>
        <p:nvSpPr>
          <p:cNvPr id="11" name="Text 19">
            <a:extLst>
              <a:ext uri="{FF2B5EF4-FFF2-40B4-BE49-F238E27FC236}">
                <a16:creationId xmlns:a16="http://schemas.microsoft.com/office/drawing/2014/main" id="{617FCA5E-CA99-368E-AE34-AE5C96E64CFB}"/>
              </a:ext>
            </a:extLst>
          </p:cNvPr>
          <p:cNvSpPr/>
          <p:nvPr/>
        </p:nvSpPr>
        <p:spPr>
          <a:xfrm>
            <a:off x="10195560" y="6446520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16</a:t>
            </a:r>
            <a:endParaRPr lang="en-US" sz="1100" noProof="0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FB0BCDA8-F8F1-019B-51DE-5EFD090EE45F}"/>
              </a:ext>
            </a:extLst>
          </p:cNvPr>
          <p:cNvSpPr/>
          <p:nvPr/>
        </p:nvSpPr>
        <p:spPr>
          <a:xfrm>
            <a:off x="502920" y="644652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activation space is first partitioned precisely, then </a:t>
            </a:r>
            <a:r>
              <a:rPr lang="en-US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clusters with similar sample gradients are </a:t>
            </a:r>
            <a:r>
              <a:rPr lang="en-US" sz="1100" dirty="0" err="1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mearged</a:t>
            </a:r>
            <a:endParaRPr lang="en-US" sz="1100" noProof="0" dirty="0"/>
          </a:p>
        </p:txBody>
      </p:sp>
    </p:spTree>
    <p:extLst>
      <p:ext uri="{BB962C8B-B14F-4D97-AF65-F5344CB8AC3E}">
        <p14:creationId xmlns:p14="http://schemas.microsoft.com/office/powerpoint/2010/main" val="41845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60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KITSUNE</a:t>
            </a:r>
            <a:endParaRPr lang="en-US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Online inference needs no gradients</a:t>
            </a:r>
            <a:endParaRPr lang="en-US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468880" cy="1965960"/>
          </a:xfrm>
          <a:prstGeom prst="roundRect">
            <a:avLst>
              <a:gd name="adj" fmla="val 3721"/>
            </a:avLst>
          </a:prstGeom>
          <a:solidFill>
            <a:srgbClr val="FCFAF6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L1</a:t>
            </a:r>
            <a:endParaRPr lang="en-US" sz="1800" noProof="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updated</a:t>
            </a:r>
            <a:endParaRPr lang="en-US" sz="1400" noProof="0" dirty="0"/>
          </a:p>
          <a:p>
            <a:pPr marL="0" indent="0" algn="ctr">
              <a:buNone/>
            </a:pPr>
            <a:r>
              <a:rPr lang="en-US" sz="14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incrementally</a:t>
            </a:r>
            <a:endParaRPr lang="en-US" sz="1400" noProof="0" dirty="0"/>
          </a:p>
        </p:txBody>
      </p:sp>
      <p:sp>
        <p:nvSpPr>
          <p:cNvPr id="7" name="Shape 5"/>
          <p:cNvSpPr/>
          <p:nvPr/>
        </p:nvSpPr>
        <p:spPr>
          <a:xfrm>
            <a:off x="2990088" y="2240280"/>
            <a:ext cx="365760" cy="219456"/>
          </a:xfrm>
          <a:prstGeom prst="rightArrow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8" name="Shape 6"/>
          <p:cNvSpPr/>
          <p:nvPr/>
        </p:nvSpPr>
        <p:spPr>
          <a:xfrm>
            <a:off x="3429000" y="1463040"/>
            <a:ext cx="2468880" cy="1965960"/>
          </a:xfrm>
          <a:prstGeom prst="roundRect">
            <a:avLst>
              <a:gd name="adj" fmla="val 3721"/>
            </a:avLst>
          </a:prstGeom>
          <a:solidFill>
            <a:srgbClr val="FCFAF6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9" name="Text 7"/>
          <p:cNvSpPr/>
          <p:nvPr/>
        </p:nvSpPr>
        <p:spPr>
          <a:xfrm>
            <a:off x="3566160" y="1645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 router</a:t>
            </a:r>
            <a:endParaRPr lang="en-US" sz="1800" noProof="0" dirty="0"/>
          </a:p>
        </p:txBody>
      </p:sp>
      <p:sp>
        <p:nvSpPr>
          <p:cNvPr id="10" name="Text 8"/>
          <p:cNvSpPr/>
          <p:nvPr/>
        </p:nvSpPr>
        <p:spPr>
          <a:xfrm>
            <a:off x="3566160" y="23317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Micro-bucket m</a:t>
            </a:r>
            <a:endParaRPr lang="en-US" sz="1400" noProof="0" dirty="0"/>
          </a:p>
        </p:txBody>
      </p:sp>
      <p:sp>
        <p:nvSpPr>
          <p:cNvPr id="11" name="Shape 9"/>
          <p:cNvSpPr/>
          <p:nvPr/>
        </p:nvSpPr>
        <p:spPr>
          <a:xfrm>
            <a:off x="5916168" y="2240280"/>
            <a:ext cx="365760" cy="219456"/>
          </a:xfrm>
          <a:prstGeom prst="rightArrow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Shape 10"/>
          <p:cNvSpPr/>
          <p:nvPr/>
        </p:nvSpPr>
        <p:spPr>
          <a:xfrm>
            <a:off x="6355080" y="1463040"/>
            <a:ext cx="2468880" cy="1965960"/>
          </a:xfrm>
          <a:prstGeom prst="roundRect">
            <a:avLst>
              <a:gd name="adj" fmla="val 3721"/>
            </a:avLst>
          </a:prstGeom>
          <a:solidFill>
            <a:srgbClr val="FCFAF6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3" name="Text 11"/>
          <p:cNvSpPr/>
          <p:nvPr/>
        </p:nvSpPr>
        <p:spPr>
          <a:xfrm>
            <a:off x="6492240" y="1645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Static lookup</a:t>
            </a:r>
            <a:endParaRPr lang="en-US" sz="1800" noProof="0" dirty="0"/>
          </a:p>
        </p:txBody>
      </p:sp>
      <p:sp>
        <p:nvSpPr>
          <p:cNvPr id="14" name="Text 12"/>
          <p:cNvSpPr/>
          <p:nvPr/>
        </p:nvSpPr>
        <p:spPr>
          <a:xfrm>
            <a:off x="6492240" y="23317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T[m]</a:t>
            </a:r>
            <a:endParaRPr lang="en-US" sz="1400" noProof="0" dirty="0"/>
          </a:p>
        </p:txBody>
      </p:sp>
      <p:sp>
        <p:nvSpPr>
          <p:cNvPr id="15" name="Shape 13"/>
          <p:cNvSpPr/>
          <p:nvPr/>
        </p:nvSpPr>
        <p:spPr>
          <a:xfrm>
            <a:off x="8842248" y="2240280"/>
            <a:ext cx="365760" cy="219456"/>
          </a:xfrm>
          <a:prstGeom prst="rightArrow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6" name="Shape 14"/>
          <p:cNvSpPr/>
          <p:nvPr/>
        </p:nvSpPr>
        <p:spPr>
          <a:xfrm>
            <a:off x="9281160" y="1463040"/>
            <a:ext cx="2468880" cy="1965960"/>
          </a:xfrm>
          <a:prstGeom prst="roundRect">
            <a:avLst>
              <a:gd name="adj" fmla="val 3721"/>
            </a:avLst>
          </a:prstGeom>
          <a:solidFill>
            <a:srgbClr val="0E1B2C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7" name="Text 15"/>
          <p:cNvSpPr/>
          <p:nvPr/>
        </p:nvSpPr>
        <p:spPr>
          <a:xfrm>
            <a:off x="9418320" y="1645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noProof="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head</a:t>
            </a:r>
            <a:endParaRPr lang="en-US" sz="1800" noProof="0" dirty="0"/>
          </a:p>
        </p:txBody>
      </p:sp>
      <p:sp>
        <p:nvSpPr>
          <p:cNvPr id="18" name="Text 16"/>
          <p:cNvSpPr/>
          <p:nvPr/>
        </p:nvSpPr>
        <p:spPr>
          <a:xfrm>
            <a:off x="9418320" y="23317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noProof="0" dirty="0">
                <a:solidFill>
                  <a:srgbClr val="E7D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WDL output</a:t>
            </a:r>
            <a:endParaRPr lang="en-US" sz="1400" noProof="0" dirty="0"/>
          </a:p>
        </p:txBody>
      </p:sp>
      <p:sp>
        <p:nvSpPr>
          <p:cNvPr id="19" name="Shape 17"/>
          <p:cNvSpPr/>
          <p:nvPr/>
        </p:nvSpPr>
        <p:spPr>
          <a:xfrm>
            <a:off x="502920" y="3703320"/>
            <a:ext cx="11183112" cy="2331720"/>
          </a:xfrm>
          <a:prstGeom prst="roundRect">
            <a:avLst>
              <a:gd name="adj" fmla="val 3137"/>
            </a:avLst>
          </a:prstGeom>
          <a:solidFill>
            <a:srgbClr val="FCFAF6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20" name="Text 18"/>
          <p:cNvSpPr/>
          <p:nvPr/>
        </p:nvSpPr>
        <p:spPr>
          <a:xfrm>
            <a:off x="777240" y="39319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noProof="0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online cost is a linear map plus a table lookup. Convex micro-buckets are what make that map enough.</a:t>
            </a:r>
            <a:endParaRPr lang="en-US" sz="1800" noProof="0" dirty="0"/>
          </a:p>
        </p:txBody>
      </p:sp>
      <p:sp>
        <p:nvSpPr>
          <p:cNvPr id="21" name="Text 19"/>
          <p:cNvSpPr/>
          <p:nvPr/>
        </p:nvSpPr>
        <p:spPr>
          <a:xfrm>
            <a:off x="777240" y="48006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routed mixture on the weaker base is measured. It does not require a gradient at play time.</a:t>
            </a:r>
            <a:endParaRPr lang="en-US" sz="1800" noProof="0" dirty="0"/>
          </a:p>
        </p:txBody>
      </p:sp>
      <p:sp>
        <p:nvSpPr>
          <p:cNvPr id="22" name="Shape 20"/>
          <p:cNvSpPr/>
          <p:nvPr/>
        </p:nvSpPr>
        <p:spPr>
          <a:xfrm>
            <a:off x="502920" y="6382512"/>
            <a:ext cx="11183112" cy="9144"/>
          </a:xfrm>
          <a:prstGeom prst="rect">
            <a:avLst/>
          </a:prstGeom>
          <a:solidFill>
            <a:srgbClr val="C9C2B6"/>
          </a:solidFill>
          <a:ln w="12700">
            <a:solidFill>
              <a:srgbClr val="C9C2B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4" name="Text 22"/>
          <p:cNvSpPr/>
          <p:nvPr/>
        </p:nvSpPr>
        <p:spPr>
          <a:xfrm>
            <a:off x="10195560" y="6446520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noProof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12" grpId="0" animBg="1"/>
      <p:bldP spid="1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60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KITSUNE</a:t>
            </a:r>
            <a:endParaRPr lang="en-US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KITSUNE matches that L1 result…</a:t>
            </a:r>
            <a:endParaRPr lang="en-US" sz="28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074920" cy="1481328"/>
          </a:xfrm>
          <a:prstGeom prst="roundRect">
            <a:avLst>
              <a:gd name="adj" fmla="val 4938"/>
            </a:avLst>
          </a:prstGeom>
          <a:solidFill>
            <a:srgbClr val="E5EFE8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 3"/>
          <p:cNvSpPr/>
          <p:nvPr/>
        </p:nvSpPr>
        <p:spPr>
          <a:xfrm>
            <a:off x="640080" y="1389888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noProof="0" dirty="0">
                <a:solidFill>
                  <a:srgbClr val="1E4D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0.65043</a:t>
            </a:r>
            <a:endParaRPr lang="en-US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640080" y="1810512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noProof="0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mixture</a:t>
            </a:r>
            <a:endParaRPr lang="en-US" sz="1300" noProof="0" dirty="0"/>
          </a:p>
        </p:txBody>
      </p:sp>
      <p:sp>
        <p:nvSpPr>
          <p:cNvPr id="7" name="Text 5"/>
          <p:cNvSpPr/>
          <p:nvPr/>
        </p:nvSpPr>
        <p:spPr>
          <a:xfrm>
            <a:off x="640080" y="2084832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noProof="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16, two micro-buckets per expert. 0.0033 below the base, and 0.0005 higher than the best L1 run.</a:t>
            </a:r>
            <a:endParaRPr lang="en-US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5074920" cy="1481328"/>
          </a:xfrm>
          <a:prstGeom prst="roundRect">
            <a:avLst>
              <a:gd name="adj" fmla="val 4938"/>
            </a:avLst>
          </a:prstGeom>
          <a:solidFill>
            <a:srgbClr val="F3E4E1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9" name="Text 7"/>
          <p:cNvSpPr/>
          <p:nvPr/>
        </p:nvSpPr>
        <p:spPr>
          <a:xfrm>
            <a:off x="640080" y="2990088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noProof="0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0.60234</a:t>
            </a:r>
            <a:endParaRPr lang="en-US" sz="2400" noProof="0" dirty="0"/>
          </a:p>
        </p:txBody>
      </p:sp>
      <p:sp>
        <p:nvSpPr>
          <p:cNvPr id="10" name="Text 8"/>
          <p:cNvSpPr/>
          <p:nvPr/>
        </p:nvSpPr>
        <p:spPr>
          <a:xfrm>
            <a:off x="640080" y="3410712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noProof="0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expert, own bucket</a:t>
            </a:r>
            <a:endParaRPr lang="en-US" sz="1300" noProof="0" dirty="0"/>
          </a:p>
        </p:txBody>
      </p:sp>
      <p:sp>
        <p:nvSpPr>
          <p:cNvPr id="11" name="Text 9"/>
          <p:cNvSpPr/>
          <p:nvPr/>
        </p:nvSpPr>
        <p:spPr>
          <a:xfrm>
            <a:off x="640080" y="3685032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noProof="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4. A 7.85% reduction against the base CE. Factor 2 is already at 0.60571.</a:t>
            </a:r>
            <a:endParaRPr lang="en-US" sz="1200" noProof="0" dirty="0"/>
          </a:p>
        </p:txBody>
      </p:sp>
      <p:sp>
        <p:nvSpPr>
          <p:cNvPr id="12" name="Shape 10"/>
          <p:cNvSpPr/>
          <p:nvPr/>
        </p:nvSpPr>
        <p:spPr>
          <a:xfrm>
            <a:off x="457200" y="4480560"/>
            <a:ext cx="5074920" cy="1481328"/>
          </a:xfrm>
          <a:prstGeom prst="roundRect">
            <a:avLst>
              <a:gd name="adj" fmla="val 4938"/>
            </a:avLst>
          </a:prstGeom>
          <a:solidFill>
            <a:srgbClr val="EAE3D5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3" name="Text 11"/>
          <p:cNvSpPr/>
          <p:nvPr/>
        </p:nvSpPr>
        <p:spPr>
          <a:xfrm>
            <a:off x="640080" y="4590288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Refinement factor at 16x</a:t>
            </a:r>
            <a:endParaRPr lang="en-US" sz="2400" noProof="0" dirty="0"/>
          </a:p>
        </p:txBody>
      </p:sp>
      <p:sp>
        <p:nvSpPr>
          <p:cNvPr id="14" name="Text 12"/>
          <p:cNvSpPr/>
          <p:nvPr/>
        </p:nvSpPr>
        <p:spPr>
          <a:xfrm>
            <a:off x="640080" y="5010912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noProof="0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no significant improvement</a:t>
            </a:r>
            <a:endParaRPr lang="en-US" sz="1300" noProof="0" dirty="0"/>
          </a:p>
        </p:txBody>
      </p:sp>
      <p:sp>
        <p:nvSpPr>
          <p:cNvPr id="15" name="Text 13"/>
          <p:cNvSpPr/>
          <p:nvPr/>
        </p:nvSpPr>
        <p:spPr>
          <a:xfrm>
            <a:off x="640080" y="5285232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noProof="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K = 16 the mixture rises to 0.65138 and the best expert to 0.60865.</a:t>
            </a:r>
            <a:endParaRPr lang="en-US" sz="1200" noProof="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4888143"/>
              </p:ext>
            </p:extLst>
          </p:nvPr>
        </p:nvGraphicFramePr>
        <p:xfrm>
          <a:off x="5715000" y="1280160"/>
          <a:ext cx="5989320" cy="470916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86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noProof="0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noProof="0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B′/K</a:t>
                      </a:r>
                      <a:endParaRPr lang="en-US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noProof="0" dirty="0" err="1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MoE</a:t>
                      </a:r>
                      <a:r>
                        <a:rPr lang="en-US" sz="1100" b="1" noProof="0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CE</a:t>
                      </a:r>
                      <a:endParaRPr lang="en-US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noProof="0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expert</a:t>
                      </a:r>
                      <a:endParaRPr lang="en-US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noProof="0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Gain</a:t>
                      </a:r>
                      <a:endParaRPr lang="en-US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0.65118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0.63726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2.51%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0.65137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0.64050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2.01%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0.65102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0.61748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5.54%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0.65093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0.61275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6.26%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0.65043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0.60571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7.34%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0.65061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0.60234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7.85%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4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3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3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0.65138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3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0.60865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3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6.89%</a:t>
                      </a:r>
                      <a:endParaRPr lang="en-US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502920" y="6382512"/>
            <a:ext cx="11183112" cy="9144"/>
          </a:xfrm>
          <a:prstGeom prst="rect">
            <a:avLst/>
          </a:prstGeom>
          <a:solidFill>
            <a:srgbClr val="C9C2B6"/>
          </a:solidFill>
          <a:ln w="12700">
            <a:solidFill>
              <a:srgbClr val="C9C2B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8" name="Text 15"/>
          <p:cNvSpPr/>
          <p:nvPr/>
        </p:nvSpPr>
        <p:spPr>
          <a:xfrm>
            <a:off x="502920" y="644652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5.16. Expert gain uses the full-base CE, not a same-bucket comparison. Strong-base KITSUNE, Elo, and nodes per second are still open.</a:t>
            </a:r>
            <a:endParaRPr lang="en-US" sz="1100" noProof="0" dirty="0"/>
          </a:p>
        </p:txBody>
      </p:sp>
      <p:sp>
        <p:nvSpPr>
          <p:cNvPr id="19" name="Text 16"/>
          <p:cNvSpPr/>
          <p:nvPr/>
        </p:nvSpPr>
        <p:spPr>
          <a:xfrm>
            <a:off x="10195560" y="6446520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it-IT" sz="1100" noProof="0" dirty="0"/>
              <a:t>18</a:t>
            </a:r>
            <a:endParaRPr lang="en-US" sz="1100" noProof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AA98D0C-D0F3-DB38-FE21-01451E095336}"/>
              </a:ext>
            </a:extLst>
          </p:cNvPr>
          <p:cNvGrpSpPr/>
          <p:nvPr/>
        </p:nvGrpSpPr>
        <p:grpSpPr>
          <a:xfrm>
            <a:off x="5978420" y="378054"/>
            <a:ext cx="6016388" cy="6101892"/>
            <a:chOff x="6096000" y="661915"/>
            <a:chExt cx="6016388" cy="6101892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F27CBBC4-79F3-187B-4FF0-1D0C8F447D26}"/>
                </a:ext>
              </a:extLst>
            </p:cNvPr>
            <p:cNvSpPr/>
            <p:nvPr/>
          </p:nvSpPr>
          <p:spPr>
            <a:xfrm>
              <a:off x="6096000" y="661915"/>
              <a:ext cx="6016388" cy="6101892"/>
            </a:xfrm>
            <a:prstGeom prst="roundRect">
              <a:avLst>
                <a:gd name="adj" fmla="val 6634"/>
              </a:avLst>
            </a:prstGeom>
            <a:solidFill>
              <a:srgbClr val="FFFFFF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B5AB761-92A5-344B-0549-E2B8A6372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35257" y="905510"/>
              <a:ext cx="5774791" cy="5729986"/>
            </a:xfrm>
            <a:prstGeom prst="rect">
              <a:avLst/>
            </a:prstGeom>
          </p:spPr>
        </p:pic>
      </p:grpSp>
      <p:sp>
        <p:nvSpPr>
          <p:cNvPr id="7" name="Text 1">
            <a:extLst>
              <a:ext uri="{FF2B5EF4-FFF2-40B4-BE49-F238E27FC236}">
                <a16:creationId xmlns:a16="http://schemas.microsoft.com/office/drawing/2014/main" id="{1DE506A3-CA3B-58E9-AEEE-3924ABDFC648}"/>
              </a:ext>
            </a:extLst>
          </p:cNvPr>
          <p:cNvSpPr/>
          <p:nvPr/>
        </p:nvSpPr>
        <p:spPr>
          <a:xfrm>
            <a:off x="502920" y="51206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Some Last-minute Results!</a:t>
            </a:r>
            <a:endParaRPr lang="en-US" sz="30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Diagram 16">
                <a:extLst>
                  <a:ext uri="{FF2B5EF4-FFF2-40B4-BE49-F238E27FC236}">
                    <a16:creationId xmlns:a16="http://schemas.microsoft.com/office/drawing/2014/main" id="{B15FC55C-758E-D28F-3002-E8D4AF4133BA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72922914"/>
                  </p:ext>
                </p:extLst>
              </p:nvPr>
            </p:nvGraphicFramePr>
            <p:xfrm>
              <a:off x="-81458" y="2383414"/>
              <a:ext cx="5662688" cy="4041006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 xmlns="">
          <p:graphicFrame>
            <p:nvGraphicFramePr>
              <p:cNvPr id="17" name="Diagram 16">
                <a:extLst>
                  <a:ext uri="{FF2B5EF4-FFF2-40B4-BE49-F238E27FC236}">
                    <a16:creationId xmlns:a16="http://schemas.microsoft.com/office/drawing/2014/main" id="{B15FC55C-758E-D28F-3002-E8D4AF4133BA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72922914"/>
                  </p:ext>
                </p:extLst>
              </p:nvPr>
            </p:nvGraphicFramePr>
            <p:xfrm>
              <a:off x="-81458" y="2383414"/>
              <a:ext cx="5662688" cy="4041006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9" r:qs="rId10" r:cs="rId11"/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67AC420D-17E4-2172-D8F0-83CAD608C6E1}"/>
                  </a:ext>
                </a:extLst>
              </p:cNvPr>
              <p:cNvSpPr/>
              <p:nvPr/>
            </p:nvSpPr>
            <p:spPr>
              <a:xfrm>
                <a:off x="1485900" y="1519428"/>
                <a:ext cx="3375660" cy="739140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  <a:alpha val="87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𝑟𝑒𝑓𝑖𝑛𝑒𝑚𝑒𝑛𝑡</m:t>
                        </m:r>
                      </m:sub>
                    </m:sSub>
                  </m:oMath>
                </a14:m>
                <a:r>
                  <a:rPr lang="en-US" noProof="0" dirty="0">
                    <a:solidFill>
                      <a:schemeClr val="tx1"/>
                    </a:solidFill>
                  </a:rPr>
                  <a:t> needs to be </a:t>
                </a:r>
              </a:p>
              <a:p>
                <a:pPr algn="ctr"/>
                <a:r>
                  <a:rPr lang="en-US" b="1" noProof="0" dirty="0">
                    <a:solidFill>
                      <a:schemeClr val="tx1"/>
                    </a:solidFill>
                  </a:rPr>
                  <a:t>way bigger</a:t>
                </a:r>
                <a:r>
                  <a:rPr lang="en-US" noProof="0" dirty="0">
                    <a:solidFill>
                      <a:schemeClr val="tx1"/>
                    </a:solidFill>
                  </a:rPr>
                  <a:t>!</a:t>
                </a:r>
              </a:p>
            </p:txBody>
          </p:sp>
        </mc:Choice>
        <mc:Fallback xmlns="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67AC420D-17E4-2172-D8F0-83CAD608C6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5900" y="1519428"/>
                <a:ext cx="3375660" cy="739140"/>
              </a:xfrm>
              <a:prstGeom prst="roundRect">
                <a:avLst/>
              </a:prstGeom>
              <a:blipFill>
                <a:blip r:embed="rId12"/>
                <a:stretch>
                  <a:fillRect b="-72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19">
            <a:extLst>
              <a:ext uri="{FF2B5EF4-FFF2-40B4-BE49-F238E27FC236}">
                <a16:creationId xmlns:a16="http://schemas.microsoft.com/office/drawing/2014/main" id="{3FAFD854-9746-FB2B-3CB5-5F326A6CB0A4}"/>
              </a:ext>
            </a:extLst>
          </p:cNvPr>
          <p:cNvSpPr/>
          <p:nvPr/>
        </p:nvSpPr>
        <p:spPr>
          <a:xfrm>
            <a:off x="10195560" y="6446520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noProof="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507FC56-8991-8694-1ADB-9BBD1BE89254}"/>
              </a:ext>
            </a:extLst>
          </p:cNvPr>
          <p:cNvSpPr/>
          <p:nvPr/>
        </p:nvSpPr>
        <p:spPr>
          <a:xfrm>
            <a:off x="502920" y="644652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series represents gradient magnitudes of increasing strength for that algorithm. The more mini-clusters, the better!</a:t>
            </a:r>
            <a:endParaRPr lang="en-US" sz="1100" noProof="0" dirty="0"/>
          </a:p>
        </p:txBody>
      </p:sp>
    </p:spTree>
    <p:extLst>
      <p:ext uri="{BB962C8B-B14F-4D97-AF65-F5344CB8AC3E}">
        <p14:creationId xmlns:p14="http://schemas.microsoft.com/office/powerpoint/2010/main" val="161214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ED1E72-1869-4160-EACA-969D5A845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B439F36-6FE1-5247-A09C-EF83841260C8}"/>
              </a:ext>
            </a:extLst>
          </p:cNvPr>
          <p:cNvSpPr/>
          <p:nvPr/>
        </p:nvSpPr>
        <p:spPr>
          <a:xfrm>
            <a:off x="502920" y="2560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200" kern="0" spc="16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200" kern="0" spc="16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UTLOOK</a:t>
            </a:r>
            <a:endParaRPr lang="en-US" sz="1200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41A0955-0EBD-A8BE-D1AC-D423AF0E788C}"/>
              </a:ext>
            </a:extLst>
          </p:cNvPr>
          <p:cNvSpPr/>
          <p:nvPr/>
        </p:nvSpPr>
        <p:spPr>
          <a:xfrm>
            <a:off x="502920" y="512064"/>
            <a:ext cx="11155680" cy="1202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do we go </a:t>
            </a:r>
          </a:p>
          <a:p>
            <a:pPr marL="0" indent="0">
              <a:buNone/>
            </a:pPr>
            <a:r>
              <a:rPr lang="en-US" sz="28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here?</a:t>
            </a:r>
            <a:endParaRPr lang="en-US" sz="2800" noProof="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818F9D90-0B60-0CAC-0C9F-40C23766E7C5}"/>
              </a:ext>
            </a:extLst>
          </p:cNvPr>
          <p:cNvSpPr/>
          <p:nvPr/>
        </p:nvSpPr>
        <p:spPr>
          <a:xfrm>
            <a:off x="502920" y="6382512"/>
            <a:ext cx="11183112" cy="9144"/>
          </a:xfrm>
          <a:prstGeom prst="rect">
            <a:avLst/>
          </a:prstGeom>
          <a:solidFill>
            <a:srgbClr val="C9C2B6"/>
          </a:solidFill>
          <a:ln w="12700">
            <a:solidFill>
              <a:srgbClr val="C9C2B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9D38C6CC-0F5E-4E95-2B31-7EE2B23AC24D}"/>
              </a:ext>
            </a:extLst>
          </p:cNvPr>
          <p:cNvSpPr/>
          <p:nvPr/>
        </p:nvSpPr>
        <p:spPr>
          <a:xfrm>
            <a:off x="502920" y="644652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1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Diagram 22">
                <a:extLst>
                  <a:ext uri="{FF2B5EF4-FFF2-40B4-BE49-F238E27FC236}">
                    <a16:creationId xmlns:a16="http://schemas.microsoft.com/office/drawing/2014/main" id="{41CB5F0B-82BE-FC9B-A59B-C7F1DE156CA6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258210315"/>
                  </p:ext>
                </p:extLst>
              </p:nvPr>
            </p:nvGraphicFramePr>
            <p:xfrm>
              <a:off x="2030476" y="826346"/>
              <a:ext cx="8128000" cy="5418667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 xmlns="">
          <p:graphicFrame>
            <p:nvGraphicFramePr>
              <p:cNvPr id="23" name="Diagram 22">
                <a:extLst>
                  <a:ext uri="{FF2B5EF4-FFF2-40B4-BE49-F238E27FC236}">
                    <a16:creationId xmlns:a16="http://schemas.microsoft.com/office/drawing/2014/main" id="{41CB5F0B-82BE-FC9B-A59B-C7F1DE156CA6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258210315"/>
                  </p:ext>
                </p:extLst>
              </p:nvPr>
            </p:nvGraphicFramePr>
            <p:xfrm>
              <a:off x="2030476" y="826346"/>
              <a:ext cx="8128000" cy="5418667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9" r:qs="rId10" r:cs="rId11"/>
              </a:graphicData>
            </a:graphic>
          </p:graphicFrame>
        </mc:Fallback>
      </mc:AlternateContent>
      <p:pic>
        <p:nvPicPr>
          <p:cNvPr id="25" name="Picture 24">
            <a:extLst>
              <a:ext uri="{FF2B5EF4-FFF2-40B4-BE49-F238E27FC236}">
                <a16:creationId xmlns:a16="http://schemas.microsoft.com/office/drawing/2014/main" id="{D4CD6391-FFFE-0252-63F1-2F774A77CC86}"/>
              </a:ext>
            </a:extLst>
          </p:cNvPr>
          <p:cNvPicPr/>
          <p:nvPr/>
        </p:nvPicPr>
        <p:blipFill>
          <a:blip r:embed="rId12">
            <a:alphaModFix amt="12000"/>
          </a:blip>
          <a:stretch>
            <a:fillRect/>
          </a:stretch>
        </p:blipFill>
        <p:spPr>
          <a:xfrm>
            <a:off x="0" y="-9119"/>
            <a:ext cx="12192001" cy="6858000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27" name="Text 19">
            <a:extLst>
              <a:ext uri="{FF2B5EF4-FFF2-40B4-BE49-F238E27FC236}">
                <a16:creationId xmlns:a16="http://schemas.microsoft.com/office/drawing/2014/main" id="{9E31FE41-1C76-682F-E414-0589BD68EF3B}"/>
              </a:ext>
            </a:extLst>
          </p:cNvPr>
          <p:cNvSpPr/>
          <p:nvPr/>
        </p:nvSpPr>
        <p:spPr>
          <a:xfrm>
            <a:off x="10195560" y="6446520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noProof="0" dirty="0"/>
          </a:p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B4E7E49A-7F46-ACEF-5706-9D6C62C43649}"/>
              </a:ext>
            </a:extLst>
          </p:cNvPr>
          <p:cNvSpPr/>
          <p:nvPr/>
        </p:nvSpPr>
        <p:spPr>
          <a:xfrm>
            <a:off x="655320" y="659892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improvement process for the following iterations of KITSUNE.</a:t>
            </a:r>
            <a:endParaRPr lang="en-US" sz="1100" noProof="0" dirty="0"/>
          </a:p>
        </p:txBody>
      </p:sp>
    </p:spTree>
    <p:extLst>
      <p:ext uri="{BB962C8B-B14F-4D97-AF65-F5344CB8AC3E}">
        <p14:creationId xmlns:p14="http://schemas.microsoft.com/office/powerpoint/2010/main" val="314973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160" noProof="0" dirty="0">
                <a:solidFill>
                  <a:srgbClr val="E7D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CONCLUSION</a:t>
            </a:r>
            <a:endParaRPr lang="en-US" sz="1300" noProof="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10972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noProof="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take-home message</a:t>
            </a:r>
            <a:endParaRPr lang="en-US" sz="3400" noProof="0" dirty="0"/>
          </a:p>
        </p:txBody>
      </p:sp>
      <p:sp>
        <p:nvSpPr>
          <p:cNvPr id="9" name="Text 7"/>
          <p:cNvSpPr/>
          <p:nvPr/>
        </p:nvSpPr>
        <p:spPr>
          <a:xfrm>
            <a:off x="2194560" y="2651760"/>
            <a:ext cx="9235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noProof="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KITSUNE routes </a:t>
            </a:r>
            <a:r>
              <a:rPr lang="en-US" sz="1600" i="1" noProof="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robustly</a:t>
            </a:r>
            <a:r>
              <a:rPr lang="en-US" sz="1600" noProof="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L1 clustering and a lookup. </a:t>
            </a:r>
            <a:endParaRPr lang="en-US" sz="1600" noProof="0" dirty="0"/>
          </a:p>
        </p:txBody>
      </p:sp>
      <p:sp>
        <p:nvSpPr>
          <p:cNvPr id="11" name="Text 9"/>
          <p:cNvSpPr/>
          <p:nvPr/>
        </p:nvSpPr>
        <p:spPr>
          <a:xfrm>
            <a:off x="2194560" y="3520440"/>
            <a:ext cx="9235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noProof="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Stitching </a:t>
            </a:r>
            <a:r>
              <a:rPr lang="en-US" sz="1600" noProof="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seems to work </a:t>
            </a:r>
            <a:r>
              <a:rPr lang="en-US" sz="1600" b="1" noProof="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</a:t>
            </a:r>
            <a:r>
              <a:rPr lang="en-US" sz="1600" noProof="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number of mini-clusters is very high.</a:t>
            </a:r>
            <a:endParaRPr lang="en-US" sz="1600" noProof="0" dirty="0"/>
          </a:p>
        </p:txBody>
      </p:sp>
      <p:sp>
        <p:nvSpPr>
          <p:cNvPr id="13" name="Text 11"/>
          <p:cNvSpPr/>
          <p:nvPr/>
        </p:nvSpPr>
        <p:spPr>
          <a:xfrm>
            <a:off x="2194560" y="4389120"/>
            <a:ext cx="9235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noProof="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leverage these all findings for the next iteration of KITSUNE.</a:t>
            </a:r>
            <a:endParaRPr lang="en-US" sz="1600" noProof="0" dirty="0"/>
          </a:p>
        </p:txBody>
      </p:sp>
      <p:sp>
        <p:nvSpPr>
          <p:cNvPr id="15" name="Text 13"/>
          <p:cNvSpPr/>
          <p:nvPr/>
        </p:nvSpPr>
        <p:spPr>
          <a:xfrm>
            <a:off x="6675120" y="60807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noProof="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Cusma Fait   ·   University of Trieste</a:t>
            </a:r>
            <a:endParaRPr lang="en-US" sz="1300" noProof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B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2B3099-788A-57D6-B613-DCAA11634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12">
            <a:extLst>
              <a:ext uri="{FF2B5EF4-FFF2-40B4-BE49-F238E27FC236}">
                <a16:creationId xmlns:a16="http://schemas.microsoft.com/office/drawing/2014/main" id="{640BC7E9-8771-B28B-E215-C2DEF462E591}"/>
              </a:ext>
            </a:extLst>
          </p:cNvPr>
          <p:cNvSpPr/>
          <p:nvPr/>
        </p:nvSpPr>
        <p:spPr>
          <a:xfrm>
            <a:off x="3987800" y="2235200"/>
            <a:ext cx="4216400" cy="182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i="1" noProof="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    </a:t>
            </a:r>
          </a:p>
          <a:p>
            <a:pPr marL="0" indent="0" algn="ctr">
              <a:buNone/>
            </a:pPr>
            <a:endParaRPr lang="en-US" sz="2800" i="1" noProof="0" dirty="0">
              <a:solidFill>
                <a:srgbClr val="F4EFE6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0" indent="0" algn="ctr">
              <a:buNone/>
            </a:pPr>
            <a:r>
              <a:rPr lang="en-US" sz="2800" i="1" noProof="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2800" noProof="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A247DEB-04A7-F94F-3DDA-3B6B7E901070}"/>
              </a:ext>
            </a:extLst>
          </p:cNvPr>
          <p:cNvSpPr/>
          <p:nvPr/>
        </p:nvSpPr>
        <p:spPr>
          <a:xfrm>
            <a:off x="6675120" y="60807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noProof="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Cusma Fait   ·   University of Trieste</a:t>
            </a:r>
            <a:endParaRPr lang="en-US" sz="1300" noProof="0" dirty="0"/>
          </a:p>
        </p:txBody>
      </p:sp>
    </p:spTree>
    <p:extLst>
      <p:ext uri="{BB962C8B-B14F-4D97-AF65-F5344CB8AC3E}">
        <p14:creationId xmlns:p14="http://schemas.microsoft.com/office/powerpoint/2010/main" val="1102403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B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E837AF-2E31-C0AC-017F-1A44B6326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13">
            <a:extLst>
              <a:ext uri="{FF2B5EF4-FFF2-40B4-BE49-F238E27FC236}">
                <a16:creationId xmlns:a16="http://schemas.microsoft.com/office/drawing/2014/main" id="{F05BB15B-3EAF-2FC5-0E2F-C0E4E4661519}"/>
              </a:ext>
            </a:extLst>
          </p:cNvPr>
          <p:cNvSpPr/>
          <p:nvPr/>
        </p:nvSpPr>
        <p:spPr>
          <a:xfrm>
            <a:off x="6675120" y="60807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noProof="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Cusma Fait   ·   University of Trieste</a:t>
            </a:r>
            <a:endParaRPr lang="en-US" sz="1300" noProof="0" dirty="0"/>
          </a:p>
        </p:txBody>
      </p:sp>
    </p:spTree>
    <p:extLst>
      <p:ext uri="{BB962C8B-B14F-4D97-AF65-F5344CB8AC3E}">
        <p14:creationId xmlns:p14="http://schemas.microsoft.com/office/powerpoint/2010/main" val="2523542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B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D552E9-60F5-985A-855F-45AC5A339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2882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A9CCBA3-7541-70C1-DCD6-E444712154D7}"/>
              </a:ext>
            </a:extLst>
          </p:cNvPr>
          <p:cNvSpPr/>
          <p:nvPr/>
        </p:nvSpPr>
        <p:spPr>
          <a:xfrm>
            <a:off x="1198181" y="560881"/>
            <a:ext cx="9795638" cy="11143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noProof="0">
                <a:latin typeface="+mj-lt"/>
                <a:ea typeface="+mj-ea"/>
                <a:cs typeface="+mj-cs"/>
              </a:rPr>
              <a:t>Some more slides…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E8C672-FA4D-3C70-66B1-617BF75CC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632" y="2957665"/>
            <a:ext cx="3687465" cy="33463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E123FB-5D44-5B17-49C1-9CB7E76A1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2505" y="3035367"/>
            <a:ext cx="5828261" cy="3190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868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896734-F3CA-34F0-1646-8C9B8D11D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917" y="643467"/>
            <a:ext cx="8346165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858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840DF6F-DD43-49B6-6BFB-DB1FDD3DDD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1827635"/>
              </p:ext>
            </p:extLst>
          </p:nvPr>
        </p:nvGraphicFramePr>
        <p:xfrm>
          <a:off x="0" y="2"/>
          <a:ext cx="12192000" cy="68367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6057">
                  <a:extLst>
                    <a:ext uri="{9D8B030D-6E8A-4147-A177-3AD203B41FA5}">
                      <a16:colId xmlns:a16="http://schemas.microsoft.com/office/drawing/2014/main" val="2460324826"/>
                    </a:ext>
                  </a:extLst>
                </a:gridCol>
                <a:gridCol w="7815943">
                  <a:extLst>
                    <a:ext uri="{9D8B030D-6E8A-4147-A177-3AD203B41FA5}">
                      <a16:colId xmlns:a16="http://schemas.microsoft.com/office/drawing/2014/main" val="3933124168"/>
                    </a:ext>
                  </a:extLst>
                </a:gridCol>
              </a:tblGrid>
              <a:tr h="444565">
                <a:tc>
                  <a:txBody>
                    <a:bodyPr/>
                    <a:lstStyle/>
                    <a:p>
                      <a:r>
                        <a:rPr lang="it-IT" sz="2000" dirty="0"/>
                        <a:t>Paper/source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000" dirty="0" err="1"/>
                        <a:t>Contribution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9000949"/>
                  </a:ext>
                </a:extLst>
              </a:tr>
              <a:tr h="5786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Silver et al. (2018)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AlphaZero — superhuman performance with no human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2028665"/>
                  </a:ext>
                </a:extLst>
              </a:tr>
              <a:tr h="5813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Nasu (2018)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NNUE</a:t>
                      </a:r>
                      <a:r>
                        <a:rPr lang="en-US" sz="1400" dirty="0"/>
                        <a:t> — efficient and strong neural evaluation for shogi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(base structure of out algorithms)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7035252"/>
                  </a:ext>
                </a:extLst>
              </a:tr>
              <a:tr h="5813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NNUE for </a:t>
                      </a:r>
                      <a:r>
                        <a:rPr lang="en-US" sz="1400" b="1" dirty="0"/>
                        <a:t>Stockfish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 err="1"/>
                        <a:t>Neural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value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evaluation</a:t>
                      </a:r>
                      <a:r>
                        <a:rPr lang="it-IT" sz="1400" dirty="0"/>
                        <a:t> for Stockfish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1244738"/>
                  </a:ext>
                </a:extLst>
              </a:tr>
              <a:tr h="5813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de Man (2016)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err="1"/>
                        <a:t>Cfish</a:t>
                      </a:r>
                      <a:r>
                        <a:rPr lang="en-US" sz="1400" dirty="0"/>
                        <a:t> — C-based implementation of Stockfish for efficient microcontroller implementation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(very useful, efficiently implements alpha-beta search)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9479394"/>
                  </a:ext>
                </a:extLst>
              </a:tr>
              <a:tr h="5813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Shazeer</a:t>
                      </a:r>
                      <a:r>
                        <a:rPr lang="en-US" sz="1400" dirty="0"/>
                        <a:t> et al. (2017)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Sparsely-Gated Mixture-of-Experts 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5399491"/>
                  </a:ext>
                </a:extLst>
              </a:tr>
              <a:tr h="5813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Fedus, </a:t>
                      </a:r>
                      <a:r>
                        <a:rPr lang="en-US" sz="1400" dirty="0" err="1"/>
                        <a:t>Zoph</a:t>
                      </a:r>
                      <a:r>
                        <a:rPr lang="en-US" sz="1400" dirty="0"/>
                        <a:t> &amp; </a:t>
                      </a:r>
                      <a:r>
                        <a:rPr lang="en-US" sz="1400" dirty="0" err="1"/>
                        <a:t>Shazeer</a:t>
                      </a:r>
                      <a:r>
                        <a:rPr lang="en-US" sz="1400" dirty="0"/>
                        <a:t> (2021)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Switch Transformer—</a:t>
                      </a:r>
                      <a:r>
                        <a:rPr lang="en-US" sz="1400" dirty="0" err="1"/>
                        <a:t>Simpified</a:t>
                      </a:r>
                      <a:r>
                        <a:rPr lang="en-US" sz="1400" dirty="0"/>
                        <a:t> routing </a:t>
                      </a:r>
                      <a:r>
                        <a:rPr lang="en-US" sz="1400" dirty="0" err="1"/>
                        <a:t>MoE</a:t>
                      </a:r>
                      <a:r>
                        <a:rPr lang="en-US" sz="1400" dirty="0"/>
                        <a:t> with top-1 assignment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1606966"/>
                  </a:ext>
                </a:extLst>
              </a:tr>
              <a:tr h="5813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Kawata et al. (2025)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MoE</a:t>
                      </a:r>
                      <a:r>
                        <a:rPr lang="en-US" sz="1400" dirty="0"/>
                        <a:t> and cluster latent structure – how much can a </a:t>
                      </a:r>
                      <a:r>
                        <a:rPr lang="en-US" sz="1400" dirty="0" err="1"/>
                        <a:t>MoE</a:t>
                      </a:r>
                      <a:r>
                        <a:rPr lang="en-US" sz="1400" dirty="0"/>
                        <a:t> exploit latent cluster structure of the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77201"/>
                  </a:ext>
                </a:extLst>
              </a:tr>
              <a:tr h="5813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Hu et al. (2021)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err="1"/>
                        <a:t>LoRA</a:t>
                      </a:r>
                      <a:r>
                        <a:rPr lang="en-US" sz="1400" dirty="0"/>
                        <a:t> - Low-Rank Adaptation – training lower-rank matrices to fine-tune LLM</a:t>
                      </a:r>
                    </a:p>
                    <a:p>
                      <a:r>
                        <a:rPr lang="en-US" sz="1400" dirty="0"/>
                        <a:t>(useful for big models, not necessary for us)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2343101"/>
                  </a:ext>
                </a:extLst>
              </a:tr>
              <a:tr h="5813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Li et al. (2025)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ELREA - Ensembles of Low-Rank Expert Adapters – clustering training instructions based on gradients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015353"/>
                  </a:ext>
                </a:extLst>
              </a:tr>
              <a:tr h="5813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Sridharan et al. (2025)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GradientSpace</a:t>
                      </a:r>
                      <a:r>
                        <a:rPr lang="en-US" sz="1400" dirty="0"/>
                        <a:t> - clustering of </a:t>
                      </a:r>
                      <a:r>
                        <a:rPr lang="en-US" sz="1400" dirty="0" err="1"/>
                        <a:t>LoRA</a:t>
                      </a:r>
                      <a:r>
                        <a:rPr lang="en-US" sz="1400" dirty="0"/>
                        <a:t> gradients for expert specialization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9436442"/>
                  </a:ext>
                </a:extLst>
              </a:tr>
              <a:tr h="5813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Zhang et al. (2025) — TAGCOS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Task-Agnostic Gradient Clustered Coreset Selection for Instruction Tuning Data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55794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3184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E10AB5-7865-465D-3CB8-B22A37972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034521"/>
            <a:ext cx="5291666" cy="47889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EC3E74-2CB3-BEBF-4A45-CAFB92128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865" y="1570301"/>
            <a:ext cx="5291667" cy="3717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916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1C9F08-A6DA-EA65-9BAE-A8CFE71D5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765978"/>
            <a:ext cx="10905066" cy="3326043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696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60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DEPLOYMENT CONSTRAINT</a:t>
            </a:r>
            <a:endParaRPr lang="en-US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Specialization must preserve search speed</a:t>
            </a:r>
            <a:endParaRPr lang="en-US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CFAF6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 3"/>
          <p:cNvSpPr/>
          <p:nvPr/>
        </p:nvSpPr>
        <p:spPr>
          <a:xfrm>
            <a:off x="502920" y="1627632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120 MHz</a:t>
            </a:r>
            <a:endParaRPr lang="en-US" sz="3200" noProof="0" dirty="0"/>
          </a:p>
        </p:txBody>
      </p:sp>
      <p:sp>
        <p:nvSpPr>
          <p:cNvPr id="6" name="Text 4"/>
          <p:cNvSpPr/>
          <p:nvPr/>
        </p:nvSpPr>
        <p:spPr>
          <a:xfrm>
            <a:off x="685800" y="235915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frequency</a:t>
            </a:r>
            <a:endParaRPr lang="en-US" sz="1600" noProof="0" dirty="0"/>
          </a:p>
        </p:txBody>
      </p:sp>
      <p:sp>
        <p:nvSpPr>
          <p:cNvPr id="7" name="Shape 5"/>
          <p:cNvSpPr/>
          <p:nvPr/>
        </p:nvSpPr>
        <p:spPr>
          <a:xfrm>
            <a:off x="4297680" y="146304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CFAF6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8" name="Text 6"/>
          <p:cNvSpPr/>
          <p:nvPr/>
        </p:nvSpPr>
        <p:spPr>
          <a:xfrm>
            <a:off x="4297680" y="1627632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192 KB</a:t>
            </a:r>
            <a:endParaRPr lang="en-US" sz="3200" noProof="0" dirty="0"/>
          </a:p>
        </p:txBody>
      </p:sp>
      <p:sp>
        <p:nvSpPr>
          <p:cNvPr id="9" name="Text 7"/>
          <p:cNvSpPr/>
          <p:nvPr/>
        </p:nvSpPr>
        <p:spPr>
          <a:xfrm>
            <a:off x="4480560" y="235915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RAM</a:t>
            </a:r>
            <a:endParaRPr lang="en-US" sz="1600" noProof="0" dirty="0"/>
          </a:p>
        </p:txBody>
      </p:sp>
      <p:sp>
        <p:nvSpPr>
          <p:cNvPr id="10" name="Shape 8"/>
          <p:cNvSpPr/>
          <p:nvPr/>
        </p:nvSpPr>
        <p:spPr>
          <a:xfrm>
            <a:off x="8092440" y="146304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CFAF6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" name="Text 9"/>
          <p:cNvSpPr/>
          <p:nvPr/>
        </p:nvSpPr>
        <p:spPr>
          <a:xfrm>
            <a:off x="8092440" y="1627632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512 KB</a:t>
            </a:r>
            <a:endParaRPr lang="en-US" sz="3200" noProof="0" dirty="0"/>
          </a:p>
        </p:txBody>
      </p:sp>
      <p:sp>
        <p:nvSpPr>
          <p:cNvPr id="12" name="Text 10"/>
          <p:cNvSpPr/>
          <p:nvPr/>
        </p:nvSpPr>
        <p:spPr>
          <a:xfrm>
            <a:off x="8275320" y="235915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flash</a:t>
            </a:r>
            <a:endParaRPr lang="en-US" sz="1600" noProof="0" dirty="0"/>
          </a:p>
        </p:txBody>
      </p:sp>
      <p:sp>
        <p:nvSpPr>
          <p:cNvPr id="13" name="Shape 11"/>
          <p:cNvSpPr/>
          <p:nvPr/>
        </p:nvSpPr>
        <p:spPr>
          <a:xfrm>
            <a:off x="502920" y="3246120"/>
            <a:ext cx="6903720" cy="2788920"/>
          </a:xfrm>
          <a:prstGeom prst="roundRect">
            <a:avLst>
              <a:gd name="adj" fmla="val 2623"/>
            </a:avLst>
          </a:prstGeom>
          <a:solidFill>
            <a:srgbClr val="FCFAF6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4" name="Text 12"/>
          <p:cNvSpPr/>
          <p:nvPr/>
        </p:nvSpPr>
        <p:spPr>
          <a:xfrm>
            <a:off x="731520" y="3474720"/>
            <a:ext cx="6446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noProof="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Alpha–beta search calls the evaluator over and over. A slower network can cost a ply of search, which often matters more than a small gain in the value itself.</a:t>
            </a:r>
            <a:endParaRPr lang="en-US" sz="1800" noProof="0" dirty="0"/>
          </a:p>
        </p:txBody>
      </p:sp>
      <p:sp>
        <p:nvSpPr>
          <p:cNvPr id="15" name="Text 13"/>
          <p:cNvSpPr/>
          <p:nvPr/>
        </p:nvSpPr>
        <p:spPr>
          <a:xfrm>
            <a:off x="731520" y="4983480"/>
            <a:ext cx="6446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r>
              <a:rPr lang="en-US" sz="1500" noProof="0" dirty="0" err="1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Wio</a:t>
            </a:r>
            <a:r>
              <a:rPr lang="en-US" sz="15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Terminal, ARM Cortex-M4.</a:t>
            </a:r>
            <a:endParaRPr lang="en-US" sz="1500" noProof="0" dirty="0"/>
          </a:p>
        </p:txBody>
      </p:sp>
      <p:sp>
        <p:nvSpPr>
          <p:cNvPr id="16" name="Shape 14"/>
          <p:cNvSpPr/>
          <p:nvPr/>
        </p:nvSpPr>
        <p:spPr>
          <a:xfrm>
            <a:off x="7589520" y="3246120"/>
            <a:ext cx="4096512" cy="2788920"/>
          </a:xfrm>
          <a:prstGeom prst="roundRect">
            <a:avLst>
              <a:gd name="adj" fmla="val 2623"/>
            </a:avLst>
          </a:prstGeom>
          <a:solidFill>
            <a:srgbClr val="0E1B2C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7" name="Text 15"/>
          <p:cNvSpPr/>
          <p:nvPr/>
        </p:nvSpPr>
        <p:spPr>
          <a:xfrm>
            <a:off x="7818120" y="3456432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120" noProof="0" dirty="0">
                <a:solidFill>
                  <a:srgbClr val="E7D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300" noProof="0" dirty="0"/>
          </a:p>
        </p:txBody>
      </p:sp>
      <p:sp>
        <p:nvSpPr>
          <p:cNvPr id="18" name="Text 16"/>
          <p:cNvSpPr/>
          <p:nvPr/>
        </p:nvSpPr>
        <p:spPr>
          <a:xfrm>
            <a:off x="7818120" y="388620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noProof="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specialization improve the prediction inside this budget?</a:t>
            </a:r>
            <a:endParaRPr lang="en-US" sz="2200" noProof="0" dirty="0"/>
          </a:p>
        </p:txBody>
      </p:sp>
      <p:sp>
        <p:nvSpPr>
          <p:cNvPr id="19" name="Shape 17"/>
          <p:cNvSpPr/>
          <p:nvPr/>
        </p:nvSpPr>
        <p:spPr>
          <a:xfrm>
            <a:off x="502920" y="6382512"/>
            <a:ext cx="11183112" cy="9144"/>
          </a:xfrm>
          <a:prstGeom prst="rect">
            <a:avLst/>
          </a:prstGeom>
          <a:solidFill>
            <a:srgbClr val="C9C2B6"/>
          </a:solidFill>
          <a:ln w="12700">
            <a:solidFill>
              <a:srgbClr val="C9C2B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0" name="Text 18"/>
          <p:cNvSpPr/>
          <p:nvPr/>
        </p:nvSpPr>
        <p:spPr>
          <a:xfrm>
            <a:off x="502920" y="644652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specifications, not measured deployment.  Thesis §4.8.</a:t>
            </a:r>
            <a:endParaRPr lang="en-US" sz="1100" noProof="0" dirty="0"/>
          </a:p>
        </p:txBody>
      </p:sp>
      <p:sp>
        <p:nvSpPr>
          <p:cNvPr id="21" name="Text 19"/>
          <p:cNvSpPr/>
          <p:nvPr/>
        </p:nvSpPr>
        <p:spPr>
          <a:xfrm>
            <a:off x="10195560" y="6446520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/  15</a:t>
            </a:r>
            <a:endParaRPr lang="en-US" sz="1100" noProof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60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STRUCTURE</a:t>
            </a:r>
            <a:endParaRPr lang="en-US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Gradients form more separated clusters</a:t>
            </a:r>
            <a:endParaRPr lang="en-US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at K = 8, each score measured in its own representation.</a:t>
            </a:r>
            <a:endParaRPr lang="en-US" sz="1500" noProof="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5212080" cy="3063240"/>
          </a:xfrm>
          <a:prstGeom prst="roundRect">
            <a:avLst>
              <a:gd name="adj" fmla="val 2388"/>
            </a:avLst>
          </a:prstGeom>
          <a:solidFill>
            <a:srgbClr val="0E1B2C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noProof="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0.191</a:t>
            </a:r>
            <a:endParaRPr lang="en-US" sz="6000" noProof="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noProof="0" dirty="0">
                <a:solidFill>
                  <a:srgbClr val="E7D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gradients</a:t>
            </a:r>
            <a:endParaRPr lang="en-US" sz="2000" noProof="0" dirty="0"/>
          </a:p>
        </p:txBody>
      </p:sp>
      <p:sp>
        <p:nvSpPr>
          <p:cNvPr id="8" name="Text 6"/>
          <p:cNvSpPr/>
          <p:nvPr/>
        </p:nvSpPr>
        <p:spPr>
          <a:xfrm>
            <a:off x="731520" y="37947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noProof="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separated of the three signals.</a:t>
            </a:r>
            <a:endParaRPr lang="en-US" sz="1600" noProof="0" dirty="0"/>
          </a:p>
        </p:txBody>
      </p:sp>
      <p:sp>
        <p:nvSpPr>
          <p:cNvPr id="9" name="Shape 7"/>
          <p:cNvSpPr/>
          <p:nvPr/>
        </p:nvSpPr>
        <p:spPr>
          <a:xfrm>
            <a:off x="5943600" y="1783080"/>
            <a:ext cx="5742432" cy="3063240"/>
          </a:xfrm>
          <a:prstGeom prst="roundRect">
            <a:avLst>
              <a:gd name="adj" fmla="val 2388"/>
            </a:avLst>
          </a:prstGeom>
          <a:solidFill>
            <a:srgbClr val="FCFAF6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" name="Text 8"/>
          <p:cNvSpPr/>
          <p:nvPr/>
        </p:nvSpPr>
        <p:spPr>
          <a:xfrm>
            <a:off x="6172200" y="2057400"/>
            <a:ext cx="5303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0.003</a:t>
            </a:r>
            <a:endParaRPr lang="en-US" sz="6000" noProof="0" dirty="0"/>
          </a:p>
        </p:txBody>
      </p:sp>
      <p:sp>
        <p:nvSpPr>
          <p:cNvPr id="11" name="Text 9"/>
          <p:cNvSpPr/>
          <p:nvPr/>
        </p:nvSpPr>
        <p:spPr>
          <a:xfrm>
            <a:off x="6172200" y="32461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activations</a:t>
            </a:r>
            <a:endParaRPr lang="en-US" sz="2000" noProof="0" dirty="0"/>
          </a:p>
        </p:txBody>
      </p:sp>
      <p:sp>
        <p:nvSpPr>
          <p:cNvPr id="12" name="Text 10"/>
          <p:cNvSpPr/>
          <p:nvPr/>
        </p:nvSpPr>
        <p:spPr>
          <a:xfrm>
            <a:off x="6172200" y="379476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noProof="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no silhouette. Easy to draw, little separation.</a:t>
            </a:r>
            <a:endParaRPr lang="en-US" sz="1600" noProof="0" dirty="0"/>
          </a:p>
        </p:txBody>
      </p:sp>
      <p:sp>
        <p:nvSpPr>
          <p:cNvPr id="13" name="Shape 11"/>
          <p:cNvSpPr/>
          <p:nvPr/>
        </p:nvSpPr>
        <p:spPr>
          <a:xfrm>
            <a:off x="502920" y="6382512"/>
            <a:ext cx="11183112" cy="9144"/>
          </a:xfrm>
          <a:prstGeom prst="rect">
            <a:avLst/>
          </a:prstGeom>
          <a:solidFill>
            <a:srgbClr val="C9C2B6"/>
          </a:solidFill>
          <a:ln w="12700">
            <a:solidFill>
              <a:srgbClr val="C9C2B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4" name="Text 12"/>
          <p:cNvSpPr/>
          <p:nvPr/>
        </p:nvSpPr>
        <p:spPr>
          <a:xfrm>
            <a:off x="502920" y="644652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is not the same as a better expert or a usable router.  Table 5.2; gradient UMAP in Fig. 5.3.</a:t>
            </a:r>
            <a:endParaRPr lang="en-US" sz="1100" noProof="0" dirty="0"/>
          </a:p>
        </p:txBody>
      </p:sp>
      <p:sp>
        <p:nvSpPr>
          <p:cNvPr id="15" name="Text 13"/>
          <p:cNvSpPr/>
          <p:nvPr/>
        </p:nvSpPr>
        <p:spPr>
          <a:xfrm>
            <a:off x="10195560" y="6446520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/  15</a:t>
            </a:r>
            <a:endParaRPr lang="en-US" sz="1100" noProof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60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SPECIALIZATION SIGNALS</a:t>
            </a:r>
            <a:endParaRPr lang="en-US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Bucketing defines each expert’s task</a:t>
            </a:r>
            <a:endParaRPr lang="en-US" sz="3000" noProof="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585670"/>
              </p:ext>
            </p:extLst>
          </p:nvPr>
        </p:nvGraphicFramePr>
        <p:xfrm>
          <a:off x="502920" y="1417320"/>
          <a:ext cx="11183112" cy="3246120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9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3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92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noProof="0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Bucket signal</a:t>
                      </a:r>
                      <a:endParaRPr lang="en-US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noProof="0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Groups positions by</a:t>
                      </a:r>
                      <a:endParaRPr lang="en-US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noProof="0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 online?</a:t>
                      </a:r>
                      <a:endParaRPr lang="en-US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Piece count</a:t>
                      </a:r>
                      <a:endParaRPr lang="en-US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hand-designed game-phase proxy</a:t>
                      </a:r>
                      <a:endParaRPr lang="en-US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a fixed rule</a:t>
                      </a:r>
                      <a:endParaRPr lang="en-US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 activations</a:t>
                      </a:r>
                      <a:endParaRPr lang="en-US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3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 hidden representations</a:t>
                      </a:r>
                      <a:endParaRPr lang="en-US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3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already computed</a:t>
                      </a:r>
                      <a:endParaRPr lang="en-US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gradients</a:t>
                      </a:r>
                      <a:endParaRPr lang="en-US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 updates of the head</a:t>
                      </a:r>
                      <a:endParaRPr lang="en-US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needs the teacher WDL</a:t>
                      </a:r>
                      <a:endParaRPr lang="en-US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4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Jointly learned gate</a:t>
                      </a:r>
                      <a:endParaRPr lang="en-US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3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end-to-end routing objective</a:t>
                      </a:r>
                      <a:endParaRPr lang="en-US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3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noProof="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after training</a:t>
                      </a:r>
                      <a:endParaRPr lang="en-US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892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L1 describes the position. Gradients describe how the head should change.</a:t>
            </a:r>
            <a:endParaRPr lang="en-US" sz="1800" noProof="0" dirty="0"/>
          </a:p>
        </p:txBody>
      </p:sp>
      <p:sp>
        <p:nvSpPr>
          <p:cNvPr id="4" name="Shape 3"/>
          <p:cNvSpPr/>
          <p:nvPr/>
        </p:nvSpPr>
        <p:spPr>
          <a:xfrm>
            <a:off x="502920" y="6382512"/>
            <a:ext cx="11183112" cy="9144"/>
          </a:xfrm>
          <a:prstGeom prst="rect">
            <a:avLst/>
          </a:prstGeom>
          <a:solidFill>
            <a:srgbClr val="C9C2B6"/>
          </a:solidFill>
          <a:ln w="12700">
            <a:solidFill>
              <a:srgbClr val="C9C2B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" name="Text 4"/>
          <p:cNvSpPr/>
          <p:nvPr/>
        </p:nvSpPr>
        <p:spPr>
          <a:xfrm>
            <a:off x="502920" y="644652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§3.3.  Per-sample head gradient uses the teacher target, which is unknown at play time.</a:t>
            </a:r>
            <a:endParaRPr lang="en-US" sz="1100" noProof="0" dirty="0"/>
          </a:p>
        </p:txBody>
      </p:sp>
      <p:sp>
        <p:nvSpPr>
          <p:cNvPr id="8" name="Text 5"/>
          <p:cNvSpPr/>
          <p:nvPr/>
        </p:nvSpPr>
        <p:spPr>
          <a:xfrm>
            <a:off x="10195560" y="6446520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/  15</a:t>
            </a:r>
            <a:endParaRPr lang="en-US" sz="1100" noProof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60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GRADIENT-TRAINED EXPERTS, DIFFERENT SELECTION RULES</a:t>
            </a:r>
            <a:endParaRPr lang="en-US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oracle exposes assignment headroom</a:t>
            </a:r>
            <a:endParaRPr lang="en-US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611880" cy="3383280"/>
          </a:xfrm>
          <a:prstGeom prst="roundRect">
            <a:avLst>
              <a:gd name="adj" fmla="val 2162"/>
            </a:avLst>
          </a:prstGeom>
          <a:solidFill>
            <a:srgbClr val="FCFAF6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16</a:t>
            </a:r>
            <a:endParaRPr lang="en-US" sz="1300" noProof="0" dirty="0"/>
          </a:p>
        </p:txBody>
      </p:sp>
      <p:sp>
        <p:nvSpPr>
          <p:cNvPr id="6" name="Text 4"/>
          <p:cNvSpPr/>
          <p:nvPr/>
        </p:nvSpPr>
        <p:spPr>
          <a:xfrm>
            <a:off x="685800" y="201168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0.6301</a:t>
            </a:r>
            <a:endParaRPr lang="en-US" sz="4000" noProof="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Actual dispatcher</a:t>
            </a:r>
            <a:endParaRPr lang="en-US" sz="1800" noProof="0" dirty="0"/>
          </a:p>
        </p:txBody>
      </p:sp>
      <p:sp>
        <p:nvSpPr>
          <p:cNvPr id="8" name="Text 6"/>
          <p:cNvSpPr/>
          <p:nvPr/>
        </p:nvSpPr>
        <p:spPr>
          <a:xfrm>
            <a:off x="731520" y="379476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run online.</a:t>
            </a:r>
            <a:endParaRPr lang="en-US" sz="1500" noProof="0" dirty="0"/>
          </a:p>
        </p:txBody>
      </p:sp>
      <p:sp>
        <p:nvSpPr>
          <p:cNvPr id="9" name="Shape 7"/>
          <p:cNvSpPr/>
          <p:nvPr/>
        </p:nvSpPr>
        <p:spPr>
          <a:xfrm>
            <a:off x="4297680" y="1463040"/>
            <a:ext cx="3611880" cy="3383280"/>
          </a:xfrm>
          <a:prstGeom prst="roundRect">
            <a:avLst>
              <a:gd name="adj" fmla="val 2162"/>
            </a:avLst>
          </a:prstGeom>
          <a:solidFill>
            <a:srgbClr val="EAE3D5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" name="Text 8"/>
          <p:cNvSpPr/>
          <p:nvPr/>
        </p:nvSpPr>
        <p:spPr>
          <a:xfrm>
            <a:off x="4526280" y="16459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16</a:t>
            </a:r>
            <a:endParaRPr lang="en-US" sz="1300" noProof="0" dirty="0"/>
          </a:p>
        </p:txBody>
      </p:sp>
      <p:sp>
        <p:nvSpPr>
          <p:cNvPr id="11" name="Text 9"/>
          <p:cNvSpPr/>
          <p:nvPr/>
        </p:nvSpPr>
        <p:spPr>
          <a:xfrm>
            <a:off x="4480560" y="201168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0.6280</a:t>
            </a:r>
            <a:endParaRPr lang="en-US" sz="4000" noProof="0" dirty="0"/>
          </a:p>
        </p:txBody>
      </p:sp>
      <p:sp>
        <p:nvSpPr>
          <p:cNvPr id="12" name="Text 10"/>
          <p:cNvSpPr/>
          <p:nvPr/>
        </p:nvSpPr>
        <p:spPr>
          <a:xfrm>
            <a:off x="4526280" y="30175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Gradient-centroid proxy</a:t>
            </a:r>
            <a:endParaRPr lang="en-US" sz="1800" noProof="0" dirty="0"/>
          </a:p>
        </p:txBody>
      </p:sp>
      <p:sp>
        <p:nvSpPr>
          <p:cNvPr id="13" name="Text 11"/>
          <p:cNvSpPr/>
          <p:nvPr/>
        </p:nvSpPr>
        <p:spPr>
          <a:xfrm>
            <a:off x="4526280" y="379476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needs the teacher target.</a:t>
            </a:r>
            <a:endParaRPr lang="en-US" sz="1500" noProof="0" dirty="0"/>
          </a:p>
        </p:txBody>
      </p:sp>
      <p:sp>
        <p:nvSpPr>
          <p:cNvPr id="14" name="Shape 12"/>
          <p:cNvSpPr/>
          <p:nvPr/>
        </p:nvSpPr>
        <p:spPr>
          <a:xfrm>
            <a:off x="8092440" y="1463040"/>
            <a:ext cx="3611880" cy="3383280"/>
          </a:xfrm>
          <a:prstGeom prst="roundRect">
            <a:avLst>
              <a:gd name="adj" fmla="val 2162"/>
            </a:avLst>
          </a:prstGeom>
          <a:solidFill>
            <a:srgbClr val="0E1B2C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5" name="Text 13"/>
          <p:cNvSpPr/>
          <p:nvPr/>
        </p:nvSpPr>
        <p:spPr>
          <a:xfrm>
            <a:off x="8321040" y="16459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noProof="0" dirty="0">
                <a:solidFill>
                  <a:srgbClr val="E7D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16</a:t>
            </a:r>
            <a:endParaRPr lang="en-US" sz="1300" noProof="0" dirty="0"/>
          </a:p>
        </p:txBody>
      </p:sp>
      <p:sp>
        <p:nvSpPr>
          <p:cNvPr id="16" name="Text 14"/>
          <p:cNvSpPr/>
          <p:nvPr/>
        </p:nvSpPr>
        <p:spPr>
          <a:xfrm>
            <a:off x="8275320" y="201168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noProof="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0.6005</a:t>
            </a:r>
            <a:endParaRPr lang="en-US" sz="4000" noProof="0" dirty="0"/>
          </a:p>
        </p:txBody>
      </p:sp>
      <p:sp>
        <p:nvSpPr>
          <p:cNvPr id="17" name="Text 15"/>
          <p:cNvSpPr/>
          <p:nvPr/>
        </p:nvSpPr>
        <p:spPr>
          <a:xfrm>
            <a:off x="8321040" y="30175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noProof="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Minimum-loss oracle</a:t>
            </a:r>
            <a:endParaRPr lang="en-US" sz="1800" noProof="0" dirty="0"/>
          </a:p>
        </p:txBody>
      </p:sp>
      <p:sp>
        <p:nvSpPr>
          <p:cNvPr id="18" name="Text 16"/>
          <p:cNvSpPr/>
          <p:nvPr/>
        </p:nvSpPr>
        <p:spPr>
          <a:xfrm>
            <a:off x="8321040" y="379476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noProof="0" dirty="0">
                <a:solidFill>
                  <a:srgbClr val="E7D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position goes to its best expert.</a:t>
            </a:r>
            <a:endParaRPr lang="en-US" sz="1500" noProof="0" dirty="0"/>
          </a:p>
        </p:txBody>
      </p:sp>
      <p:sp>
        <p:nvSpPr>
          <p:cNvPr id="19" name="Shape 17"/>
          <p:cNvSpPr/>
          <p:nvPr/>
        </p:nvSpPr>
        <p:spPr>
          <a:xfrm>
            <a:off x="502920" y="6382512"/>
            <a:ext cx="11183112" cy="9144"/>
          </a:xfrm>
          <a:prstGeom prst="rect">
            <a:avLst/>
          </a:prstGeom>
          <a:solidFill>
            <a:srgbClr val="C9C2B6"/>
          </a:solidFill>
          <a:ln w="12700">
            <a:solidFill>
              <a:srgbClr val="C9C2B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0" name="Text 18"/>
          <p:cNvSpPr/>
          <p:nvPr/>
        </p:nvSpPr>
        <p:spPr>
          <a:xfrm>
            <a:off x="502920" y="644652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5.13. The single-head base is CE 0.6303. Centroid proxy and oracle both need the unavailable teacher target.</a:t>
            </a:r>
            <a:endParaRPr lang="en-US" sz="1100" noProof="0" dirty="0"/>
          </a:p>
        </p:txBody>
      </p:sp>
      <p:sp>
        <p:nvSpPr>
          <p:cNvPr id="21" name="Text 19"/>
          <p:cNvSpPr/>
          <p:nvPr/>
        </p:nvSpPr>
        <p:spPr>
          <a:xfrm>
            <a:off x="10195560" y="6446520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/  15</a:t>
            </a:r>
            <a:endParaRPr lang="en-US" sz="1100" noProof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60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ON A MODEL THAT STILL HAS ROOM TO IMPROVE</a:t>
            </a:r>
            <a:endParaRPr lang="en-US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Longer fine-tuning helps a weaker base</a:t>
            </a:r>
            <a:endParaRPr lang="en-US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394960" cy="3246120"/>
          </a:xfrm>
          <a:prstGeom prst="roundRect">
            <a:avLst>
              <a:gd name="adj" fmla="val 2254"/>
            </a:avLst>
          </a:prstGeom>
          <a:solidFill>
            <a:srgbClr val="FCFAF6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11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 ·  W64 / H128</a:t>
            </a:r>
            <a:endParaRPr lang="en-US" sz="1400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0.6537</a:t>
            </a:r>
            <a:endParaRPr lang="en-US" sz="540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34290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noProof="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CE of the single evaluation head.</a:t>
            </a:r>
            <a:endParaRPr lang="en-US" sz="1800" noProof="0" dirty="0"/>
          </a:p>
        </p:txBody>
      </p:sp>
      <p:sp>
        <p:nvSpPr>
          <p:cNvPr id="8" name="Shape 6"/>
          <p:cNvSpPr/>
          <p:nvPr/>
        </p:nvSpPr>
        <p:spPr>
          <a:xfrm>
            <a:off x="6263640" y="1508760"/>
            <a:ext cx="5422392" cy="3246120"/>
          </a:xfrm>
          <a:prstGeom prst="roundRect">
            <a:avLst>
              <a:gd name="adj" fmla="val 2254"/>
            </a:avLst>
          </a:prstGeom>
          <a:solidFill>
            <a:srgbClr val="0E1B2C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9" name="Text 7"/>
          <p:cNvSpPr/>
          <p:nvPr/>
        </p:nvSpPr>
        <p:spPr>
          <a:xfrm>
            <a:off x="6537960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110" noProof="0" dirty="0">
                <a:solidFill>
                  <a:srgbClr val="E7D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L1 EXPERTS</a:t>
            </a:r>
            <a:endParaRPr lang="en-US" sz="1400" noProof="0" dirty="0"/>
          </a:p>
        </p:txBody>
      </p:sp>
      <p:sp>
        <p:nvSpPr>
          <p:cNvPr id="10" name="Text 8"/>
          <p:cNvSpPr/>
          <p:nvPr/>
        </p:nvSpPr>
        <p:spPr>
          <a:xfrm>
            <a:off x="6537960" y="219456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noProof="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0.6499</a:t>
            </a:r>
            <a:endParaRPr lang="en-US" sz="5400" noProof="0" dirty="0"/>
          </a:p>
        </p:txBody>
      </p:sp>
      <p:sp>
        <p:nvSpPr>
          <p:cNvPr id="11" name="Text 9"/>
          <p:cNvSpPr/>
          <p:nvPr/>
        </p:nvSpPr>
        <p:spPr>
          <a:xfrm>
            <a:off x="6537960" y="338328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noProof="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dispatcher, longer fine-tuning.</a:t>
            </a:r>
            <a:endParaRPr lang="en-US" sz="1800" noProof="0" dirty="0"/>
          </a:p>
          <a:p>
            <a:pPr marL="0" indent="0">
              <a:buNone/>
            </a:pPr>
            <a:r>
              <a:rPr lang="en-US" sz="1800" noProof="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reduction of 0.0038.</a:t>
            </a:r>
            <a:endParaRPr lang="en-US" sz="1800" noProof="0" dirty="0"/>
          </a:p>
        </p:txBody>
      </p:sp>
      <p:sp>
        <p:nvSpPr>
          <p:cNvPr id="12" name="Shape 10"/>
          <p:cNvSpPr/>
          <p:nvPr/>
        </p:nvSpPr>
        <p:spPr>
          <a:xfrm>
            <a:off x="502920" y="6382512"/>
            <a:ext cx="11183112" cy="9144"/>
          </a:xfrm>
          <a:prstGeom prst="rect">
            <a:avLst/>
          </a:prstGeom>
          <a:solidFill>
            <a:srgbClr val="C9C2B6"/>
          </a:solidFill>
          <a:ln w="12700">
            <a:solidFill>
              <a:srgbClr val="C9C2B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3" name="Text 11"/>
          <p:cNvSpPr/>
          <p:nvPr/>
        </p:nvSpPr>
        <p:spPr>
          <a:xfrm>
            <a:off x="502920" y="644652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weaker base, not the strong reference.  §5.5.4, K = 4. The gain depends on the model and the training budget.</a:t>
            </a:r>
            <a:endParaRPr lang="en-US" sz="1100" noProof="0" dirty="0"/>
          </a:p>
        </p:txBody>
      </p:sp>
      <p:sp>
        <p:nvSpPr>
          <p:cNvPr id="14" name="Text 12"/>
          <p:cNvSpPr/>
          <p:nvPr/>
        </p:nvSpPr>
        <p:spPr>
          <a:xfrm>
            <a:off x="10195560" y="6446520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/  15</a:t>
            </a:r>
            <a:endParaRPr lang="en-US" sz="1100" noProof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60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MIXTURE OF EXPERTS</a:t>
            </a:r>
            <a:endParaRPr lang="en-US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accumulator, one selected expert</a:t>
            </a:r>
            <a:endParaRPr lang="en-US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CFAF6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</a:t>
            </a:r>
            <a:endParaRPr lang="en-US" sz="1800" noProof="0" dirty="0"/>
          </a:p>
        </p:txBody>
      </p:sp>
      <p:sp>
        <p:nvSpPr>
          <p:cNvPr id="6" name="Text 4"/>
          <p:cNvSpPr/>
          <p:nvPr/>
        </p:nvSpPr>
        <p:spPr>
          <a:xfrm>
            <a:off x="594360" y="24231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844 features</a:t>
            </a:r>
            <a:endParaRPr lang="en-US" sz="1400" noProof="0" dirty="0"/>
          </a:p>
        </p:txBody>
      </p:sp>
      <p:sp>
        <p:nvSpPr>
          <p:cNvPr id="7" name="Shape 5"/>
          <p:cNvSpPr/>
          <p:nvPr/>
        </p:nvSpPr>
        <p:spPr>
          <a:xfrm>
            <a:off x="2862072" y="2212848"/>
            <a:ext cx="475488" cy="256032"/>
          </a:xfrm>
          <a:prstGeom prst="rightArrow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8" name="Shape 6"/>
          <p:cNvSpPr/>
          <p:nvPr/>
        </p:nvSpPr>
        <p:spPr>
          <a:xfrm>
            <a:off x="3429000" y="169164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CFAF6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9" name="Text 7"/>
          <p:cNvSpPr/>
          <p:nvPr/>
        </p:nvSpPr>
        <p:spPr>
          <a:xfrm>
            <a:off x="3429000" y="18745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L1</a:t>
            </a:r>
            <a:endParaRPr lang="en-US" sz="1800" noProof="0" dirty="0"/>
          </a:p>
        </p:txBody>
      </p:sp>
      <p:sp>
        <p:nvSpPr>
          <p:cNvPr id="10" name="Text 8"/>
          <p:cNvSpPr/>
          <p:nvPr/>
        </p:nvSpPr>
        <p:spPr>
          <a:xfrm>
            <a:off x="3520440" y="24231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</a:t>
            </a:r>
            <a:endParaRPr lang="en-US" sz="1400" noProof="0" dirty="0"/>
          </a:p>
        </p:txBody>
      </p:sp>
      <p:sp>
        <p:nvSpPr>
          <p:cNvPr id="11" name="Shape 9"/>
          <p:cNvSpPr/>
          <p:nvPr/>
        </p:nvSpPr>
        <p:spPr>
          <a:xfrm>
            <a:off x="5788152" y="2212848"/>
            <a:ext cx="475488" cy="256032"/>
          </a:xfrm>
          <a:prstGeom prst="rightArrow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Shape 10"/>
          <p:cNvSpPr/>
          <p:nvPr/>
        </p:nvSpPr>
        <p:spPr>
          <a:xfrm>
            <a:off x="6355080" y="169164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CFAF6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3" name="Text 11"/>
          <p:cNvSpPr/>
          <p:nvPr/>
        </p:nvSpPr>
        <p:spPr>
          <a:xfrm>
            <a:off x="6355080" y="18745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noProof="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Dispatcher</a:t>
            </a:r>
            <a:endParaRPr lang="en-US" sz="1800" noProof="0" dirty="0"/>
          </a:p>
        </p:txBody>
      </p:sp>
      <p:sp>
        <p:nvSpPr>
          <p:cNvPr id="14" name="Text 12"/>
          <p:cNvSpPr/>
          <p:nvPr/>
        </p:nvSpPr>
        <p:spPr>
          <a:xfrm>
            <a:off x="6446520" y="24231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one head</a:t>
            </a:r>
            <a:endParaRPr lang="en-US" sz="1400" noProof="0" dirty="0"/>
          </a:p>
        </p:txBody>
      </p:sp>
      <p:sp>
        <p:nvSpPr>
          <p:cNvPr id="15" name="Shape 13"/>
          <p:cNvSpPr/>
          <p:nvPr/>
        </p:nvSpPr>
        <p:spPr>
          <a:xfrm>
            <a:off x="8714232" y="2212848"/>
            <a:ext cx="475488" cy="256032"/>
          </a:xfrm>
          <a:prstGeom prst="rightArrow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6" name="Shape 14"/>
          <p:cNvSpPr/>
          <p:nvPr/>
        </p:nvSpPr>
        <p:spPr>
          <a:xfrm>
            <a:off x="9281160" y="169164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0E1B2C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7" name="Text 15"/>
          <p:cNvSpPr/>
          <p:nvPr/>
        </p:nvSpPr>
        <p:spPr>
          <a:xfrm>
            <a:off x="9281160" y="18745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noProof="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Expert head</a:t>
            </a:r>
            <a:endParaRPr lang="en-US" sz="1800" noProof="0" dirty="0"/>
          </a:p>
        </p:txBody>
      </p:sp>
      <p:sp>
        <p:nvSpPr>
          <p:cNvPr id="18" name="Text 16"/>
          <p:cNvSpPr/>
          <p:nvPr/>
        </p:nvSpPr>
        <p:spPr>
          <a:xfrm>
            <a:off x="9372600" y="24231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noProof="0" dirty="0">
                <a:solidFill>
                  <a:srgbClr val="E7D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WDL output</a:t>
            </a:r>
            <a:endParaRPr lang="en-US" sz="1400" noProof="0" dirty="0"/>
          </a:p>
        </p:txBody>
      </p:sp>
      <p:sp>
        <p:nvSpPr>
          <p:cNvPr id="19" name="Shape 17"/>
          <p:cNvSpPr/>
          <p:nvPr/>
        </p:nvSpPr>
        <p:spPr>
          <a:xfrm>
            <a:off x="502920" y="347472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EAE3D5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20" name="Text 18"/>
          <p:cNvSpPr/>
          <p:nvPr/>
        </p:nvSpPr>
        <p:spPr>
          <a:xfrm>
            <a:off x="502920" y="34747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noProof="0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1</a:t>
            </a:r>
            <a:endParaRPr lang="en-US" sz="1600" noProof="0" dirty="0"/>
          </a:p>
        </p:txBody>
      </p:sp>
      <p:sp>
        <p:nvSpPr>
          <p:cNvPr id="21" name="Shape 19"/>
          <p:cNvSpPr/>
          <p:nvPr/>
        </p:nvSpPr>
        <p:spPr>
          <a:xfrm>
            <a:off x="2971800" y="347472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F3E4E1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22" name="Text 20"/>
          <p:cNvSpPr/>
          <p:nvPr/>
        </p:nvSpPr>
        <p:spPr>
          <a:xfrm>
            <a:off x="2971800" y="34747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noProof="0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2</a:t>
            </a:r>
            <a:endParaRPr lang="en-US" sz="1600" noProof="0" dirty="0"/>
          </a:p>
        </p:txBody>
      </p:sp>
      <p:sp>
        <p:nvSpPr>
          <p:cNvPr id="23" name="Shape 21"/>
          <p:cNvSpPr/>
          <p:nvPr/>
        </p:nvSpPr>
        <p:spPr>
          <a:xfrm>
            <a:off x="5440680" y="347472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EAE3D5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24" name="Text 22"/>
          <p:cNvSpPr/>
          <p:nvPr/>
        </p:nvSpPr>
        <p:spPr>
          <a:xfrm>
            <a:off x="5440680" y="34747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noProof="0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K</a:t>
            </a:r>
            <a:endParaRPr lang="en-US" sz="1600" noProof="0" dirty="0"/>
          </a:p>
        </p:txBody>
      </p:sp>
      <p:sp>
        <p:nvSpPr>
          <p:cNvPr id="25" name="Text 23"/>
          <p:cNvSpPr/>
          <p:nvPr/>
        </p:nvSpPr>
        <p:spPr>
          <a:xfrm>
            <a:off x="502920" y="448056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noProof="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stores several small heads. At inference, L1 activations select one of them. The others stay in memory and do not run.</a:t>
            </a:r>
            <a:endParaRPr lang="en-US" sz="1600" noProof="0" dirty="0"/>
          </a:p>
        </p:txBody>
      </p:sp>
      <p:sp>
        <p:nvSpPr>
          <p:cNvPr id="26" name="Shape 24"/>
          <p:cNvSpPr/>
          <p:nvPr/>
        </p:nvSpPr>
        <p:spPr>
          <a:xfrm>
            <a:off x="502920" y="6382512"/>
            <a:ext cx="11183112" cy="9144"/>
          </a:xfrm>
          <a:prstGeom prst="rect">
            <a:avLst/>
          </a:prstGeom>
          <a:solidFill>
            <a:srgbClr val="C9C2B6"/>
          </a:solidFill>
          <a:ln w="12700">
            <a:solidFill>
              <a:srgbClr val="C9C2B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7" name="Text 25"/>
          <p:cNvSpPr/>
          <p:nvPr/>
        </p:nvSpPr>
        <p:spPr>
          <a:xfrm>
            <a:off x="502920" y="644652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routing, thesis §§3.3–3.4. Extra experts still cost memory.</a:t>
            </a:r>
            <a:endParaRPr lang="en-US" sz="1100" noProof="0" dirty="0"/>
          </a:p>
        </p:txBody>
      </p:sp>
      <p:sp>
        <p:nvSpPr>
          <p:cNvPr id="28" name="Text 26"/>
          <p:cNvSpPr/>
          <p:nvPr/>
        </p:nvSpPr>
        <p:spPr>
          <a:xfrm>
            <a:off x="10195560" y="6446520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noProof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/  15</a:t>
            </a:r>
            <a:endParaRPr lang="en-US" sz="1100" noProof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7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83283A-5211-6D78-0E9A-39C9816AD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093" y="1109338"/>
            <a:ext cx="3400900" cy="42392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5E2842D-B16C-92F7-5AF2-A936AA57C3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3358" y="1109338"/>
            <a:ext cx="3410426" cy="443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869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1796</TotalTime>
  <Words>1918</Words>
  <Application>Microsoft Office PowerPoint</Application>
  <PresentationFormat>Widescreen</PresentationFormat>
  <Paragraphs>438</Paragraphs>
  <Slides>39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Arial</vt:lpstr>
      <vt:lpstr>Avenir Next LT Pro</vt:lpstr>
      <vt:lpstr>Calibri</vt:lpstr>
      <vt:lpstr>Calibri Light</vt:lpstr>
      <vt:lpstr>Cambria Math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Unsupervised State Bucketing for Mixture-of-Experts in Resource-Constrained Chess Engines</dc:title>
  <dc:subject>MSc thesis defense, University of Trieste</dc:subject>
  <dc:creator>Omar Cusma Fait</dc:creator>
  <cp:lastModifiedBy>Omar Cusma Fait</cp:lastModifiedBy>
  <cp:revision>29</cp:revision>
  <dcterms:created xsi:type="dcterms:W3CDTF">2026-10-15T09:13:02Z</dcterms:created>
  <dcterms:modified xsi:type="dcterms:W3CDTF">2026-10-20T08:23:03Z</dcterms:modified>
</cp:coreProperties>
</file>