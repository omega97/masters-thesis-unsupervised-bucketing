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38912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94944" y="438912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630936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630936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7548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   ·   UNIVERSITY OF TRIESTE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0972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State Bucketing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Mixture-of-Experts in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Resource-Constrained Chess Engines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7D3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tiny chess engine choose the right expert?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Data Science and Artificial Intelligence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Alessio Ansuini    ·    Co-supervisor: Marco Zennaro, ICTP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CONSTRAINT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Specialization must preserve search speed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 MHz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frequency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 KB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RAM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9244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512 KB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7532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flash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3246120"/>
            <a:ext cx="6903720" cy="2788920"/>
          </a:xfrm>
          <a:prstGeom prst="roundRect">
            <a:avLst>
              <a:gd name="adj" fmla="val 262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474720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Alpha–beta search calls the evaluator over and over. A slower network can cost a ply of search, which often matters more than a small gain in the value itself.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6446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Wio Terminal, ARM Cortex-M4.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589520" y="3246120"/>
            <a:ext cx="4096512" cy="2788920"/>
          </a:xfrm>
          <a:prstGeom prst="roundRect">
            <a:avLst>
              <a:gd name="adj" fmla="val 2623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18120" y="345643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818120" y="38862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specialization improve the prediction inside this budget?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specifications, not measured deployment.  Thesis §4.8.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/  15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NNUE updates only the changed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178308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move touches few inputs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844 board features, only the squares that change are active.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178308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5371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the accumulator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5371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removed features and add the new ones. The rest stays.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178308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4847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Reuse it on the next node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847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L1 accumulator persists across moves, so evaluation stays cheap.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15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MIXTURE OF EXPERTS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accumulator, one selected expert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844 features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6207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2900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2044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8815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5508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4652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one head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71423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8116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head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37260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0292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297180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7180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2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4068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4068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K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448056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stores several small heads. At inference, L1 activations select one of them. The others stay in memory and do not run.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routing, thesis §§3.3–3.4. Extra experts still cost memory.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/  15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SPECIALIZATION SIGNALS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Bucketing defines each expert’s task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83112" cy="3246120"/>
        </p:xfrm>
        <a:graphic>
          <a:graphicData uri="http://schemas.openxmlformats.org/drawingml/2006/table">
            <a:tbl>
              <a:tblPr/>
              <a:tblGrid>
                <a:gridCol w="2880360"/>
                <a:gridCol w="4709160"/>
                <a:gridCol w="3593592"/>
              </a:tblGrid>
              <a:tr h="6492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positions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online?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 count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hand-designed game-phase proxy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 fixed rule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activations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hidden representations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already computed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gradients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updates of the head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needs the teacher WDL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Jointly learned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end-to-end routing objective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after 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92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describes the position. Gradients describe how the head should change.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  Per-sample head gradient uses the teacher target, which is unknown at play time.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/  15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 AND HELD-OUT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and evaluation protocol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positions, mainly from Lichess.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46304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1.5M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test positions.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342900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657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50,000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77240" y="43891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subset for the primary MoE comparisons.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309360" y="3429000"/>
            <a:ext cx="5577840" cy="1783080"/>
          </a:xfrm>
          <a:prstGeom prst="roundRect">
            <a:avLst>
              <a:gd name="adj" fmla="val 410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657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174,723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83680" y="438912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in the reference NNUE.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Lc0 supplies win / draw / loss targets. Lower cross-entropy is closer to the teacher. CE is not Elo.  §§4.1–4.2, 5.1, 5.5.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/  15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Gradients form more separated clusters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at K = 8, each score measured in its own representation.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0574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0.191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separated of the three signals.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1783080"/>
            <a:ext cx="5742432" cy="3063240"/>
          </a:xfrm>
          <a:prstGeom prst="roundRect">
            <a:avLst>
              <a:gd name="adj" fmla="val 2388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72200" y="20574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0.003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72200" y="32461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activations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72200" y="37947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silhouette. Easy to draw, little separation.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is not the same as a better expert or a usable router.  Table 5.2; gradient UMAP in Fig. 5.3.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/  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L1 INPUT, SAME MLP DISPATCHER, EIGHT BUCKETS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recover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buckets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83280" y="173736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0" y="1737360"/>
            <a:ext cx="6541618" cy="384048"/>
          </a:xfrm>
          <a:prstGeom prst="roundRect">
            <a:avLst>
              <a:gd name="adj" fmla="val 1428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19556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98.0%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buckets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315468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154680"/>
            <a:ext cx="3504438" cy="384048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95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52.5%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183112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47365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45.5 percentage-point gap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signal that depends on the true value is difficult to infer from L1 alone.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5.6–5.7. MLP width 64, K = 8, 1M-position cache, 90/10 split. Clustering was fit before the split.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/  15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EXPERIMENTS, TEST CROSS-ENTROPY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Strong-base MoE gains are marginal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7452360" cy="3794760"/>
        </p:xfrm>
        <a:graphic>
          <a:graphicData uri="http://schemas.openxmlformats.org/drawingml/2006/table">
            <a:tbl>
              <a:tblPr/>
              <a:tblGrid>
                <a:gridCol w="4709160"/>
                <a:gridCol w="1097280"/>
                <a:gridCol w="1645920"/>
              </a:tblGrid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NNUE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Piece-count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L1-clustered hard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Gradient-clustered hard MoE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Soft-gated MoE, top-2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417320"/>
            <a:ext cx="3502152" cy="3794760"/>
          </a:xfrm>
          <a:prstGeom prst="roundRect">
            <a:avLst>
              <a:gd name="adj" fmla="val 2089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66760" y="17373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−0.0003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412480" y="25603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observed change in CE.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3474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decisive improvement over the reference NNUE.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5.10–5.11, 50,000 held-out positions. Lower CE is better. These figures are not an Elo gain.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/  15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GRADIENT-TRAINED EXPERTS, DIFFERENT SELECTION RULES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oracle exposes assignment headroom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0.6301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dispatcher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online.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0.6280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Gradient-centroid proxy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the teacher target.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2104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0.6005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832104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Minimum-loss oracle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goes to its best expert.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5.13. The single-head base is CE 0.6303. Centroid proxy and oracle both need the unavailable teacher target.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15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ON A MODEL THAT STILL HAS ROOM TO IMPROVE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fine-tuning helps a weaker base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10" kern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W64 / H128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0.6537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CE of the single evaluation head.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22392" cy="3246120"/>
          </a:xfrm>
          <a:prstGeom prst="roundRect">
            <a:avLst>
              <a:gd name="adj" fmla="val 2254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10" kern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L1 EXPERTS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194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0.6499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537960" y="33832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dispatcher, longer fine-tuning.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of 0.0038.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weaker base, not the strong reference.  §5.5.4, K = 4. The gain depends on the model and the training budget.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TWO-STAGE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stitches micro-buckets offline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325880" y="141732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554480" y="156362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Partition L1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200253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activation space into many small, convex micro-buckets.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566928" cy="5669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325880" y="292608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307238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Stitch offline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54480" y="351129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those buckets by their mean head gradient. This step never runs during play.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69087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25880" y="4434840"/>
            <a:ext cx="10360152" cy="1353312"/>
          </a:xfrm>
          <a:prstGeom prst="roundRect">
            <a:avLst>
              <a:gd name="adj" fmla="val 5405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554480" y="458114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 the experts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5020056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Disconnected L1 regions can share one expert, then each head is fine-tuned.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§3.3.5. Schematic, not a plot of measured geometry. Gradients shape the experts; they are not an online feature.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15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DEPLOYMENT PATH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inference needs no gradients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updated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9008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900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router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Micro-bucket 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1616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lookup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T[m]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4224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8116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183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head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41832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11183112" cy="2331720"/>
          </a:xfrm>
          <a:prstGeom prst="roundRect">
            <a:avLst>
              <a:gd name="adj" fmla="val 313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online cost is a linear map plus a table lookup. Convex micro-buckets are what make that map enough.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routed mixture on the weaker base is measured. It does not require a gradient at play time.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§3.3.5. Router cost scales with L1 width and the micro-bucket count. The lookup itself is a fixed table.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  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BASE W64 / H128  ·  BASE CE 0.6537  ·  BEST SINGLE-STAGE L1 0.6499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matches that L1 result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5EFE8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898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E4D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0.65043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mixture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16, two micro-buckets per expert. 0.0033 below the base, and 0.0005 higher than the best L1 run.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29900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0.60234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expert, own bucket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6850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4. A 7.85% reduction against the base CE. Factor 2 is already at 0.60571.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sx="100000" sy="100000" kx="0" ky="0" algn="bl" rotWithShape="0" blurRad="127000" dist="25400" dir="8100000">
              <a:srgbClr val="1A140C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45902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 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helping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852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K = 16 the mixture rises to 0.65138 and the best expert to 0.60865.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280160"/>
          <a:ext cx="5989320" cy="4709160"/>
        </p:xfrm>
        <a:graphic>
          <a:graphicData uri="http://schemas.openxmlformats.org/drawingml/2006/table">
            <a:tbl>
              <a:tblPr/>
              <a:tblGrid>
                <a:gridCol w="777240"/>
                <a:gridCol w="960120"/>
                <a:gridCol w="1371600"/>
                <a:gridCol w="1600200"/>
                <a:gridCol w="1280160"/>
              </a:tblGrid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B′/K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 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expert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</a:tr>
              <a:tr h="5886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5.16. Expert gain uses the full-base CE, not a same-bucket comparison. Strong-base KITSUNE, Elo, and nodes per second are still open.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/  15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92840" y="365760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84864" y="365760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557784"/>
            <a:ext cx="192024" cy="19202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84864" y="557784"/>
            <a:ext cx="192024" cy="192024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60" kern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CONCLUSION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experts need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cheap, reliable assignment.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routes with L1 and a lookup. Gradients are used only while the buckets are stitched.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94560" y="35204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weaker base, routed CE 0.65043 matches the best single-stage L1 result, 0.6499.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194560" y="43891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head, on its own bucket, reaches 0.60234. Past four micro-buckets per expert, both numbers worsen.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5989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  Questions?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State Bucketing for Mixture-of-Experts in Resource-Constrained Chess Engines</dc:title>
  <dc:subject>MSc thesis defense, University of Trieste</dc:subject>
  <dc:creator>Omar Cusma Fait</dc:creator>
  <cp:lastModifiedBy>Omar Cusma Fait</cp:lastModifiedBy>
  <cp:revision>1</cp:revision>
  <dcterms:created xsi:type="dcterms:W3CDTF">2026-10-15T09:13:02Z</dcterms:created>
  <dcterms:modified xsi:type="dcterms:W3CDTF">2026-10-15T09:13:02Z</dcterms:modified>
</cp:coreProperties>
</file>