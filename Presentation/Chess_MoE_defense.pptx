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8" r:id="rId3"/>
    <p:sldId id="284" r:id="rId4"/>
    <p:sldId id="275" r:id="rId5"/>
    <p:sldId id="279" r:id="rId6"/>
    <p:sldId id="274" r:id="rId7"/>
    <p:sldId id="273" r:id="rId8"/>
    <p:sldId id="259" r:id="rId9"/>
    <p:sldId id="278" r:id="rId10"/>
    <p:sldId id="260" r:id="rId11"/>
    <p:sldId id="261" r:id="rId12"/>
    <p:sldId id="283" r:id="rId13"/>
    <p:sldId id="262" r:id="rId14"/>
    <p:sldId id="263" r:id="rId15"/>
    <p:sldId id="264" r:id="rId16"/>
    <p:sldId id="282" r:id="rId17"/>
    <p:sldId id="265" r:id="rId18"/>
    <p:sldId id="266" r:id="rId19"/>
    <p:sldId id="277" r:id="rId20"/>
    <p:sldId id="267" r:id="rId21"/>
    <p:sldId id="268" r:id="rId22"/>
    <p:sldId id="269" r:id="rId23"/>
    <p:sldId id="270" r:id="rId24"/>
    <p:sldId id="271" r:id="rId25"/>
    <p:sldId id="276" r:id="rId26"/>
    <p:sldId id="272" r:id="rId27"/>
    <p:sldId id="257" r:id="rId28"/>
    <p:sldId id="280" r:id="rId29"/>
    <p:sldId id="281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0000"/>
    <a:srgbClr val="F4EFE6"/>
    <a:srgbClr val="C00000"/>
    <a:srgbClr val="0060A8"/>
    <a:srgbClr val="0070C0"/>
    <a:srgbClr val="FFC301"/>
    <a:srgbClr val="FFCE33"/>
    <a:srgbClr val="009242"/>
    <a:srgbClr val="00B05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4" autoAdjust="0"/>
    <p:restoredTop sz="94353" autoAdjust="0"/>
  </p:normalViewPr>
  <p:slideViewPr>
    <p:cSldViewPr snapToGrid="0" snapToObjects="1">
      <p:cViewPr varScale="1">
        <p:scale>
          <a:sx n="63" d="100"/>
          <a:sy n="63" d="100"/>
        </p:scale>
        <p:origin x="60" y="20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6F98BA1-624C-4EF0-80CA-7BF15E3E3CF8}" type="doc">
      <dgm:prSet loTypeId="urn:microsoft.com/office/officeart/2008/layout/VerticalCurvedList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C96D9099-430D-4DFD-8F50-4582DEC2B7D3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Input </a:t>
          </a:r>
          <a:r>
            <a:rPr lang="it-IT" dirty="0" err="1"/>
            <a:t>layer</a:t>
          </a:r>
          <a:endParaRPr lang="en-US" b="1" dirty="0"/>
        </a:p>
      </dgm:t>
    </dgm:pt>
    <dgm:pt modelId="{26812555-848D-4BA6-A385-2210888C67E1}" type="parTrans" cxnId="{84B4EEB9-97EF-4082-9459-6DF3647356F1}">
      <dgm:prSet/>
      <dgm:spPr/>
      <dgm:t>
        <a:bodyPr/>
        <a:lstStyle/>
        <a:p>
          <a:endParaRPr lang="en-US"/>
        </a:p>
      </dgm:t>
    </dgm:pt>
    <dgm:pt modelId="{67A467AC-C8FA-466C-92F7-0BCCB3CC5F56}" type="sibTrans" cxnId="{84B4EEB9-97EF-4082-9459-6DF3647356F1}">
      <dgm:prSet/>
      <dgm:spPr/>
      <dgm:t>
        <a:bodyPr/>
        <a:lstStyle/>
        <a:p>
          <a:endParaRPr lang="en-US"/>
        </a:p>
      </dgm:t>
    </dgm:pt>
    <dgm:pt modelId="{7CED3ABE-EE09-466B-965A-94B5986F1F78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Accumulator </a:t>
          </a:r>
          <a:r>
            <a:rPr lang="it-IT" dirty="0" err="1"/>
            <a:t>layer</a:t>
          </a:r>
          <a:r>
            <a:rPr lang="it-IT" dirty="0"/>
            <a:t> (L1)</a:t>
          </a:r>
          <a:endParaRPr lang="en-US" dirty="0"/>
        </a:p>
      </dgm:t>
    </dgm:pt>
    <dgm:pt modelId="{134BDD68-FE74-4FA0-940A-2855E38FE44F}" type="parTrans" cxnId="{F822E77D-2C9A-4873-87AC-11D77EE90497}">
      <dgm:prSet/>
      <dgm:spPr/>
      <dgm:t>
        <a:bodyPr/>
        <a:lstStyle/>
        <a:p>
          <a:endParaRPr lang="en-US"/>
        </a:p>
      </dgm:t>
    </dgm:pt>
    <dgm:pt modelId="{B30DA693-3CFE-44EE-B0B9-1218952968C9}" type="sibTrans" cxnId="{F822E77D-2C9A-4873-87AC-11D77EE90497}">
      <dgm:prSet/>
      <dgm:spPr/>
      <dgm:t>
        <a:bodyPr/>
        <a:lstStyle/>
        <a:p>
          <a:endParaRPr lang="en-US"/>
        </a:p>
      </dgm:t>
    </dgm:pt>
    <dgm:pt modelId="{8D9BC842-21C0-4FBB-8B48-F0580FC2458A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L2 </a:t>
          </a:r>
          <a:r>
            <a:rPr lang="it-IT" dirty="0" err="1"/>
            <a:t>hidden</a:t>
          </a:r>
          <a:r>
            <a:rPr lang="it-IT" dirty="0"/>
            <a:t> </a:t>
          </a:r>
          <a:r>
            <a:rPr lang="it-IT" dirty="0" err="1"/>
            <a:t>layer</a:t>
          </a:r>
          <a:endParaRPr lang="en-US" dirty="0"/>
        </a:p>
      </dgm:t>
    </dgm:pt>
    <dgm:pt modelId="{AC83D2A3-23D8-46EB-ADAE-E38E4030D6A2}" type="parTrans" cxnId="{6DF98370-2A6C-49EF-8D32-FAA3C74B17FA}">
      <dgm:prSet/>
      <dgm:spPr/>
      <dgm:t>
        <a:bodyPr/>
        <a:lstStyle/>
        <a:p>
          <a:endParaRPr lang="en-US"/>
        </a:p>
      </dgm:t>
    </dgm:pt>
    <dgm:pt modelId="{16B81250-DB98-43D1-82C1-3C9B101AB5AE}" type="sibTrans" cxnId="{6DF98370-2A6C-49EF-8D32-FAA3C74B17FA}">
      <dgm:prSet/>
      <dgm:spPr/>
      <dgm:t>
        <a:bodyPr/>
        <a:lstStyle/>
        <a:p>
          <a:endParaRPr lang="en-US"/>
        </a:p>
      </dgm:t>
    </dgm:pt>
    <dgm:pt modelId="{7C5E2F0A-1B6A-491F-AA34-A52449859C12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Output </a:t>
          </a:r>
          <a:r>
            <a:rPr lang="it-IT" dirty="0" err="1"/>
            <a:t>layer</a:t>
          </a:r>
          <a:endParaRPr lang="en-US" dirty="0"/>
        </a:p>
      </dgm:t>
    </dgm:pt>
    <dgm:pt modelId="{727F79D2-1858-4E67-AEF5-3BA89FCF73BD}" type="parTrans" cxnId="{100AEEB3-707D-4CEB-99AD-31A21FB78761}">
      <dgm:prSet/>
      <dgm:spPr/>
      <dgm:t>
        <a:bodyPr/>
        <a:lstStyle/>
        <a:p>
          <a:endParaRPr lang="en-US"/>
        </a:p>
      </dgm:t>
    </dgm:pt>
    <dgm:pt modelId="{4E6C35A9-9A75-4F33-8916-9F7FD7909F5C}" type="sibTrans" cxnId="{100AEEB3-707D-4CEB-99AD-31A21FB78761}">
      <dgm:prSet/>
      <dgm:spPr/>
      <dgm:t>
        <a:bodyPr/>
        <a:lstStyle/>
        <a:p>
          <a:endParaRPr lang="en-US"/>
        </a:p>
      </dgm:t>
    </dgm:pt>
    <dgm:pt modelId="{340BE149-0A78-4854-9464-C16DB9715DBE}" type="pres">
      <dgm:prSet presAssocID="{C6F98BA1-624C-4EF0-80CA-7BF15E3E3CF8}" presName="Name0" presStyleCnt="0">
        <dgm:presLayoutVars>
          <dgm:chMax val="7"/>
          <dgm:chPref val="7"/>
          <dgm:dir/>
        </dgm:presLayoutVars>
      </dgm:prSet>
      <dgm:spPr/>
    </dgm:pt>
    <dgm:pt modelId="{4B9AA58A-18A2-4AE0-9C46-0666C97A7EF8}" type="pres">
      <dgm:prSet presAssocID="{C6F98BA1-624C-4EF0-80CA-7BF15E3E3CF8}" presName="Name1" presStyleCnt="0"/>
      <dgm:spPr/>
    </dgm:pt>
    <dgm:pt modelId="{FEBF61CA-AF92-486C-8795-3ED529B7DC3E}" type="pres">
      <dgm:prSet presAssocID="{C6F98BA1-624C-4EF0-80CA-7BF15E3E3CF8}" presName="cycle" presStyleCnt="0"/>
      <dgm:spPr/>
    </dgm:pt>
    <dgm:pt modelId="{A1CE67F3-A18D-46BE-A35B-BD48D3B2AFCB}" type="pres">
      <dgm:prSet presAssocID="{C6F98BA1-624C-4EF0-80CA-7BF15E3E3CF8}" presName="srcNode" presStyleLbl="node1" presStyleIdx="0" presStyleCnt="4"/>
      <dgm:spPr/>
    </dgm:pt>
    <dgm:pt modelId="{44694467-2703-4838-BA5C-552A9602BEAD}" type="pres">
      <dgm:prSet presAssocID="{C6F98BA1-624C-4EF0-80CA-7BF15E3E3CF8}" presName="conn" presStyleLbl="parChTrans1D2" presStyleIdx="0" presStyleCnt="1"/>
      <dgm:spPr/>
    </dgm:pt>
    <dgm:pt modelId="{42DF6FE8-04B1-4AD8-A86F-2E7DD23DBEB9}" type="pres">
      <dgm:prSet presAssocID="{C6F98BA1-624C-4EF0-80CA-7BF15E3E3CF8}" presName="extraNode" presStyleLbl="node1" presStyleIdx="0" presStyleCnt="4"/>
      <dgm:spPr/>
    </dgm:pt>
    <dgm:pt modelId="{79D935D0-5A90-41FD-8551-5072234CA2E1}" type="pres">
      <dgm:prSet presAssocID="{C6F98BA1-624C-4EF0-80CA-7BF15E3E3CF8}" presName="dstNode" presStyleLbl="node1" presStyleIdx="0" presStyleCnt="4"/>
      <dgm:spPr/>
    </dgm:pt>
    <dgm:pt modelId="{51B53102-B3BF-4567-9525-1426319F939C}" type="pres">
      <dgm:prSet presAssocID="{C96D9099-430D-4DFD-8F50-4582DEC2B7D3}" presName="text_1" presStyleLbl="node1" presStyleIdx="0" presStyleCnt="4">
        <dgm:presLayoutVars>
          <dgm:bulletEnabled val="1"/>
        </dgm:presLayoutVars>
      </dgm:prSet>
      <dgm:spPr/>
    </dgm:pt>
    <dgm:pt modelId="{AAA71634-9781-454C-9034-68D3235F056A}" type="pres">
      <dgm:prSet presAssocID="{C96D9099-430D-4DFD-8F50-4582DEC2B7D3}" presName="accent_1" presStyleCnt="0"/>
      <dgm:spPr/>
    </dgm:pt>
    <dgm:pt modelId="{BB410DFF-4C35-4314-A387-2B59392F9AE6}" type="pres">
      <dgm:prSet presAssocID="{C96D9099-430D-4DFD-8F50-4582DEC2B7D3}" presName="accentRepeatNode" presStyleLbl="solidFgAcc1" presStyleIdx="0" presStyleCnt="4"/>
      <dgm:spPr/>
    </dgm:pt>
    <dgm:pt modelId="{3851819D-A948-46E6-B98B-713E8651599A}" type="pres">
      <dgm:prSet presAssocID="{7CED3ABE-EE09-466B-965A-94B5986F1F78}" presName="text_2" presStyleLbl="node1" presStyleIdx="1" presStyleCnt="4">
        <dgm:presLayoutVars>
          <dgm:bulletEnabled val="1"/>
        </dgm:presLayoutVars>
      </dgm:prSet>
      <dgm:spPr/>
    </dgm:pt>
    <dgm:pt modelId="{8E21C63B-A178-4F31-AE3F-79D3981AEA77}" type="pres">
      <dgm:prSet presAssocID="{7CED3ABE-EE09-466B-965A-94B5986F1F78}" presName="accent_2" presStyleCnt="0"/>
      <dgm:spPr/>
    </dgm:pt>
    <dgm:pt modelId="{BE07F9F1-10B8-459B-B1B0-1017D1429ED8}" type="pres">
      <dgm:prSet presAssocID="{7CED3ABE-EE09-466B-965A-94B5986F1F78}" presName="accentRepeatNode" presStyleLbl="solidFgAcc1" presStyleIdx="1" presStyleCnt="4"/>
      <dgm:spPr/>
    </dgm:pt>
    <dgm:pt modelId="{C92A14FB-EAD8-4566-890B-C0DA7877C08B}" type="pres">
      <dgm:prSet presAssocID="{8D9BC842-21C0-4FBB-8B48-F0580FC2458A}" presName="text_3" presStyleLbl="node1" presStyleIdx="2" presStyleCnt="4">
        <dgm:presLayoutVars>
          <dgm:bulletEnabled val="1"/>
        </dgm:presLayoutVars>
      </dgm:prSet>
      <dgm:spPr/>
    </dgm:pt>
    <dgm:pt modelId="{D638BFD8-5F48-4EA2-B121-BC3525CC0FE3}" type="pres">
      <dgm:prSet presAssocID="{8D9BC842-21C0-4FBB-8B48-F0580FC2458A}" presName="accent_3" presStyleCnt="0"/>
      <dgm:spPr/>
    </dgm:pt>
    <dgm:pt modelId="{3E0DCCC9-E6AC-4019-B27A-611BC8EC0A31}" type="pres">
      <dgm:prSet presAssocID="{8D9BC842-21C0-4FBB-8B48-F0580FC2458A}" presName="accentRepeatNode" presStyleLbl="solidFgAcc1" presStyleIdx="2" presStyleCnt="4"/>
      <dgm:spPr/>
    </dgm:pt>
    <dgm:pt modelId="{1988BD50-FB6F-42B2-BCC6-A15280DB03D3}" type="pres">
      <dgm:prSet presAssocID="{7C5E2F0A-1B6A-491F-AA34-A52449859C12}" presName="text_4" presStyleLbl="node1" presStyleIdx="3" presStyleCnt="4">
        <dgm:presLayoutVars>
          <dgm:bulletEnabled val="1"/>
        </dgm:presLayoutVars>
      </dgm:prSet>
      <dgm:spPr/>
    </dgm:pt>
    <dgm:pt modelId="{7498BA7A-D97C-4FE9-8264-F475A7F3B616}" type="pres">
      <dgm:prSet presAssocID="{7C5E2F0A-1B6A-491F-AA34-A52449859C12}" presName="accent_4" presStyleCnt="0"/>
      <dgm:spPr/>
    </dgm:pt>
    <dgm:pt modelId="{D609E633-48CC-4379-AF79-D761AE37ACBF}" type="pres">
      <dgm:prSet presAssocID="{7C5E2F0A-1B6A-491F-AA34-A52449859C12}" presName="accentRepeatNode" presStyleLbl="solidFgAcc1" presStyleIdx="3" presStyleCnt="4"/>
      <dgm:spPr/>
    </dgm:pt>
  </dgm:ptLst>
  <dgm:cxnLst>
    <dgm:cxn modelId="{12E8D621-E5F2-406E-A87C-F948BA6C62A7}" type="presOf" srcId="{C6F98BA1-624C-4EF0-80CA-7BF15E3E3CF8}" destId="{340BE149-0A78-4854-9464-C16DB9715DBE}" srcOrd="0" destOrd="0" presId="urn:microsoft.com/office/officeart/2008/layout/VerticalCurvedList"/>
    <dgm:cxn modelId="{07EC2F4E-6690-42BA-8DEE-B0C3E9A2C6D9}" type="presOf" srcId="{8D9BC842-21C0-4FBB-8B48-F0580FC2458A}" destId="{C92A14FB-EAD8-4566-890B-C0DA7877C08B}" srcOrd="0" destOrd="0" presId="urn:microsoft.com/office/officeart/2008/layout/VerticalCurvedList"/>
    <dgm:cxn modelId="{6DF98370-2A6C-49EF-8D32-FAA3C74B17FA}" srcId="{C6F98BA1-624C-4EF0-80CA-7BF15E3E3CF8}" destId="{8D9BC842-21C0-4FBB-8B48-F0580FC2458A}" srcOrd="2" destOrd="0" parTransId="{AC83D2A3-23D8-46EB-ADAE-E38E4030D6A2}" sibTransId="{16B81250-DB98-43D1-82C1-3C9B101AB5AE}"/>
    <dgm:cxn modelId="{43616175-0699-421B-8299-8D1F8B2467E9}" type="presOf" srcId="{C96D9099-430D-4DFD-8F50-4582DEC2B7D3}" destId="{51B53102-B3BF-4567-9525-1426319F939C}" srcOrd="0" destOrd="0" presId="urn:microsoft.com/office/officeart/2008/layout/VerticalCurvedList"/>
    <dgm:cxn modelId="{F822E77D-2C9A-4873-87AC-11D77EE90497}" srcId="{C6F98BA1-624C-4EF0-80CA-7BF15E3E3CF8}" destId="{7CED3ABE-EE09-466B-965A-94B5986F1F78}" srcOrd="1" destOrd="0" parTransId="{134BDD68-FE74-4FA0-940A-2855E38FE44F}" sibTransId="{B30DA693-3CFE-44EE-B0B9-1218952968C9}"/>
    <dgm:cxn modelId="{5BC07C85-F9A7-4240-8534-BBE6B22F386B}" type="presOf" srcId="{7C5E2F0A-1B6A-491F-AA34-A52449859C12}" destId="{1988BD50-FB6F-42B2-BCC6-A15280DB03D3}" srcOrd="0" destOrd="0" presId="urn:microsoft.com/office/officeart/2008/layout/VerticalCurvedList"/>
    <dgm:cxn modelId="{F393A5B2-9809-493E-B930-A7D043D79FE3}" type="presOf" srcId="{67A467AC-C8FA-466C-92F7-0BCCB3CC5F56}" destId="{44694467-2703-4838-BA5C-552A9602BEAD}" srcOrd="0" destOrd="0" presId="urn:microsoft.com/office/officeart/2008/layout/VerticalCurvedList"/>
    <dgm:cxn modelId="{100AEEB3-707D-4CEB-99AD-31A21FB78761}" srcId="{C6F98BA1-624C-4EF0-80CA-7BF15E3E3CF8}" destId="{7C5E2F0A-1B6A-491F-AA34-A52449859C12}" srcOrd="3" destOrd="0" parTransId="{727F79D2-1858-4E67-AEF5-3BA89FCF73BD}" sibTransId="{4E6C35A9-9A75-4F33-8916-9F7FD7909F5C}"/>
    <dgm:cxn modelId="{84B4EEB9-97EF-4082-9459-6DF3647356F1}" srcId="{C6F98BA1-624C-4EF0-80CA-7BF15E3E3CF8}" destId="{C96D9099-430D-4DFD-8F50-4582DEC2B7D3}" srcOrd="0" destOrd="0" parTransId="{26812555-848D-4BA6-A385-2210888C67E1}" sibTransId="{67A467AC-C8FA-466C-92F7-0BCCB3CC5F56}"/>
    <dgm:cxn modelId="{B5CE66E0-E1D6-4558-A8F2-18BFE3AB6437}" type="presOf" srcId="{7CED3ABE-EE09-466B-965A-94B5986F1F78}" destId="{3851819D-A948-46E6-B98B-713E8651599A}" srcOrd="0" destOrd="0" presId="urn:microsoft.com/office/officeart/2008/layout/VerticalCurvedList"/>
    <dgm:cxn modelId="{8CA9619A-546A-4699-9D73-E58C9B83ABC0}" type="presParOf" srcId="{340BE149-0A78-4854-9464-C16DB9715DBE}" destId="{4B9AA58A-18A2-4AE0-9C46-0666C97A7EF8}" srcOrd="0" destOrd="0" presId="urn:microsoft.com/office/officeart/2008/layout/VerticalCurvedList"/>
    <dgm:cxn modelId="{50DA1CD3-49D6-4568-8346-AFED64D2FEB9}" type="presParOf" srcId="{4B9AA58A-18A2-4AE0-9C46-0666C97A7EF8}" destId="{FEBF61CA-AF92-486C-8795-3ED529B7DC3E}" srcOrd="0" destOrd="0" presId="urn:microsoft.com/office/officeart/2008/layout/VerticalCurvedList"/>
    <dgm:cxn modelId="{D3EC33A0-FABC-4427-A986-BAFAE0131650}" type="presParOf" srcId="{FEBF61CA-AF92-486C-8795-3ED529B7DC3E}" destId="{A1CE67F3-A18D-46BE-A35B-BD48D3B2AFCB}" srcOrd="0" destOrd="0" presId="urn:microsoft.com/office/officeart/2008/layout/VerticalCurvedList"/>
    <dgm:cxn modelId="{FD90761B-2896-4E50-80A8-55DF67313857}" type="presParOf" srcId="{FEBF61CA-AF92-486C-8795-3ED529B7DC3E}" destId="{44694467-2703-4838-BA5C-552A9602BEAD}" srcOrd="1" destOrd="0" presId="urn:microsoft.com/office/officeart/2008/layout/VerticalCurvedList"/>
    <dgm:cxn modelId="{A2297E3E-ABF7-4B6C-87E9-739B44D06C12}" type="presParOf" srcId="{FEBF61CA-AF92-486C-8795-3ED529B7DC3E}" destId="{42DF6FE8-04B1-4AD8-A86F-2E7DD23DBEB9}" srcOrd="2" destOrd="0" presId="urn:microsoft.com/office/officeart/2008/layout/VerticalCurvedList"/>
    <dgm:cxn modelId="{7712D3B7-653B-4440-BECF-4C2C3ABB806B}" type="presParOf" srcId="{FEBF61CA-AF92-486C-8795-3ED529B7DC3E}" destId="{79D935D0-5A90-41FD-8551-5072234CA2E1}" srcOrd="3" destOrd="0" presId="urn:microsoft.com/office/officeart/2008/layout/VerticalCurvedList"/>
    <dgm:cxn modelId="{261170C4-BB8B-4DB9-84CE-D34C8D031552}" type="presParOf" srcId="{4B9AA58A-18A2-4AE0-9C46-0666C97A7EF8}" destId="{51B53102-B3BF-4567-9525-1426319F939C}" srcOrd="1" destOrd="0" presId="urn:microsoft.com/office/officeart/2008/layout/VerticalCurvedList"/>
    <dgm:cxn modelId="{C8537B96-6B5E-470D-88BF-C48C2B751EBB}" type="presParOf" srcId="{4B9AA58A-18A2-4AE0-9C46-0666C97A7EF8}" destId="{AAA71634-9781-454C-9034-68D3235F056A}" srcOrd="2" destOrd="0" presId="urn:microsoft.com/office/officeart/2008/layout/VerticalCurvedList"/>
    <dgm:cxn modelId="{1C881F6A-02AB-4A3D-A54F-32D665E455E2}" type="presParOf" srcId="{AAA71634-9781-454C-9034-68D3235F056A}" destId="{BB410DFF-4C35-4314-A387-2B59392F9AE6}" srcOrd="0" destOrd="0" presId="urn:microsoft.com/office/officeart/2008/layout/VerticalCurvedList"/>
    <dgm:cxn modelId="{E6869F80-612E-41AB-8A47-7794FDBFE9DC}" type="presParOf" srcId="{4B9AA58A-18A2-4AE0-9C46-0666C97A7EF8}" destId="{3851819D-A948-46E6-B98B-713E8651599A}" srcOrd="3" destOrd="0" presId="urn:microsoft.com/office/officeart/2008/layout/VerticalCurvedList"/>
    <dgm:cxn modelId="{768487BA-9047-4751-8B9C-8B198A301689}" type="presParOf" srcId="{4B9AA58A-18A2-4AE0-9C46-0666C97A7EF8}" destId="{8E21C63B-A178-4F31-AE3F-79D3981AEA77}" srcOrd="4" destOrd="0" presId="urn:microsoft.com/office/officeart/2008/layout/VerticalCurvedList"/>
    <dgm:cxn modelId="{F558C1B9-7C84-475B-99E1-3F8505F953A2}" type="presParOf" srcId="{8E21C63B-A178-4F31-AE3F-79D3981AEA77}" destId="{BE07F9F1-10B8-459B-B1B0-1017D1429ED8}" srcOrd="0" destOrd="0" presId="urn:microsoft.com/office/officeart/2008/layout/VerticalCurvedList"/>
    <dgm:cxn modelId="{6C49E4AB-F5B4-445B-94FC-25DE77D6360B}" type="presParOf" srcId="{4B9AA58A-18A2-4AE0-9C46-0666C97A7EF8}" destId="{C92A14FB-EAD8-4566-890B-C0DA7877C08B}" srcOrd="5" destOrd="0" presId="urn:microsoft.com/office/officeart/2008/layout/VerticalCurvedList"/>
    <dgm:cxn modelId="{03648525-96CC-4F36-9EAC-46E05F60A61B}" type="presParOf" srcId="{4B9AA58A-18A2-4AE0-9C46-0666C97A7EF8}" destId="{D638BFD8-5F48-4EA2-B121-BC3525CC0FE3}" srcOrd="6" destOrd="0" presId="urn:microsoft.com/office/officeart/2008/layout/VerticalCurvedList"/>
    <dgm:cxn modelId="{E0E13E4C-3DA8-49FF-B585-6042723B5F74}" type="presParOf" srcId="{D638BFD8-5F48-4EA2-B121-BC3525CC0FE3}" destId="{3E0DCCC9-E6AC-4019-B27A-611BC8EC0A31}" srcOrd="0" destOrd="0" presId="urn:microsoft.com/office/officeart/2008/layout/VerticalCurvedList"/>
    <dgm:cxn modelId="{3DC69F60-40CD-40D3-96D6-5A747FA72DEE}" type="presParOf" srcId="{4B9AA58A-18A2-4AE0-9C46-0666C97A7EF8}" destId="{1988BD50-FB6F-42B2-BCC6-A15280DB03D3}" srcOrd="7" destOrd="0" presId="urn:microsoft.com/office/officeart/2008/layout/VerticalCurvedList"/>
    <dgm:cxn modelId="{CCF67487-2928-44BB-9C1C-A65702BC6FF0}" type="presParOf" srcId="{4B9AA58A-18A2-4AE0-9C46-0666C97A7EF8}" destId="{7498BA7A-D97C-4FE9-8264-F475A7F3B616}" srcOrd="8" destOrd="0" presId="urn:microsoft.com/office/officeart/2008/layout/VerticalCurvedList"/>
    <dgm:cxn modelId="{FD0345EF-52D2-4898-A760-5F5F5C268CB0}" type="presParOf" srcId="{7498BA7A-D97C-4FE9-8264-F475A7F3B616}" destId="{D609E633-48CC-4379-AF79-D761AE37ACB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6F98BA1-624C-4EF0-80CA-7BF15E3E3CF8}" type="doc">
      <dgm:prSet loTypeId="urn:microsoft.com/office/officeart/2008/layout/VerticalCurvedList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C96D9099-430D-4DFD-8F50-4582DEC2B7D3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A </a:t>
          </a:r>
          <a:r>
            <a:rPr lang="it-IT" b="1" dirty="0"/>
            <a:t>router </a:t>
          </a:r>
          <a:r>
            <a:rPr lang="it-IT" b="1" dirty="0" err="1"/>
            <a:t>decides</a:t>
          </a:r>
          <a:r>
            <a:rPr lang="it-IT" b="1" dirty="0"/>
            <a:t> </a:t>
          </a:r>
          <a:r>
            <a:rPr lang="it-IT" b="1" dirty="0" err="1"/>
            <a:t>which</a:t>
          </a:r>
          <a:r>
            <a:rPr lang="it-IT" b="1" dirty="0"/>
            <a:t> head </a:t>
          </a:r>
        </a:p>
        <a:p>
          <a:r>
            <a:rPr lang="it-IT" b="1" dirty="0" err="1"/>
            <a:t>should</a:t>
          </a:r>
          <a:r>
            <a:rPr lang="it-IT" b="1" dirty="0"/>
            <a:t> be </a:t>
          </a:r>
          <a:r>
            <a:rPr lang="it-IT" b="1" dirty="0" err="1"/>
            <a:t>called</a:t>
          </a:r>
          <a:endParaRPr lang="en-US" b="1" dirty="0"/>
        </a:p>
      </dgm:t>
    </dgm:pt>
    <dgm:pt modelId="{26812555-848D-4BA6-A385-2210888C67E1}" type="parTrans" cxnId="{84B4EEB9-97EF-4082-9459-6DF3647356F1}">
      <dgm:prSet/>
      <dgm:spPr/>
      <dgm:t>
        <a:bodyPr/>
        <a:lstStyle/>
        <a:p>
          <a:endParaRPr lang="en-US"/>
        </a:p>
      </dgm:t>
    </dgm:pt>
    <dgm:pt modelId="{67A467AC-C8FA-466C-92F7-0BCCB3CC5F56}" type="sibTrans" cxnId="{84B4EEB9-97EF-4082-9459-6DF3647356F1}">
      <dgm:prSet/>
      <dgm:spPr/>
      <dgm:t>
        <a:bodyPr/>
        <a:lstStyle/>
        <a:p>
          <a:endParaRPr lang="en-US"/>
        </a:p>
      </dgm:t>
    </dgm:pt>
    <dgm:pt modelId="{7CED3ABE-EE09-466B-965A-94B5986F1F78}">
      <dgm:prSet phldrT="[Text]" phldr="1"/>
      <dgm:spPr>
        <a:solidFill>
          <a:srgbClr val="002060"/>
        </a:solidFill>
      </dgm:spPr>
      <dgm:t>
        <a:bodyPr/>
        <a:lstStyle/>
        <a:p>
          <a:endParaRPr lang="en-US" dirty="0"/>
        </a:p>
      </dgm:t>
    </dgm:pt>
    <dgm:pt modelId="{134BDD68-FE74-4FA0-940A-2855E38FE44F}" type="parTrans" cxnId="{F822E77D-2C9A-4873-87AC-11D77EE90497}">
      <dgm:prSet/>
      <dgm:spPr/>
      <dgm:t>
        <a:bodyPr/>
        <a:lstStyle/>
        <a:p>
          <a:endParaRPr lang="en-US"/>
        </a:p>
      </dgm:t>
    </dgm:pt>
    <dgm:pt modelId="{B30DA693-3CFE-44EE-B0B9-1218952968C9}" type="sibTrans" cxnId="{F822E77D-2C9A-4873-87AC-11D77EE90497}">
      <dgm:prSet/>
      <dgm:spPr/>
      <dgm:t>
        <a:bodyPr/>
        <a:lstStyle/>
        <a:p>
          <a:endParaRPr lang="en-US"/>
        </a:p>
      </dgm:t>
    </dgm:pt>
    <dgm:pt modelId="{8D9BC842-21C0-4FBB-8B48-F0580FC2458A}">
      <dgm:prSet phldrT="[Text]" phldr="1"/>
      <dgm:spPr>
        <a:solidFill>
          <a:srgbClr val="002060"/>
        </a:solidFill>
      </dgm:spPr>
      <dgm:t>
        <a:bodyPr/>
        <a:lstStyle/>
        <a:p>
          <a:endParaRPr lang="en-US"/>
        </a:p>
      </dgm:t>
    </dgm:pt>
    <dgm:pt modelId="{AC83D2A3-23D8-46EB-ADAE-E38E4030D6A2}" type="parTrans" cxnId="{6DF98370-2A6C-49EF-8D32-FAA3C74B17FA}">
      <dgm:prSet/>
      <dgm:spPr/>
      <dgm:t>
        <a:bodyPr/>
        <a:lstStyle/>
        <a:p>
          <a:endParaRPr lang="en-US"/>
        </a:p>
      </dgm:t>
    </dgm:pt>
    <dgm:pt modelId="{16B81250-DB98-43D1-82C1-3C9B101AB5AE}" type="sibTrans" cxnId="{6DF98370-2A6C-49EF-8D32-FAA3C74B17FA}">
      <dgm:prSet/>
      <dgm:spPr/>
      <dgm:t>
        <a:bodyPr/>
        <a:lstStyle/>
        <a:p>
          <a:endParaRPr lang="en-US"/>
        </a:p>
      </dgm:t>
    </dgm:pt>
    <dgm:pt modelId="{340BE149-0A78-4854-9464-C16DB9715DBE}" type="pres">
      <dgm:prSet presAssocID="{C6F98BA1-624C-4EF0-80CA-7BF15E3E3CF8}" presName="Name0" presStyleCnt="0">
        <dgm:presLayoutVars>
          <dgm:chMax val="7"/>
          <dgm:chPref val="7"/>
          <dgm:dir/>
        </dgm:presLayoutVars>
      </dgm:prSet>
      <dgm:spPr/>
    </dgm:pt>
    <dgm:pt modelId="{4B9AA58A-18A2-4AE0-9C46-0666C97A7EF8}" type="pres">
      <dgm:prSet presAssocID="{C6F98BA1-624C-4EF0-80CA-7BF15E3E3CF8}" presName="Name1" presStyleCnt="0"/>
      <dgm:spPr/>
    </dgm:pt>
    <dgm:pt modelId="{FEBF61CA-AF92-486C-8795-3ED529B7DC3E}" type="pres">
      <dgm:prSet presAssocID="{C6F98BA1-624C-4EF0-80CA-7BF15E3E3CF8}" presName="cycle" presStyleCnt="0"/>
      <dgm:spPr/>
    </dgm:pt>
    <dgm:pt modelId="{A1CE67F3-A18D-46BE-A35B-BD48D3B2AFCB}" type="pres">
      <dgm:prSet presAssocID="{C6F98BA1-624C-4EF0-80CA-7BF15E3E3CF8}" presName="srcNode" presStyleLbl="node1" presStyleIdx="0" presStyleCnt="3"/>
      <dgm:spPr/>
    </dgm:pt>
    <dgm:pt modelId="{44694467-2703-4838-BA5C-552A9602BEAD}" type="pres">
      <dgm:prSet presAssocID="{C6F98BA1-624C-4EF0-80CA-7BF15E3E3CF8}" presName="conn" presStyleLbl="parChTrans1D2" presStyleIdx="0" presStyleCnt="1"/>
      <dgm:spPr/>
    </dgm:pt>
    <dgm:pt modelId="{42DF6FE8-04B1-4AD8-A86F-2E7DD23DBEB9}" type="pres">
      <dgm:prSet presAssocID="{C6F98BA1-624C-4EF0-80CA-7BF15E3E3CF8}" presName="extraNode" presStyleLbl="node1" presStyleIdx="0" presStyleCnt="3"/>
      <dgm:spPr/>
    </dgm:pt>
    <dgm:pt modelId="{79D935D0-5A90-41FD-8551-5072234CA2E1}" type="pres">
      <dgm:prSet presAssocID="{C6F98BA1-624C-4EF0-80CA-7BF15E3E3CF8}" presName="dstNode" presStyleLbl="node1" presStyleIdx="0" presStyleCnt="3"/>
      <dgm:spPr/>
    </dgm:pt>
    <dgm:pt modelId="{51B53102-B3BF-4567-9525-1426319F939C}" type="pres">
      <dgm:prSet presAssocID="{C96D9099-430D-4DFD-8F50-4582DEC2B7D3}" presName="text_1" presStyleLbl="node1" presStyleIdx="0" presStyleCnt="3">
        <dgm:presLayoutVars>
          <dgm:bulletEnabled val="1"/>
        </dgm:presLayoutVars>
      </dgm:prSet>
      <dgm:spPr/>
    </dgm:pt>
    <dgm:pt modelId="{AAA71634-9781-454C-9034-68D3235F056A}" type="pres">
      <dgm:prSet presAssocID="{C96D9099-430D-4DFD-8F50-4582DEC2B7D3}" presName="accent_1" presStyleCnt="0"/>
      <dgm:spPr/>
    </dgm:pt>
    <dgm:pt modelId="{BB410DFF-4C35-4314-A387-2B59392F9AE6}" type="pres">
      <dgm:prSet presAssocID="{C96D9099-430D-4DFD-8F50-4582DEC2B7D3}" presName="accentRepeatNode" presStyleLbl="solidFgAcc1" presStyleIdx="0" presStyleCnt="3"/>
      <dgm:spPr/>
    </dgm:pt>
    <dgm:pt modelId="{3851819D-A948-46E6-B98B-713E8651599A}" type="pres">
      <dgm:prSet presAssocID="{7CED3ABE-EE09-466B-965A-94B5986F1F78}" presName="text_2" presStyleLbl="node1" presStyleIdx="1" presStyleCnt="3">
        <dgm:presLayoutVars>
          <dgm:bulletEnabled val="1"/>
        </dgm:presLayoutVars>
      </dgm:prSet>
      <dgm:spPr/>
    </dgm:pt>
    <dgm:pt modelId="{8E21C63B-A178-4F31-AE3F-79D3981AEA77}" type="pres">
      <dgm:prSet presAssocID="{7CED3ABE-EE09-466B-965A-94B5986F1F78}" presName="accent_2" presStyleCnt="0"/>
      <dgm:spPr/>
    </dgm:pt>
    <dgm:pt modelId="{BE07F9F1-10B8-459B-B1B0-1017D1429ED8}" type="pres">
      <dgm:prSet presAssocID="{7CED3ABE-EE09-466B-965A-94B5986F1F78}" presName="accentRepeatNode" presStyleLbl="solidFgAcc1" presStyleIdx="1" presStyleCnt="3"/>
      <dgm:spPr/>
    </dgm:pt>
    <dgm:pt modelId="{C92A14FB-EAD8-4566-890B-C0DA7877C08B}" type="pres">
      <dgm:prSet presAssocID="{8D9BC842-21C0-4FBB-8B48-F0580FC2458A}" presName="text_3" presStyleLbl="node1" presStyleIdx="2" presStyleCnt="3">
        <dgm:presLayoutVars>
          <dgm:bulletEnabled val="1"/>
        </dgm:presLayoutVars>
      </dgm:prSet>
      <dgm:spPr/>
    </dgm:pt>
    <dgm:pt modelId="{D638BFD8-5F48-4EA2-B121-BC3525CC0FE3}" type="pres">
      <dgm:prSet presAssocID="{8D9BC842-21C0-4FBB-8B48-F0580FC2458A}" presName="accent_3" presStyleCnt="0"/>
      <dgm:spPr/>
    </dgm:pt>
    <dgm:pt modelId="{3E0DCCC9-E6AC-4019-B27A-611BC8EC0A31}" type="pres">
      <dgm:prSet presAssocID="{8D9BC842-21C0-4FBB-8B48-F0580FC2458A}" presName="accentRepeatNode" presStyleLbl="solidFgAcc1" presStyleIdx="2" presStyleCnt="3"/>
      <dgm:spPr/>
    </dgm:pt>
  </dgm:ptLst>
  <dgm:cxnLst>
    <dgm:cxn modelId="{12E8D621-E5F2-406E-A87C-F948BA6C62A7}" type="presOf" srcId="{C6F98BA1-624C-4EF0-80CA-7BF15E3E3CF8}" destId="{340BE149-0A78-4854-9464-C16DB9715DBE}" srcOrd="0" destOrd="0" presId="urn:microsoft.com/office/officeart/2008/layout/VerticalCurvedList"/>
    <dgm:cxn modelId="{07EC2F4E-6690-42BA-8DEE-B0C3E9A2C6D9}" type="presOf" srcId="{8D9BC842-21C0-4FBB-8B48-F0580FC2458A}" destId="{C92A14FB-EAD8-4566-890B-C0DA7877C08B}" srcOrd="0" destOrd="0" presId="urn:microsoft.com/office/officeart/2008/layout/VerticalCurvedList"/>
    <dgm:cxn modelId="{6DF98370-2A6C-49EF-8D32-FAA3C74B17FA}" srcId="{C6F98BA1-624C-4EF0-80CA-7BF15E3E3CF8}" destId="{8D9BC842-21C0-4FBB-8B48-F0580FC2458A}" srcOrd="2" destOrd="0" parTransId="{AC83D2A3-23D8-46EB-ADAE-E38E4030D6A2}" sibTransId="{16B81250-DB98-43D1-82C1-3C9B101AB5AE}"/>
    <dgm:cxn modelId="{43616175-0699-421B-8299-8D1F8B2467E9}" type="presOf" srcId="{C96D9099-430D-4DFD-8F50-4582DEC2B7D3}" destId="{51B53102-B3BF-4567-9525-1426319F939C}" srcOrd="0" destOrd="0" presId="urn:microsoft.com/office/officeart/2008/layout/VerticalCurvedList"/>
    <dgm:cxn modelId="{F822E77D-2C9A-4873-87AC-11D77EE90497}" srcId="{C6F98BA1-624C-4EF0-80CA-7BF15E3E3CF8}" destId="{7CED3ABE-EE09-466B-965A-94B5986F1F78}" srcOrd="1" destOrd="0" parTransId="{134BDD68-FE74-4FA0-940A-2855E38FE44F}" sibTransId="{B30DA693-3CFE-44EE-B0B9-1218952968C9}"/>
    <dgm:cxn modelId="{F393A5B2-9809-493E-B930-A7D043D79FE3}" type="presOf" srcId="{67A467AC-C8FA-466C-92F7-0BCCB3CC5F56}" destId="{44694467-2703-4838-BA5C-552A9602BEAD}" srcOrd="0" destOrd="0" presId="urn:microsoft.com/office/officeart/2008/layout/VerticalCurvedList"/>
    <dgm:cxn modelId="{84B4EEB9-97EF-4082-9459-6DF3647356F1}" srcId="{C6F98BA1-624C-4EF0-80CA-7BF15E3E3CF8}" destId="{C96D9099-430D-4DFD-8F50-4582DEC2B7D3}" srcOrd="0" destOrd="0" parTransId="{26812555-848D-4BA6-A385-2210888C67E1}" sibTransId="{67A467AC-C8FA-466C-92F7-0BCCB3CC5F56}"/>
    <dgm:cxn modelId="{B5CE66E0-E1D6-4558-A8F2-18BFE3AB6437}" type="presOf" srcId="{7CED3ABE-EE09-466B-965A-94B5986F1F78}" destId="{3851819D-A948-46E6-B98B-713E8651599A}" srcOrd="0" destOrd="0" presId="urn:microsoft.com/office/officeart/2008/layout/VerticalCurvedList"/>
    <dgm:cxn modelId="{8CA9619A-546A-4699-9D73-E58C9B83ABC0}" type="presParOf" srcId="{340BE149-0A78-4854-9464-C16DB9715DBE}" destId="{4B9AA58A-18A2-4AE0-9C46-0666C97A7EF8}" srcOrd="0" destOrd="0" presId="urn:microsoft.com/office/officeart/2008/layout/VerticalCurvedList"/>
    <dgm:cxn modelId="{50DA1CD3-49D6-4568-8346-AFED64D2FEB9}" type="presParOf" srcId="{4B9AA58A-18A2-4AE0-9C46-0666C97A7EF8}" destId="{FEBF61CA-AF92-486C-8795-3ED529B7DC3E}" srcOrd="0" destOrd="0" presId="urn:microsoft.com/office/officeart/2008/layout/VerticalCurvedList"/>
    <dgm:cxn modelId="{D3EC33A0-FABC-4427-A986-BAFAE0131650}" type="presParOf" srcId="{FEBF61CA-AF92-486C-8795-3ED529B7DC3E}" destId="{A1CE67F3-A18D-46BE-A35B-BD48D3B2AFCB}" srcOrd="0" destOrd="0" presId="urn:microsoft.com/office/officeart/2008/layout/VerticalCurvedList"/>
    <dgm:cxn modelId="{FD90761B-2896-4E50-80A8-55DF67313857}" type="presParOf" srcId="{FEBF61CA-AF92-486C-8795-3ED529B7DC3E}" destId="{44694467-2703-4838-BA5C-552A9602BEAD}" srcOrd="1" destOrd="0" presId="urn:microsoft.com/office/officeart/2008/layout/VerticalCurvedList"/>
    <dgm:cxn modelId="{A2297E3E-ABF7-4B6C-87E9-739B44D06C12}" type="presParOf" srcId="{FEBF61CA-AF92-486C-8795-3ED529B7DC3E}" destId="{42DF6FE8-04B1-4AD8-A86F-2E7DD23DBEB9}" srcOrd="2" destOrd="0" presId="urn:microsoft.com/office/officeart/2008/layout/VerticalCurvedList"/>
    <dgm:cxn modelId="{7712D3B7-653B-4440-BECF-4C2C3ABB806B}" type="presParOf" srcId="{FEBF61CA-AF92-486C-8795-3ED529B7DC3E}" destId="{79D935D0-5A90-41FD-8551-5072234CA2E1}" srcOrd="3" destOrd="0" presId="urn:microsoft.com/office/officeart/2008/layout/VerticalCurvedList"/>
    <dgm:cxn modelId="{261170C4-BB8B-4DB9-84CE-D34C8D031552}" type="presParOf" srcId="{4B9AA58A-18A2-4AE0-9C46-0666C97A7EF8}" destId="{51B53102-B3BF-4567-9525-1426319F939C}" srcOrd="1" destOrd="0" presId="urn:microsoft.com/office/officeart/2008/layout/VerticalCurvedList"/>
    <dgm:cxn modelId="{C8537B96-6B5E-470D-88BF-C48C2B751EBB}" type="presParOf" srcId="{4B9AA58A-18A2-4AE0-9C46-0666C97A7EF8}" destId="{AAA71634-9781-454C-9034-68D3235F056A}" srcOrd="2" destOrd="0" presId="urn:microsoft.com/office/officeart/2008/layout/VerticalCurvedList"/>
    <dgm:cxn modelId="{1C881F6A-02AB-4A3D-A54F-32D665E455E2}" type="presParOf" srcId="{AAA71634-9781-454C-9034-68D3235F056A}" destId="{BB410DFF-4C35-4314-A387-2B59392F9AE6}" srcOrd="0" destOrd="0" presId="urn:microsoft.com/office/officeart/2008/layout/VerticalCurvedList"/>
    <dgm:cxn modelId="{E6869F80-612E-41AB-8A47-7794FDBFE9DC}" type="presParOf" srcId="{4B9AA58A-18A2-4AE0-9C46-0666C97A7EF8}" destId="{3851819D-A948-46E6-B98B-713E8651599A}" srcOrd="3" destOrd="0" presId="urn:microsoft.com/office/officeart/2008/layout/VerticalCurvedList"/>
    <dgm:cxn modelId="{768487BA-9047-4751-8B9C-8B198A301689}" type="presParOf" srcId="{4B9AA58A-18A2-4AE0-9C46-0666C97A7EF8}" destId="{8E21C63B-A178-4F31-AE3F-79D3981AEA77}" srcOrd="4" destOrd="0" presId="urn:microsoft.com/office/officeart/2008/layout/VerticalCurvedList"/>
    <dgm:cxn modelId="{F558C1B9-7C84-475B-99E1-3F8505F953A2}" type="presParOf" srcId="{8E21C63B-A178-4F31-AE3F-79D3981AEA77}" destId="{BE07F9F1-10B8-459B-B1B0-1017D1429ED8}" srcOrd="0" destOrd="0" presId="urn:microsoft.com/office/officeart/2008/layout/VerticalCurvedList"/>
    <dgm:cxn modelId="{6C49E4AB-F5B4-445B-94FC-25DE77D6360B}" type="presParOf" srcId="{4B9AA58A-18A2-4AE0-9C46-0666C97A7EF8}" destId="{C92A14FB-EAD8-4566-890B-C0DA7877C08B}" srcOrd="5" destOrd="0" presId="urn:microsoft.com/office/officeart/2008/layout/VerticalCurvedList"/>
    <dgm:cxn modelId="{03648525-96CC-4F36-9EAC-46E05F60A61B}" type="presParOf" srcId="{4B9AA58A-18A2-4AE0-9C46-0666C97A7EF8}" destId="{D638BFD8-5F48-4EA2-B121-BC3525CC0FE3}" srcOrd="6" destOrd="0" presId="urn:microsoft.com/office/officeart/2008/layout/VerticalCurvedList"/>
    <dgm:cxn modelId="{E0E13E4C-3DA8-49FF-B585-6042723B5F74}" type="presParOf" srcId="{D638BFD8-5F48-4EA2-B121-BC3525CC0FE3}" destId="{3E0DCCC9-E6AC-4019-B27A-611BC8EC0A31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050D57B-69E6-4E12-A0E1-7576B1BBDDE2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0E7067D-7E79-4BE4-AB81-D75C75C83501}">
      <dgm:prSet phldrT="[Text]" phldr="0" custT="1"/>
      <dgm:spPr/>
      <dgm:t>
        <a:bodyPr/>
        <a:lstStyle/>
        <a:p>
          <a:r>
            <a:rPr lang="it-IT" sz="1600" dirty="0"/>
            <a:t>Linear model</a:t>
          </a:r>
          <a:endParaRPr lang="en-US" sz="1600" dirty="0"/>
        </a:p>
      </dgm:t>
    </dgm:pt>
    <dgm:pt modelId="{BAC0BCF6-020A-46A4-ADB1-E0C67C6E079B}" type="parTrans" cxnId="{1408E5BE-22C7-4DC5-9378-C5E3B76C68A2}">
      <dgm:prSet/>
      <dgm:spPr/>
      <dgm:t>
        <a:bodyPr/>
        <a:lstStyle/>
        <a:p>
          <a:endParaRPr lang="en-US" sz="2400"/>
        </a:p>
      </dgm:t>
    </dgm:pt>
    <dgm:pt modelId="{0CA8FA3A-6552-42B8-B0C2-28C50482FA00}" type="sibTrans" cxnId="{1408E5BE-22C7-4DC5-9378-C5E3B76C68A2}">
      <dgm:prSet/>
      <dgm:spPr/>
      <dgm:t>
        <a:bodyPr/>
        <a:lstStyle/>
        <a:p>
          <a:endParaRPr lang="en-US" sz="2400"/>
        </a:p>
      </dgm:t>
    </dgm:pt>
    <dgm:pt modelId="{63B707AC-AFF1-4021-96BB-BF71327F8E45}">
      <dgm:prSet phldrT="[Text]" phldr="0" custT="1"/>
      <dgm:spPr/>
      <dgm:t>
        <a:bodyPr/>
        <a:lstStyle/>
        <a:p>
          <a:r>
            <a:rPr lang="it-IT" sz="1600" dirty="0"/>
            <a:t>Base NNUE</a:t>
          </a:r>
          <a:endParaRPr lang="en-US" sz="1600" dirty="0"/>
        </a:p>
      </dgm:t>
    </dgm:pt>
    <dgm:pt modelId="{0CBFAC0F-397F-4E64-A345-E5F0F7F210C9}" type="parTrans" cxnId="{D06E49B0-88E9-4FB3-9B02-62B30982FA7C}">
      <dgm:prSet/>
      <dgm:spPr/>
      <dgm:t>
        <a:bodyPr/>
        <a:lstStyle/>
        <a:p>
          <a:endParaRPr lang="en-US" sz="2400"/>
        </a:p>
      </dgm:t>
    </dgm:pt>
    <dgm:pt modelId="{CE9D0679-F08C-416F-8566-34162956421B}" type="sibTrans" cxnId="{D06E49B0-88E9-4FB3-9B02-62B30982FA7C}">
      <dgm:prSet/>
      <dgm:spPr/>
      <dgm:t>
        <a:bodyPr/>
        <a:lstStyle/>
        <a:p>
          <a:endParaRPr lang="en-US" sz="2400"/>
        </a:p>
      </dgm:t>
    </dgm:pt>
    <dgm:pt modelId="{4ADFECF3-3CD8-4240-B629-0F6131C0EACB}">
      <dgm:prSet phldrT="[Text]" custT="1"/>
      <dgm:spPr/>
      <dgm:t>
        <a:bodyPr/>
        <a:lstStyle/>
        <a:p>
          <a:r>
            <a:rPr lang="it-IT" sz="1600" dirty="0"/>
            <a:t>NNUE </a:t>
          </a:r>
          <a:r>
            <a:rPr lang="it-IT" sz="1600" dirty="0" err="1"/>
            <a:t>MoE</a:t>
          </a:r>
          <a:endParaRPr lang="en-US" sz="1600" dirty="0"/>
        </a:p>
      </dgm:t>
    </dgm:pt>
    <dgm:pt modelId="{7DB75869-CCC1-41BF-8CD8-3714A34E501C}" type="parTrans" cxnId="{D5320121-61C3-440D-9B43-504ADAB2DD7F}">
      <dgm:prSet/>
      <dgm:spPr/>
      <dgm:t>
        <a:bodyPr/>
        <a:lstStyle/>
        <a:p>
          <a:endParaRPr lang="en-US" sz="2400"/>
        </a:p>
      </dgm:t>
    </dgm:pt>
    <dgm:pt modelId="{8DD041C3-D5C3-4012-B5DF-DC9777ED2804}" type="sibTrans" cxnId="{D5320121-61C3-440D-9B43-504ADAB2DD7F}">
      <dgm:prSet/>
      <dgm:spPr/>
      <dgm:t>
        <a:bodyPr/>
        <a:lstStyle/>
        <a:p>
          <a:endParaRPr lang="en-US" sz="2400"/>
        </a:p>
      </dgm:t>
    </dgm:pt>
    <dgm:pt modelId="{3E5805E2-F735-42DD-B919-C60561CE795B}">
      <dgm:prSet phldrT="[Text]" custT="1"/>
      <dgm:spPr/>
      <dgm:t>
        <a:bodyPr/>
        <a:lstStyle/>
        <a:p>
          <a:r>
            <a:rPr lang="it-IT" sz="1600" dirty="0"/>
            <a:t>NNUE </a:t>
          </a:r>
          <a:r>
            <a:rPr lang="it-IT" sz="1600" dirty="0" err="1"/>
            <a:t>MoE</a:t>
          </a:r>
          <a:r>
            <a:rPr lang="it-IT" sz="1600" dirty="0"/>
            <a:t> – L1 clustering</a:t>
          </a:r>
          <a:endParaRPr lang="en-US" sz="1600" dirty="0"/>
        </a:p>
      </dgm:t>
    </dgm:pt>
    <dgm:pt modelId="{A095E9BE-44A1-49D6-B274-33E0C4321DC1}" type="parTrans" cxnId="{EA48702C-4590-47D1-B32E-10A2CF994040}">
      <dgm:prSet/>
      <dgm:spPr/>
      <dgm:t>
        <a:bodyPr/>
        <a:lstStyle/>
        <a:p>
          <a:endParaRPr lang="en-US" sz="2400"/>
        </a:p>
      </dgm:t>
    </dgm:pt>
    <dgm:pt modelId="{7FA6F055-0E41-45C1-8961-AA7EE09AF190}" type="sibTrans" cxnId="{EA48702C-4590-47D1-B32E-10A2CF994040}">
      <dgm:prSet/>
      <dgm:spPr/>
      <dgm:t>
        <a:bodyPr/>
        <a:lstStyle/>
        <a:p>
          <a:endParaRPr lang="en-US" sz="2400"/>
        </a:p>
      </dgm:t>
    </dgm:pt>
    <dgm:pt modelId="{9D41F34A-98F9-4904-ACAE-935B8B8FF86A}">
      <dgm:prSet phldrT="[Text]" custT="1"/>
      <dgm:spPr/>
      <dgm:t>
        <a:bodyPr/>
        <a:lstStyle/>
        <a:p>
          <a:r>
            <a:rPr lang="it-IT" sz="1600" dirty="0"/>
            <a:t>NNUE </a:t>
          </a:r>
          <a:r>
            <a:rPr lang="it-IT" sz="1600" dirty="0" err="1"/>
            <a:t>MoE</a:t>
          </a:r>
          <a:r>
            <a:rPr lang="it-IT" sz="1600" dirty="0"/>
            <a:t> – sample </a:t>
          </a:r>
          <a:r>
            <a:rPr lang="it-IT" sz="1600" dirty="0" err="1"/>
            <a:t>gradient</a:t>
          </a:r>
          <a:r>
            <a:rPr lang="it-IT" sz="1600" dirty="0"/>
            <a:t> clustering</a:t>
          </a:r>
          <a:endParaRPr lang="en-US" sz="1600" dirty="0"/>
        </a:p>
      </dgm:t>
    </dgm:pt>
    <dgm:pt modelId="{428110F6-0E22-4FEB-9CDA-DABDE28B60B9}" type="parTrans" cxnId="{9BC382E6-4FAB-41E1-A67A-F168E8D98266}">
      <dgm:prSet/>
      <dgm:spPr/>
      <dgm:t>
        <a:bodyPr/>
        <a:lstStyle/>
        <a:p>
          <a:endParaRPr lang="en-US" sz="2400"/>
        </a:p>
      </dgm:t>
    </dgm:pt>
    <dgm:pt modelId="{F7666557-B1BD-4C7D-AB68-C4EECD6A0C9D}" type="sibTrans" cxnId="{9BC382E6-4FAB-41E1-A67A-F168E8D98266}">
      <dgm:prSet/>
      <dgm:spPr/>
      <dgm:t>
        <a:bodyPr/>
        <a:lstStyle/>
        <a:p>
          <a:endParaRPr lang="en-US" sz="2400"/>
        </a:p>
      </dgm:t>
    </dgm:pt>
    <dgm:pt modelId="{43A1FEF3-D057-457B-BFB4-344D5909E836}">
      <dgm:prSet phldrT="[Text]" custT="1"/>
      <dgm:spPr/>
      <dgm:t>
        <a:bodyPr/>
        <a:lstStyle/>
        <a:p>
          <a:r>
            <a:rPr lang="it-IT" sz="1600" dirty="0"/>
            <a:t>KITSUNE</a:t>
          </a:r>
          <a:endParaRPr lang="en-US" sz="1600" dirty="0"/>
        </a:p>
      </dgm:t>
    </dgm:pt>
    <dgm:pt modelId="{D11D42F6-54F0-4E1A-BA4C-188B6FD06F06}" type="parTrans" cxnId="{9C177329-D707-4AFD-B03C-8746B3E01D26}">
      <dgm:prSet/>
      <dgm:spPr/>
      <dgm:t>
        <a:bodyPr/>
        <a:lstStyle/>
        <a:p>
          <a:endParaRPr lang="en-US" sz="2400"/>
        </a:p>
      </dgm:t>
    </dgm:pt>
    <dgm:pt modelId="{8C1711DF-D9EB-4F5D-9479-934EFFFF6989}" type="sibTrans" cxnId="{9C177329-D707-4AFD-B03C-8746B3E01D26}">
      <dgm:prSet/>
      <dgm:spPr/>
      <dgm:t>
        <a:bodyPr/>
        <a:lstStyle/>
        <a:p>
          <a:endParaRPr lang="en-US" sz="2400"/>
        </a:p>
      </dgm:t>
    </dgm:pt>
    <dgm:pt modelId="{9F308B7B-5E19-45AD-9040-52D2F22CE0DF}">
      <dgm:prSet phldrT="[Text]" custT="1"/>
      <dgm:spPr/>
      <dgm:t>
        <a:bodyPr/>
        <a:lstStyle/>
        <a:p>
          <a:r>
            <a:rPr lang="it-IT" sz="1600" dirty="0"/>
            <a:t>NNUE </a:t>
          </a:r>
          <a:r>
            <a:rPr lang="it-IT" sz="1600" dirty="0" err="1"/>
            <a:t>MoE</a:t>
          </a:r>
          <a:r>
            <a:rPr lang="it-IT" sz="1600" dirty="0"/>
            <a:t> – </a:t>
          </a:r>
          <a:r>
            <a:rPr lang="it-IT" sz="1600" dirty="0" err="1"/>
            <a:t>piece-count</a:t>
          </a:r>
          <a:r>
            <a:rPr lang="it-IT" sz="1600" dirty="0"/>
            <a:t> clustering</a:t>
          </a:r>
          <a:endParaRPr lang="en-US" sz="1600" dirty="0"/>
        </a:p>
      </dgm:t>
    </dgm:pt>
    <dgm:pt modelId="{3BE65896-51DB-45D9-861B-AFD20341420B}" type="parTrans" cxnId="{80CBFF4E-D477-4D17-BF60-ED279E6F0C2C}">
      <dgm:prSet/>
      <dgm:spPr/>
      <dgm:t>
        <a:bodyPr/>
        <a:lstStyle/>
        <a:p>
          <a:endParaRPr lang="en-US" sz="2400"/>
        </a:p>
      </dgm:t>
    </dgm:pt>
    <dgm:pt modelId="{765AB29D-B01E-4358-92B4-5F1D54C2AAEA}" type="sibTrans" cxnId="{80CBFF4E-D477-4D17-BF60-ED279E6F0C2C}">
      <dgm:prSet/>
      <dgm:spPr/>
      <dgm:t>
        <a:bodyPr/>
        <a:lstStyle/>
        <a:p>
          <a:endParaRPr lang="en-US" sz="2400"/>
        </a:p>
      </dgm:t>
    </dgm:pt>
    <dgm:pt modelId="{F13D55A1-BD5D-4E28-90B0-24D2D1FBC3F2}">
      <dgm:prSet phldrT="[Text]" phldr="0" custT="1"/>
      <dgm:spPr/>
      <dgm:t>
        <a:bodyPr/>
        <a:lstStyle/>
        <a:p>
          <a:r>
            <a:rPr lang="it-IT" sz="1600" dirty="0"/>
            <a:t>FFNN</a:t>
          </a:r>
          <a:endParaRPr lang="en-US" sz="1600" dirty="0"/>
        </a:p>
      </dgm:t>
    </dgm:pt>
    <dgm:pt modelId="{CA775694-29CC-491A-9305-EF877B389283}" type="parTrans" cxnId="{D15EA76E-008A-451A-8112-8C7ACAD0B83F}">
      <dgm:prSet/>
      <dgm:spPr/>
      <dgm:t>
        <a:bodyPr/>
        <a:lstStyle/>
        <a:p>
          <a:endParaRPr lang="en-US"/>
        </a:p>
      </dgm:t>
    </dgm:pt>
    <dgm:pt modelId="{4E49C81B-BF75-4B58-96B5-2A55DB563836}" type="sibTrans" cxnId="{D15EA76E-008A-451A-8112-8C7ACAD0B83F}">
      <dgm:prSet/>
      <dgm:spPr/>
      <dgm:t>
        <a:bodyPr/>
        <a:lstStyle/>
        <a:p>
          <a:endParaRPr lang="en-US"/>
        </a:p>
      </dgm:t>
    </dgm:pt>
    <dgm:pt modelId="{DCAA6D48-0C9E-4862-8E14-A9FB2DD6315C}" type="pres">
      <dgm:prSet presAssocID="{1050D57B-69E6-4E12-A0E1-7576B1BBDDE2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3B67AD-2EF6-4018-AB14-8EED120EB6EA}" type="pres">
      <dgm:prSet presAssocID="{30E7067D-7E79-4BE4-AB81-D75C75C83501}" presName="hierRoot1" presStyleCnt="0"/>
      <dgm:spPr/>
    </dgm:pt>
    <dgm:pt modelId="{F01A6033-C82B-43AE-9CCE-D99DB2418B18}" type="pres">
      <dgm:prSet presAssocID="{30E7067D-7E79-4BE4-AB81-D75C75C83501}" presName="composite" presStyleCnt="0"/>
      <dgm:spPr/>
    </dgm:pt>
    <dgm:pt modelId="{E6E784C3-5707-4D95-81E3-69802AF605BA}" type="pres">
      <dgm:prSet presAssocID="{30E7067D-7E79-4BE4-AB81-D75C75C83501}" presName="background" presStyleLbl="node0" presStyleIdx="0" presStyleCnt="1"/>
      <dgm:spPr/>
    </dgm:pt>
    <dgm:pt modelId="{C51F5431-96AF-4C34-B39E-FBEE6F4D9392}" type="pres">
      <dgm:prSet presAssocID="{30E7067D-7E79-4BE4-AB81-D75C75C83501}" presName="text" presStyleLbl="fgAcc0" presStyleIdx="0" presStyleCnt="1" custScaleX="228217">
        <dgm:presLayoutVars>
          <dgm:chPref val="3"/>
        </dgm:presLayoutVars>
      </dgm:prSet>
      <dgm:spPr/>
    </dgm:pt>
    <dgm:pt modelId="{0489322C-7EAA-41A8-B7D8-9F1E2F55E3A4}" type="pres">
      <dgm:prSet presAssocID="{30E7067D-7E79-4BE4-AB81-D75C75C83501}" presName="hierChild2" presStyleCnt="0"/>
      <dgm:spPr/>
    </dgm:pt>
    <dgm:pt modelId="{F4C82769-0AF7-44FA-86F2-E264A7AA01D1}" type="pres">
      <dgm:prSet presAssocID="{CA775694-29CC-491A-9305-EF877B389283}" presName="Name10" presStyleLbl="parChTrans1D2" presStyleIdx="0" presStyleCnt="2" custSzX="1446904"/>
      <dgm:spPr/>
    </dgm:pt>
    <dgm:pt modelId="{91594D18-8C5D-495B-9602-7E199174DC49}" type="pres">
      <dgm:prSet presAssocID="{F13D55A1-BD5D-4E28-90B0-24D2D1FBC3F2}" presName="hierRoot2" presStyleCnt="0"/>
      <dgm:spPr/>
    </dgm:pt>
    <dgm:pt modelId="{4ED536FB-7101-42C0-95E8-CB8EB101D3B8}" type="pres">
      <dgm:prSet presAssocID="{F13D55A1-BD5D-4E28-90B0-24D2D1FBC3F2}" presName="composite2" presStyleCnt="0"/>
      <dgm:spPr/>
    </dgm:pt>
    <dgm:pt modelId="{3284AD81-45C9-42A6-A07A-0AE561E2125E}" type="pres">
      <dgm:prSet presAssocID="{F13D55A1-BD5D-4E28-90B0-24D2D1FBC3F2}" presName="background2" presStyleLbl="node2" presStyleIdx="0" presStyleCnt="2"/>
      <dgm:spPr/>
    </dgm:pt>
    <dgm:pt modelId="{BBA14444-CD0B-4022-8231-42C82CD8BBB5}" type="pres">
      <dgm:prSet presAssocID="{F13D55A1-BD5D-4E28-90B0-24D2D1FBC3F2}" presName="text2" presStyleLbl="fgAcc2" presStyleIdx="0" presStyleCnt="2" custScaleX="222176">
        <dgm:presLayoutVars>
          <dgm:chPref val="3"/>
        </dgm:presLayoutVars>
      </dgm:prSet>
      <dgm:spPr/>
    </dgm:pt>
    <dgm:pt modelId="{9101027E-5C01-459C-8065-CCDA2F862488}" type="pres">
      <dgm:prSet presAssocID="{F13D55A1-BD5D-4E28-90B0-24D2D1FBC3F2}" presName="hierChild3" presStyleCnt="0"/>
      <dgm:spPr/>
    </dgm:pt>
    <dgm:pt modelId="{44D9C41F-67FE-4C06-BC79-531A4480C42A}" type="pres">
      <dgm:prSet presAssocID="{0CBFAC0F-397F-4E64-A345-E5F0F7F210C9}" presName="Name10" presStyleLbl="parChTrans1D2" presStyleIdx="1" presStyleCnt="2" custSzX="1412956"/>
      <dgm:spPr/>
    </dgm:pt>
    <dgm:pt modelId="{3DC88FAC-6939-4660-8C53-8325E4EC3712}" type="pres">
      <dgm:prSet presAssocID="{63B707AC-AFF1-4021-96BB-BF71327F8E45}" presName="hierRoot2" presStyleCnt="0"/>
      <dgm:spPr/>
    </dgm:pt>
    <dgm:pt modelId="{CBA17450-6B5F-419B-B025-ADA0037D9307}" type="pres">
      <dgm:prSet presAssocID="{63B707AC-AFF1-4021-96BB-BF71327F8E45}" presName="composite2" presStyleCnt="0"/>
      <dgm:spPr/>
    </dgm:pt>
    <dgm:pt modelId="{C864B6A1-3B1E-4EDC-B09E-3A41D8024851}" type="pres">
      <dgm:prSet presAssocID="{63B707AC-AFF1-4021-96BB-BF71327F8E45}" presName="background2" presStyleLbl="node2" presStyleIdx="1" presStyleCnt="2"/>
      <dgm:spPr/>
    </dgm:pt>
    <dgm:pt modelId="{7E51865C-D224-497E-B1F7-706B91BC3094}" type="pres">
      <dgm:prSet presAssocID="{63B707AC-AFF1-4021-96BB-BF71327F8E45}" presName="text2" presStyleLbl="fgAcc2" presStyleIdx="1" presStyleCnt="2" custScaleX="228217">
        <dgm:presLayoutVars>
          <dgm:chPref val="3"/>
        </dgm:presLayoutVars>
      </dgm:prSet>
      <dgm:spPr/>
    </dgm:pt>
    <dgm:pt modelId="{D4C1B10F-7B7B-4C1F-8DF8-6EE15FE4327B}" type="pres">
      <dgm:prSet presAssocID="{63B707AC-AFF1-4021-96BB-BF71327F8E45}" presName="hierChild3" presStyleCnt="0"/>
      <dgm:spPr/>
    </dgm:pt>
    <dgm:pt modelId="{12AED1AE-D936-4152-841E-7D5B5AC3AE8F}" type="pres">
      <dgm:prSet presAssocID="{7DB75869-CCC1-41BF-8CD8-3714A34E501C}" presName="Name17" presStyleLbl="parChTrans1D3" presStyleIdx="0" presStyleCnt="1" custSzX="120431"/>
      <dgm:spPr/>
    </dgm:pt>
    <dgm:pt modelId="{6D6719EB-FEE1-4A47-8336-7FC6D6337453}" type="pres">
      <dgm:prSet presAssocID="{4ADFECF3-3CD8-4240-B629-0F6131C0EACB}" presName="hierRoot3" presStyleCnt="0"/>
      <dgm:spPr/>
    </dgm:pt>
    <dgm:pt modelId="{57097CAE-7289-497D-ABBF-645B0A9E53B3}" type="pres">
      <dgm:prSet presAssocID="{4ADFECF3-3CD8-4240-B629-0F6131C0EACB}" presName="composite3" presStyleCnt="0"/>
      <dgm:spPr/>
    </dgm:pt>
    <dgm:pt modelId="{02ADEBF8-B56F-49D9-9826-6FB0F525A038}" type="pres">
      <dgm:prSet presAssocID="{4ADFECF3-3CD8-4240-B629-0F6131C0EACB}" presName="background3" presStyleLbl="node3" presStyleIdx="0" presStyleCnt="1"/>
      <dgm:spPr/>
    </dgm:pt>
    <dgm:pt modelId="{B25E925F-F4A3-46C3-BCFA-84B6E2542749}" type="pres">
      <dgm:prSet presAssocID="{4ADFECF3-3CD8-4240-B629-0F6131C0EACB}" presName="text3" presStyleLbl="fgAcc3" presStyleIdx="0" presStyleCnt="1" custScaleX="228217">
        <dgm:presLayoutVars>
          <dgm:chPref val="3"/>
        </dgm:presLayoutVars>
      </dgm:prSet>
      <dgm:spPr/>
    </dgm:pt>
    <dgm:pt modelId="{61CD13CA-37A4-466E-962B-4B999BF0C61C}" type="pres">
      <dgm:prSet presAssocID="{4ADFECF3-3CD8-4240-B629-0F6131C0EACB}" presName="hierChild4" presStyleCnt="0"/>
      <dgm:spPr/>
    </dgm:pt>
    <dgm:pt modelId="{4791F211-741A-4733-9A94-D90801378A3A}" type="pres">
      <dgm:prSet presAssocID="{A095E9BE-44A1-49D6-B274-33E0C4321DC1}" presName="Name23" presStyleLbl="parChTrans1D4" presStyleIdx="0" presStyleCnt="4" custSzX="2893809"/>
      <dgm:spPr/>
    </dgm:pt>
    <dgm:pt modelId="{1D8C3D23-A7AD-41EA-B954-9848E2D13663}" type="pres">
      <dgm:prSet presAssocID="{3E5805E2-F735-42DD-B919-C60561CE795B}" presName="hierRoot4" presStyleCnt="0"/>
      <dgm:spPr/>
    </dgm:pt>
    <dgm:pt modelId="{15AEBFF1-DF0C-4D0A-B64C-80855B7EA06D}" type="pres">
      <dgm:prSet presAssocID="{3E5805E2-F735-42DD-B919-C60561CE795B}" presName="composite4" presStyleCnt="0"/>
      <dgm:spPr/>
    </dgm:pt>
    <dgm:pt modelId="{3EF3F154-565B-4916-B495-CDEF2A6BC655}" type="pres">
      <dgm:prSet presAssocID="{3E5805E2-F735-42DD-B919-C60561CE795B}" presName="background4" presStyleLbl="node4" presStyleIdx="0" presStyleCnt="4"/>
      <dgm:spPr/>
    </dgm:pt>
    <dgm:pt modelId="{D00A79A4-B2CF-419A-93EF-C34614EEC700}" type="pres">
      <dgm:prSet presAssocID="{3E5805E2-F735-42DD-B919-C60561CE795B}" presName="text4" presStyleLbl="fgAcc4" presStyleIdx="0" presStyleCnt="4" custScaleX="228217">
        <dgm:presLayoutVars>
          <dgm:chPref val="3"/>
        </dgm:presLayoutVars>
      </dgm:prSet>
      <dgm:spPr/>
    </dgm:pt>
    <dgm:pt modelId="{12616FA1-BFD9-47C3-A07C-1745B0137640}" type="pres">
      <dgm:prSet presAssocID="{3E5805E2-F735-42DD-B919-C60561CE795B}" presName="hierChild5" presStyleCnt="0"/>
      <dgm:spPr/>
    </dgm:pt>
    <dgm:pt modelId="{2E5371B1-A5A4-4543-8A4B-ECB0DC1B07E3}" type="pres">
      <dgm:prSet presAssocID="{D11D42F6-54F0-4E1A-BA4C-188B6FD06F06}" presName="Name23" presStyleLbl="parChTrans1D4" presStyleIdx="1" presStyleCnt="4" custSzX="120431"/>
      <dgm:spPr/>
    </dgm:pt>
    <dgm:pt modelId="{149424C0-D3D9-4992-B485-2FF1260B48C6}" type="pres">
      <dgm:prSet presAssocID="{43A1FEF3-D057-457B-BFB4-344D5909E836}" presName="hierRoot4" presStyleCnt="0"/>
      <dgm:spPr/>
    </dgm:pt>
    <dgm:pt modelId="{16F33F17-996D-4152-8C7E-C69DDF112AB7}" type="pres">
      <dgm:prSet presAssocID="{43A1FEF3-D057-457B-BFB4-344D5909E836}" presName="composite4" presStyleCnt="0"/>
      <dgm:spPr/>
    </dgm:pt>
    <dgm:pt modelId="{78E42B3D-3BA4-46A7-B27D-C8E75E0C6D67}" type="pres">
      <dgm:prSet presAssocID="{43A1FEF3-D057-457B-BFB4-344D5909E836}" presName="background4" presStyleLbl="node4" presStyleIdx="1" presStyleCnt="4"/>
      <dgm:spPr>
        <a:solidFill>
          <a:schemeClr val="accent1">
            <a:lumMod val="75000"/>
          </a:schemeClr>
        </a:solidFill>
      </dgm:spPr>
    </dgm:pt>
    <dgm:pt modelId="{E9354974-5E74-4C24-95A2-B3A729DF768B}" type="pres">
      <dgm:prSet presAssocID="{43A1FEF3-D057-457B-BFB4-344D5909E836}" presName="text4" presStyleLbl="fgAcc4" presStyleIdx="1" presStyleCnt="4" custScaleX="228217">
        <dgm:presLayoutVars>
          <dgm:chPref val="3"/>
        </dgm:presLayoutVars>
      </dgm:prSet>
      <dgm:spPr/>
    </dgm:pt>
    <dgm:pt modelId="{A05A6133-0E57-4B48-8BC8-EBB0CF27835E}" type="pres">
      <dgm:prSet presAssocID="{43A1FEF3-D057-457B-BFB4-344D5909E836}" presName="hierChild5" presStyleCnt="0"/>
      <dgm:spPr/>
    </dgm:pt>
    <dgm:pt modelId="{81128315-F79C-4E45-B39A-AB2ED049948E}" type="pres">
      <dgm:prSet presAssocID="{428110F6-0E22-4FEB-9CDA-DABDE28B60B9}" presName="Name23" presStyleLbl="parChTrans1D4" presStyleIdx="2" presStyleCnt="4" custSzX="120431"/>
      <dgm:spPr/>
    </dgm:pt>
    <dgm:pt modelId="{C3FC025E-1D01-4B2C-899A-01B031BEFDAD}" type="pres">
      <dgm:prSet presAssocID="{9D41F34A-98F9-4904-ACAE-935B8B8FF86A}" presName="hierRoot4" presStyleCnt="0"/>
      <dgm:spPr/>
    </dgm:pt>
    <dgm:pt modelId="{8B3731EB-EF6F-4376-847D-C6C06AE43A85}" type="pres">
      <dgm:prSet presAssocID="{9D41F34A-98F9-4904-ACAE-935B8B8FF86A}" presName="composite4" presStyleCnt="0"/>
      <dgm:spPr/>
    </dgm:pt>
    <dgm:pt modelId="{2A900703-8AC1-454F-B68C-A5A4BBA8C753}" type="pres">
      <dgm:prSet presAssocID="{9D41F34A-98F9-4904-ACAE-935B8B8FF86A}" presName="background4" presStyleLbl="node4" presStyleIdx="2" presStyleCnt="4"/>
      <dgm:spPr>
        <a:solidFill>
          <a:schemeClr val="accent1">
            <a:lumMod val="75000"/>
          </a:schemeClr>
        </a:solidFill>
      </dgm:spPr>
    </dgm:pt>
    <dgm:pt modelId="{9C61B0CE-9FAE-42F3-B7F6-2433992698DD}" type="pres">
      <dgm:prSet presAssocID="{9D41F34A-98F9-4904-ACAE-935B8B8FF86A}" presName="text4" presStyleLbl="fgAcc4" presStyleIdx="2" presStyleCnt="4" custScaleX="228217">
        <dgm:presLayoutVars>
          <dgm:chPref val="3"/>
        </dgm:presLayoutVars>
      </dgm:prSet>
      <dgm:spPr/>
    </dgm:pt>
    <dgm:pt modelId="{82E7BA0D-B4A4-4DF8-A3C8-EC77FC36BD3C}" type="pres">
      <dgm:prSet presAssocID="{9D41F34A-98F9-4904-ACAE-935B8B8FF86A}" presName="hierChild5" presStyleCnt="0"/>
      <dgm:spPr/>
    </dgm:pt>
    <dgm:pt modelId="{89117E37-AEDB-4BB1-ACC7-68919ECE50FE}" type="pres">
      <dgm:prSet presAssocID="{3BE65896-51DB-45D9-861B-AFD20341420B}" presName="Name23" presStyleLbl="parChTrans1D4" presStyleIdx="3" presStyleCnt="4" custSzX="2893809"/>
      <dgm:spPr/>
    </dgm:pt>
    <dgm:pt modelId="{C30867E2-05DA-4794-99A2-CEA1CE36C1A1}" type="pres">
      <dgm:prSet presAssocID="{9F308B7B-5E19-45AD-9040-52D2F22CE0DF}" presName="hierRoot4" presStyleCnt="0"/>
      <dgm:spPr/>
    </dgm:pt>
    <dgm:pt modelId="{996DD0AA-21CA-4600-AFA6-C6E4508F203A}" type="pres">
      <dgm:prSet presAssocID="{9F308B7B-5E19-45AD-9040-52D2F22CE0DF}" presName="composite4" presStyleCnt="0"/>
      <dgm:spPr/>
    </dgm:pt>
    <dgm:pt modelId="{FCC55326-7EF3-450A-8F34-72FC08F30B3A}" type="pres">
      <dgm:prSet presAssocID="{9F308B7B-5E19-45AD-9040-52D2F22CE0DF}" presName="background4" presStyleLbl="node4" presStyleIdx="3" presStyleCnt="4"/>
      <dgm:spPr/>
    </dgm:pt>
    <dgm:pt modelId="{F3DA191E-9D61-487F-9033-5DCE9E63597A}" type="pres">
      <dgm:prSet presAssocID="{9F308B7B-5E19-45AD-9040-52D2F22CE0DF}" presName="text4" presStyleLbl="fgAcc4" presStyleIdx="3" presStyleCnt="4" custScaleX="228217">
        <dgm:presLayoutVars>
          <dgm:chPref val="3"/>
        </dgm:presLayoutVars>
      </dgm:prSet>
      <dgm:spPr/>
    </dgm:pt>
    <dgm:pt modelId="{7DB0ACC9-D0A7-4385-9916-FE26BF61DD25}" type="pres">
      <dgm:prSet presAssocID="{9F308B7B-5E19-45AD-9040-52D2F22CE0DF}" presName="hierChild5" presStyleCnt="0"/>
      <dgm:spPr/>
    </dgm:pt>
  </dgm:ptLst>
  <dgm:cxnLst>
    <dgm:cxn modelId="{EBF2BA09-79C0-498F-84BC-86F012064758}" type="presOf" srcId="{4ADFECF3-3CD8-4240-B629-0F6131C0EACB}" destId="{B25E925F-F4A3-46C3-BCFA-84B6E2542749}" srcOrd="0" destOrd="0" presId="urn:microsoft.com/office/officeart/2005/8/layout/hierarchy1"/>
    <dgm:cxn modelId="{F84EBD14-92D6-4260-B79E-72D7E2D0BABD}" type="presOf" srcId="{A095E9BE-44A1-49D6-B274-33E0C4321DC1}" destId="{4791F211-741A-4733-9A94-D90801378A3A}" srcOrd="0" destOrd="0" presId="urn:microsoft.com/office/officeart/2005/8/layout/hierarchy1"/>
    <dgm:cxn modelId="{B51EBF17-319E-4630-A029-D410E98DF96D}" type="presOf" srcId="{F13D55A1-BD5D-4E28-90B0-24D2D1FBC3F2}" destId="{BBA14444-CD0B-4022-8231-42C82CD8BBB5}" srcOrd="0" destOrd="0" presId="urn:microsoft.com/office/officeart/2005/8/layout/hierarchy1"/>
    <dgm:cxn modelId="{D5320121-61C3-440D-9B43-504ADAB2DD7F}" srcId="{63B707AC-AFF1-4021-96BB-BF71327F8E45}" destId="{4ADFECF3-3CD8-4240-B629-0F6131C0EACB}" srcOrd="0" destOrd="0" parTransId="{7DB75869-CCC1-41BF-8CD8-3714A34E501C}" sibTransId="{8DD041C3-D5C3-4012-B5DF-DC9777ED2804}"/>
    <dgm:cxn modelId="{BA3DCC23-EAE5-44AE-8E43-909E8852877A}" type="presOf" srcId="{D11D42F6-54F0-4E1A-BA4C-188B6FD06F06}" destId="{2E5371B1-A5A4-4543-8A4B-ECB0DC1B07E3}" srcOrd="0" destOrd="0" presId="urn:microsoft.com/office/officeart/2005/8/layout/hierarchy1"/>
    <dgm:cxn modelId="{9C177329-D707-4AFD-B03C-8746B3E01D26}" srcId="{3E5805E2-F735-42DD-B919-C60561CE795B}" destId="{43A1FEF3-D057-457B-BFB4-344D5909E836}" srcOrd="0" destOrd="0" parTransId="{D11D42F6-54F0-4E1A-BA4C-188B6FD06F06}" sibTransId="{8C1711DF-D9EB-4F5D-9479-934EFFFF6989}"/>
    <dgm:cxn modelId="{EA48702C-4590-47D1-B32E-10A2CF994040}" srcId="{4ADFECF3-3CD8-4240-B629-0F6131C0EACB}" destId="{3E5805E2-F735-42DD-B919-C60561CE795B}" srcOrd="0" destOrd="0" parTransId="{A095E9BE-44A1-49D6-B274-33E0C4321DC1}" sibTransId="{7FA6F055-0E41-45C1-8961-AA7EE09AF190}"/>
    <dgm:cxn modelId="{00EF213D-23AE-4849-B304-E8BDEE7EF57B}" type="presOf" srcId="{43A1FEF3-D057-457B-BFB4-344D5909E836}" destId="{E9354974-5E74-4C24-95A2-B3A729DF768B}" srcOrd="0" destOrd="0" presId="urn:microsoft.com/office/officeart/2005/8/layout/hierarchy1"/>
    <dgm:cxn modelId="{76A07B5F-DECD-48B0-949F-0454D59D65C9}" type="presOf" srcId="{30E7067D-7E79-4BE4-AB81-D75C75C83501}" destId="{C51F5431-96AF-4C34-B39E-FBEE6F4D9392}" srcOrd="0" destOrd="0" presId="urn:microsoft.com/office/officeart/2005/8/layout/hierarchy1"/>
    <dgm:cxn modelId="{5548AD4D-FA1D-404D-8A6F-8F82B4CCAF7E}" type="presOf" srcId="{7DB75869-CCC1-41BF-8CD8-3714A34E501C}" destId="{12AED1AE-D936-4152-841E-7D5B5AC3AE8F}" srcOrd="0" destOrd="0" presId="urn:microsoft.com/office/officeart/2005/8/layout/hierarchy1"/>
    <dgm:cxn modelId="{D15EA76E-008A-451A-8112-8C7ACAD0B83F}" srcId="{30E7067D-7E79-4BE4-AB81-D75C75C83501}" destId="{F13D55A1-BD5D-4E28-90B0-24D2D1FBC3F2}" srcOrd="0" destOrd="0" parTransId="{CA775694-29CC-491A-9305-EF877B389283}" sibTransId="{4E49C81B-BF75-4B58-96B5-2A55DB563836}"/>
    <dgm:cxn modelId="{80CBFF4E-D477-4D17-BF60-ED279E6F0C2C}" srcId="{4ADFECF3-3CD8-4240-B629-0F6131C0EACB}" destId="{9F308B7B-5E19-45AD-9040-52D2F22CE0DF}" srcOrd="2" destOrd="0" parTransId="{3BE65896-51DB-45D9-861B-AFD20341420B}" sibTransId="{765AB29D-B01E-4358-92B4-5F1D54C2AAEA}"/>
    <dgm:cxn modelId="{0A76EC7E-0366-4004-9451-B97A057E6582}" type="presOf" srcId="{3E5805E2-F735-42DD-B919-C60561CE795B}" destId="{D00A79A4-B2CF-419A-93EF-C34614EEC700}" srcOrd="0" destOrd="0" presId="urn:microsoft.com/office/officeart/2005/8/layout/hierarchy1"/>
    <dgm:cxn modelId="{CC2E3690-FDD0-4E83-93AA-7FE626674DFE}" type="presOf" srcId="{9F308B7B-5E19-45AD-9040-52D2F22CE0DF}" destId="{F3DA191E-9D61-487F-9033-5DCE9E63597A}" srcOrd="0" destOrd="0" presId="urn:microsoft.com/office/officeart/2005/8/layout/hierarchy1"/>
    <dgm:cxn modelId="{67AA5E93-0307-4CCF-AE23-B6C73396E915}" type="presOf" srcId="{63B707AC-AFF1-4021-96BB-BF71327F8E45}" destId="{7E51865C-D224-497E-B1F7-706B91BC3094}" srcOrd="0" destOrd="0" presId="urn:microsoft.com/office/officeart/2005/8/layout/hierarchy1"/>
    <dgm:cxn modelId="{3C2B0A94-1037-4DDA-8652-D52CA7BC5C00}" type="presOf" srcId="{428110F6-0E22-4FEB-9CDA-DABDE28B60B9}" destId="{81128315-F79C-4E45-B39A-AB2ED049948E}" srcOrd="0" destOrd="0" presId="urn:microsoft.com/office/officeart/2005/8/layout/hierarchy1"/>
    <dgm:cxn modelId="{D06E49B0-88E9-4FB3-9B02-62B30982FA7C}" srcId="{30E7067D-7E79-4BE4-AB81-D75C75C83501}" destId="{63B707AC-AFF1-4021-96BB-BF71327F8E45}" srcOrd="1" destOrd="0" parTransId="{0CBFAC0F-397F-4E64-A345-E5F0F7F210C9}" sibTransId="{CE9D0679-F08C-416F-8566-34162956421B}"/>
    <dgm:cxn modelId="{730739B6-DBB8-4D2E-9DAD-5147CE48AE16}" type="presOf" srcId="{1050D57B-69E6-4E12-A0E1-7576B1BBDDE2}" destId="{DCAA6D48-0C9E-4862-8E14-A9FB2DD6315C}" srcOrd="0" destOrd="0" presId="urn:microsoft.com/office/officeart/2005/8/layout/hierarchy1"/>
    <dgm:cxn modelId="{1408E5BE-22C7-4DC5-9378-C5E3B76C68A2}" srcId="{1050D57B-69E6-4E12-A0E1-7576B1BBDDE2}" destId="{30E7067D-7E79-4BE4-AB81-D75C75C83501}" srcOrd="0" destOrd="0" parTransId="{BAC0BCF6-020A-46A4-ADB1-E0C67C6E079B}" sibTransId="{0CA8FA3A-6552-42B8-B0C2-28C50482FA00}"/>
    <dgm:cxn modelId="{D15769C6-B715-4FDC-9675-F456BCADA4C5}" type="presOf" srcId="{CA775694-29CC-491A-9305-EF877B389283}" destId="{F4C82769-0AF7-44FA-86F2-E264A7AA01D1}" srcOrd="0" destOrd="0" presId="urn:microsoft.com/office/officeart/2005/8/layout/hierarchy1"/>
    <dgm:cxn modelId="{485A08E0-B63B-49EF-8613-3B03CEE578A8}" type="presOf" srcId="{0CBFAC0F-397F-4E64-A345-E5F0F7F210C9}" destId="{44D9C41F-67FE-4C06-BC79-531A4480C42A}" srcOrd="0" destOrd="0" presId="urn:microsoft.com/office/officeart/2005/8/layout/hierarchy1"/>
    <dgm:cxn modelId="{9BC382E6-4FAB-41E1-A67A-F168E8D98266}" srcId="{4ADFECF3-3CD8-4240-B629-0F6131C0EACB}" destId="{9D41F34A-98F9-4904-ACAE-935B8B8FF86A}" srcOrd="1" destOrd="0" parTransId="{428110F6-0E22-4FEB-9CDA-DABDE28B60B9}" sibTransId="{F7666557-B1BD-4C7D-AB68-C4EECD6A0C9D}"/>
    <dgm:cxn modelId="{7E9E86E6-5F6D-4C7C-8E52-BC2C2649C329}" type="presOf" srcId="{3BE65896-51DB-45D9-861B-AFD20341420B}" destId="{89117E37-AEDB-4BB1-ACC7-68919ECE50FE}" srcOrd="0" destOrd="0" presId="urn:microsoft.com/office/officeart/2005/8/layout/hierarchy1"/>
    <dgm:cxn modelId="{A1C510F1-C48D-41E6-B95A-2EEF84A3E887}" type="presOf" srcId="{9D41F34A-98F9-4904-ACAE-935B8B8FF86A}" destId="{9C61B0CE-9FAE-42F3-B7F6-2433992698DD}" srcOrd="0" destOrd="0" presId="urn:microsoft.com/office/officeart/2005/8/layout/hierarchy1"/>
    <dgm:cxn modelId="{1C3EB25A-046E-436A-8E89-9C56F7E965BD}" type="presParOf" srcId="{DCAA6D48-0C9E-4862-8E14-A9FB2DD6315C}" destId="{AD3B67AD-2EF6-4018-AB14-8EED120EB6EA}" srcOrd="0" destOrd="0" presId="urn:microsoft.com/office/officeart/2005/8/layout/hierarchy1"/>
    <dgm:cxn modelId="{7D039ADC-2FE2-4B17-AE86-DC9098C699C5}" type="presParOf" srcId="{AD3B67AD-2EF6-4018-AB14-8EED120EB6EA}" destId="{F01A6033-C82B-43AE-9CCE-D99DB2418B18}" srcOrd="0" destOrd="0" presId="urn:microsoft.com/office/officeart/2005/8/layout/hierarchy1"/>
    <dgm:cxn modelId="{40FB8D3F-C64F-47FC-9F24-1EF6FCEF42D1}" type="presParOf" srcId="{F01A6033-C82B-43AE-9CCE-D99DB2418B18}" destId="{E6E784C3-5707-4D95-81E3-69802AF605BA}" srcOrd="0" destOrd="0" presId="urn:microsoft.com/office/officeart/2005/8/layout/hierarchy1"/>
    <dgm:cxn modelId="{CE84C105-E757-4D9E-BD18-5E26B2158C43}" type="presParOf" srcId="{F01A6033-C82B-43AE-9CCE-D99DB2418B18}" destId="{C51F5431-96AF-4C34-B39E-FBEE6F4D9392}" srcOrd="1" destOrd="0" presId="urn:microsoft.com/office/officeart/2005/8/layout/hierarchy1"/>
    <dgm:cxn modelId="{E74C5418-BF5D-4CCD-BC79-A4850AFDB3FC}" type="presParOf" srcId="{AD3B67AD-2EF6-4018-AB14-8EED120EB6EA}" destId="{0489322C-7EAA-41A8-B7D8-9F1E2F55E3A4}" srcOrd="1" destOrd="0" presId="urn:microsoft.com/office/officeart/2005/8/layout/hierarchy1"/>
    <dgm:cxn modelId="{7AA4513A-1AF2-4184-9C59-17C22BF6C4F4}" type="presParOf" srcId="{0489322C-7EAA-41A8-B7D8-9F1E2F55E3A4}" destId="{F4C82769-0AF7-44FA-86F2-E264A7AA01D1}" srcOrd="0" destOrd="0" presId="urn:microsoft.com/office/officeart/2005/8/layout/hierarchy1"/>
    <dgm:cxn modelId="{6EAC3529-1050-42C8-A466-305FB495BDB3}" type="presParOf" srcId="{0489322C-7EAA-41A8-B7D8-9F1E2F55E3A4}" destId="{91594D18-8C5D-495B-9602-7E199174DC49}" srcOrd="1" destOrd="0" presId="urn:microsoft.com/office/officeart/2005/8/layout/hierarchy1"/>
    <dgm:cxn modelId="{C4159DB8-F44E-4453-93BC-A1C71C3A1F8C}" type="presParOf" srcId="{91594D18-8C5D-495B-9602-7E199174DC49}" destId="{4ED536FB-7101-42C0-95E8-CB8EB101D3B8}" srcOrd="0" destOrd="0" presId="urn:microsoft.com/office/officeart/2005/8/layout/hierarchy1"/>
    <dgm:cxn modelId="{363C2A0C-9169-4808-9008-7C6EB6685023}" type="presParOf" srcId="{4ED536FB-7101-42C0-95E8-CB8EB101D3B8}" destId="{3284AD81-45C9-42A6-A07A-0AE561E2125E}" srcOrd="0" destOrd="0" presId="urn:microsoft.com/office/officeart/2005/8/layout/hierarchy1"/>
    <dgm:cxn modelId="{29912374-5177-41D9-9AAE-3415434A8A35}" type="presParOf" srcId="{4ED536FB-7101-42C0-95E8-CB8EB101D3B8}" destId="{BBA14444-CD0B-4022-8231-42C82CD8BBB5}" srcOrd="1" destOrd="0" presId="urn:microsoft.com/office/officeart/2005/8/layout/hierarchy1"/>
    <dgm:cxn modelId="{742C873D-BA22-46A6-96BA-95C2C25EB117}" type="presParOf" srcId="{91594D18-8C5D-495B-9602-7E199174DC49}" destId="{9101027E-5C01-459C-8065-CCDA2F862488}" srcOrd="1" destOrd="0" presId="urn:microsoft.com/office/officeart/2005/8/layout/hierarchy1"/>
    <dgm:cxn modelId="{AA545138-B8CC-485B-A307-2E6610039A5A}" type="presParOf" srcId="{0489322C-7EAA-41A8-B7D8-9F1E2F55E3A4}" destId="{44D9C41F-67FE-4C06-BC79-531A4480C42A}" srcOrd="2" destOrd="0" presId="urn:microsoft.com/office/officeart/2005/8/layout/hierarchy1"/>
    <dgm:cxn modelId="{F905263C-C24A-445B-A59C-C70F0933F2D1}" type="presParOf" srcId="{0489322C-7EAA-41A8-B7D8-9F1E2F55E3A4}" destId="{3DC88FAC-6939-4660-8C53-8325E4EC3712}" srcOrd="3" destOrd="0" presId="urn:microsoft.com/office/officeart/2005/8/layout/hierarchy1"/>
    <dgm:cxn modelId="{1942DF47-EACC-4F21-8D35-BE6C1800292C}" type="presParOf" srcId="{3DC88FAC-6939-4660-8C53-8325E4EC3712}" destId="{CBA17450-6B5F-419B-B025-ADA0037D9307}" srcOrd="0" destOrd="0" presId="urn:microsoft.com/office/officeart/2005/8/layout/hierarchy1"/>
    <dgm:cxn modelId="{9F43AA9F-0C03-4254-B644-106BA66CF20F}" type="presParOf" srcId="{CBA17450-6B5F-419B-B025-ADA0037D9307}" destId="{C864B6A1-3B1E-4EDC-B09E-3A41D8024851}" srcOrd="0" destOrd="0" presId="urn:microsoft.com/office/officeart/2005/8/layout/hierarchy1"/>
    <dgm:cxn modelId="{A5FB1357-1237-42B7-A2E5-659BBCC6B866}" type="presParOf" srcId="{CBA17450-6B5F-419B-B025-ADA0037D9307}" destId="{7E51865C-D224-497E-B1F7-706B91BC3094}" srcOrd="1" destOrd="0" presId="urn:microsoft.com/office/officeart/2005/8/layout/hierarchy1"/>
    <dgm:cxn modelId="{292BD1E7-335B-4DD1-8D5A-0168195C8B94}" type="presParOf" srcId="{3DC88FAC-6939-4660-8C53-8325E4EC3712}" destId="{D4C1B10F-7B7B-4C1F-8DF8-6EE15FE4327B}" srcOrd="1" destOrd="0" presId="urn:microsoft.com/office/officeart/2005/8/layout/hierarchy1"/>
    <dgm:cxn modelId="{7582A51F-6FFB-44EB-B907-A798C31EE72E}" type="presParOf" srcId="{D4C1B10F-7B7B-4C1F-8DF8-6EE15FE4327B}" destId="{12AED1AE-D936-4152-841E-7D5B5AC3AE8F}" srcOrd="0" destOrd="0" presId="urn:microsoft.com/office/officeart/2005/8/layout/hierarchy1"/>
    <dgm:cxn modelId="{E8335060-EAC6-4517-B9BC-3CA1F6571DC5}" type="presParOf" srcId="{D4C1B10F-7B7B-4C1F-8DF8-6EE15FE4327B}" destId="{6D6719EB-FEE1-4A47-8336-7FC6D6337453}" srcOrd="1" destOrd="0" presId="urn:microsoft.com/office/officeart/2005/8/layout/hierarchy1"/>
    <dgm:cxn modelId="{6F49EEDD-E548-4A29-BADD-A80BB489F924}" type="presParOf" srcId="{6D6719EB-FEE1-4A47-8336-7FC6D6337453}" destId="{57097CAE-7289-497D-ABBF-645B0A9E53B3}" srcOrd="0" destOrd="0" presId="urn:microsoft.com/office/officeart/2005/8/layout/hierarchy1"/>
    <dgm:cxn modelId="{7F6CAF94-1229-4045-80FB-5A409E717D2A}" type="presParOf" srcId="{57097CAE-7289-497D-ABBF-645B0A9E53B3}" destId="{02ADEBF8-B56F-49D9-9826-6FB0F525A038}" srcOrd="0" destOrd="0" presId="urn:microsoft.com/office/officeart/2005/8/layout/hierarchy1"/>
    <dgm:cxn modelId="{0A047BB0-F5C0-4EE5-93B3-51A3ED5C37D8}" type="presParOf" srcId="{57097CAE-7289-497D-ABBF-645B0A9E53B3}" destId="{B25E925F-F4A3-46C3-BCFA-84B6E2542749}" srcOrd="1" destOrd="0" presId="urn:microsoft.com/office/officeart/2005/8/layout/hierarchy1"/>
    <dgm:cxn modelId="{47DA5BD8-33FA-45E9-8847-32AB575ED047}" type="presParOf" srcId="{6D6719EB-FEE1-4A47-8336-7FC6D6337453}" destId="{61CD13CA-37A4-466E-962B-4B999BF0C61C}" srcOrd="1" destOrd="0" presId="urn:microsoft.com/office/officeart/2005/8/layout/hierarchy1"/>
    <dgm:cxn modelId="{0EACCA0B-2F7C-4406-AF81-81C76DF3A92E}" type="presParOf" srcId="{61CD13CA-37A4-466E-962B-4B999BF0C61C}" destId="{4791F211-741A-4733-9A94-D90801378A3A}" srcOrd="0" destOrd="0" presId="urn:microsoft.com/office/officeart/2005/8/layout/hierarchy1"/>
    <dgm:cxn modelId="{9A1F9033-A272-4CD4-8858-D3FE39BF9EF0}" type="presParOf" srcId="{61CD13CA-37A4-466E-962B-4B999BF0C61C}" destId="{1D8C3D23-A7AD-41EA-B954-9848E2D13663}" srcOrd="1" destOrd="0" presId="urn:microsoft.com/office/officeart/2005/8/layout/hierarchy1"/>
    <dgm:cxn modelId="{9755B817-B827-4E81-BBE4-AD5E2BC1D1D6}" type="presParOf" srcId="{1D8C3D23-A7AD-41EA-B954-9848E2D13663}" destId="{15AEBFF1-DF0C-4D0A-B64C-80855B7EA06D}" srcOrd="0" destOrd="0" presId="urn:microsoft.com/office/officeart/2005/8/layout/hierarchy1"/>
    <dgm:cxn modelId="{3F68488C-42B6-434C-A7FE-A38DE78C7088}" type="presParOf" srcId="{15AEBFF1-DF0C-4D0A-B64C-80855B7EA06D}" destId="{3EF3F154-565B-4916-B495-CDEF2A6BC655}" srcOrd="0" destOrd="0" presId="urn:microsoft.com/office/officeart/2005/8/layout/hierarchy1"/>
    <dgm:cxn modelId="{704CA9A9-0EB1-4054-8424-9A49B8918BF1}" type="presParOf" srcId="{15AEBFF1-DF0C-4D0A-B64C-80855B7EA06D}" destId="{D00A79A4-B2CF-419A-93EF-C34614EEC700}" srcOrd="1" destOrd="0" presId="urn:microsoft.com/office/officeart/2005/8/layout/hierarchy1"/>
    <dgm:cxn modelId="{EBF91E94-BA9F-4414-AE36-3B9ADB2467B5}" type="presParOf" srcId="{1D8C3D23-A7AD-41EA-B954-9848E2D13663}" destId="{12616FA1-BFD9-47C3-A07C-1745B0137640}" srcOrd="1" destOrd="0" presId="urn:microsoft.com/office/officeart/2005/8/layout/hierarchy1"/>
    <dgm:cxn modelId="{7F18D4C4-E7B2-47FB-93FB-C9ABD807A157}" type="presParOf" srcId="{12616FA1-BFD9-47C3-A07C-1745B0137640}" destId="{2E5371B1-A5A4-4543-8A4B-ECB0DC1B07E3}" srcOrd="0" destOrd="0" presId="urn:microsoft.com/office/officeart/2005/8/layout/hierarchy1"/>
    <dgm:cxn modelId="{A340A3EB-AB09-4FDE-81F8-572EC9D34B98}" type="presParOf" srcId="{12616FA1-BFD9-47C3-A07C-1745B0137640}" destId="{149424C0-D3D9-4992-B485-2FF1260B48C6}" srcOrd="1" destOrd="0" presId="urn:microsoft.com/office/officeart/2005/8/layout/hierarchy1"/>
    <dgm:cxn modelId="{27CAB757-1A81-44EE-BD16-64F0BD95C7BF}" type="presParOf" srcId="{149424C0-D3D9-4992-B485-2FF1260B48C6}" destId="{16F33F17-996D-4152-8C7E-C69DDF112AB7}" srcOrd="0" destOrd="0" presId="urn:microsoft.com/office/officeart/2005/8/layout/hierarchy1"/>
    <dgm:cxn modelId="{179B046F-DFA5-4D2A-BA92-916472DB716A}" type="presParOf" srcId="{16F33F17-996D-4152-8C7E-C69DDF112AB7}" destId="{78E42B3D-3BA4-46A7-B27D-C8E75E0C6D67}" srcOrd="0" destOrd="0" presId="urn:microsoft.com/office/officeart/2005/8/layout/hierarchy1"/>
    <dgm:cxn modelId="{0C483C80-E20E-4E17-9C08-F7F0F45B776D}" type="presParOf" srcId="{16F33F17-996D-4152-8C7E-C69DDF112AB7}" destId="{E9354974-5E74-4C24-95A2-B3A729DF768B}" srcOrd="1" destOrd="0" presId="urn:microsoft.com/office/officeart/2005/8/layout/hierarchy1"/>
    <dgm:cxn modelId="{125408AC-FA8D-410E-B875-565A0FCD4655}" type="presParOf" srcId="{149424C0-D3D9-4992-B485-2FF1260B48C6}" destId="{A05A6133-0E57-4B48-8BC8-EBB0CF27835E}" srcOrd="1" destOrd="0" presId="urn:microsoft.com/office/officeart/2005/8/layout/hierarchy1"/>
    <dgm:cxn modelId="{8337D9DD-A422-492D-95B0-A0800A7B3965}" type="presParOf" srcId="{61CD13CA-37A4-466E-962B-4B999BF0C61C}" destId="{81128315-F79C-4E45-B39A-AB2ED049948E}" srcOrd="2" destOrd="0" presId="urn:microsoft.com/office/officeart/2005/8/layout/hierarchy1"/>
    <dgm:cxn modelId="{C8433C16-6FFA-4017-9364-AB2E6ADE376A}" type="presParOf" srcId="{61CD13CA-37A4-466E-962B-4B999BF0C61C}" destId="{C3FC025E-1D01-4B2C-899A-01B031BEFDAD}" srcOrd="3" destOrd="0" presId="urn:microsoft.com/office/officeart/2005/8/layout/hierarchy1"/>
    <dgm:cxn modelId="{8C7FB10C-B1C4-44C9-8950-7D3E0EA09FAE}" type="presParOf" srcId="{C3FC025E-1D01-4B2C-899A-01B031BEFDAD}" destId="{8B3731EB-EF6F-4376-847D-C6C06AE43A85}" srcOrd="0" destOrd="0" presId="urn:microsoft.com/office/officeart/2005/8/layout/hierarchy1"/>
    <dgm:cxn modelId="{3607D0BA-0CCE-49AA-AA92-26ECBF0D0140}" type="presParOf" srcId="{8B3731EB-EF6F-4376-847D-C6C06AE43A85}" destId="{2A900703-8AC1-454F-B68C-A5A4BBA8C753}" srcOrd="0" destOrd="0" presId="urn:microsoft.com/office/officeart/2005/8/layout/hierarchy1"/>
    <dgm:cxn modelId="{71343609-FCD2-43F9-AF81-771BF0A99401}" type="presParOf" srcId="{8B3731EB-EF6F-4376-847D-C6C06AE43A85}" destId="{9C61B0CE-9FAE-42F3-B7F6-2433992698DD}" srcOrd="1" destOrd="0" presId="urn:microsoft.com/office/officeart/2005/8/layout/hierarchy1"/>
    <dgm:cxn modelId="{4F8BF4BF-C21F-4A60-AB08-CC2F9E774F68}" type="presParOf" srcId="{C3FC025E-1D01-4B2C-899A-01B031BEFDAD}" destId="{82E7BA0D-B4A4-4DF8-A3C8-EC77FC36BD3C}" srcOrd="1" destOrd="0" presId="urn:microsoft.com/office/officeart/2005/8/layout/hierarchy1"/>
    <dgm:cxn modelId="{E300FB3D-1FB8-4414-B28B-09F41124E58A}" type="presParOf" srcId="{61CD13CA-37A4-466E-962B-4B999BF0C61C}" destId="{89117E37-AEDB-4BB1-ACC7-68919ECE50FE}" srcOrd="4" destOrd="0" presId="urn:microsoft.com/office/officeart/2005/8/layout/hierarchy1"/>
    <dgm:cxn modelId="{42D5F33D-2723-4D13-9EFD-0B365B7EA04A}" type="presParOf" srcId="{61CD13CA-37A4-466E-962B-4B999BF0C61C}" destId="{C30867E2-05DA-4794-99A2-CEA1CE36C1A1}" srcOrd="5" destOrd="0" presId="urn:microsoft.com/office/officeart/2005/8/layout/hierarchy1"/>
    <dgm:cxn modelId="{E687BEBB-C32F-4A49-BCC5-1178CABFE183}" type="presParOf" srcId="{C30867E2-05DA-4794-99A2-CEA1CE36C1A1}" destId="{996DD0AA-21CA-4600-AFA6-C6E4508F203A}" srcOrd="0" destOrd="0" presId="urn:microsoft.com/office/officeart/2005/8/layout/hierarchy1"/>
    <dgm:cxn modelId="{13F798EE-FF2D-4EAB-A667-E91A736B2D58}" type="presParOf" srcId="{996DD0AA-21CA-4600-AFA6-C6E4508F203A}" destId="{FCC55326-7EF3-450A-8F34-72FC08F30B3A}" srcOrd="0" destOrd="0" presId="urn:microsoft.com/office/officeart/2005/8/layout/hierarchy1"/>
    <dgm:cxn modelId="{023A7D1F-1D1F-4C8A-B0B6-7F9B4A5E0EAE}" type="presParOf" srcId="{996DD0AA-21CA-4600-AFA6-C6E4508F203A}" destId="{F3DA191E-9D61-487F-9033-5DCE9E63597A}" srcOrd="1" destOrd="0" presId="urn:microsoft.com/office/officeart/2005/8/layout/hierarchy1"/>
    <dgm:cxn modelId="{441D0F55-1EAC-4244-A32B-A7C7A2095FCD}" type="presParOf" srcId="{C30867E2-05DA-4794-99A2-CEA1CE36C1A1}" destId="{7DB0ACC9-D0A7-4385-9916-FE26BF61DD25}" srcOrd="1" destOrd="0" presId="urn:microsoft.com/office/officeart/2005/8/layout/hierarchy1"/>
  </dgm:cxnLst>
  <dgm:bg>
    <a:noFill/>
    <a:effectLst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F244423-770B-4E49-8D44-278C5BE702BB}" type="doc">
      <dgm:prSet loTypeId="urn:microsoft.com/office/officeart/2008/layout/VerticalCurvedList" loCatId="list" qsTypeId="urn:microsoft.com/office/officeart/2005/8/quickstyle/simple2#1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90A56262-DCF1-4ADF-9CE1-2D7F20CF0A94}">
      <dgm:prSet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r>
            <a:rPr lang="it-IT" sz="1400" dirty="0">
              <a:solidFill>
                <a:schemeClr val="tx1"/>
              </a:solidFill>
            </a:rPr>
            <a:t>Some </a:t>
          </a:r>
          <a:r>
            <a:rPr lang="it-IT" sz="1400" dirty="0" err="1">
              <a:solidFill>
                <a:schemeClr val="tx1"/>
              </a:solidFill>
            </a:rPr>
            <a:t>partitions</a:t>
          </a:r>
          <a:r>
            <a:rPr lang="it-IT" sz="1400" dirty="0">
              <a:solidFill>
                <a:schemeClr val="tx1"/>
              </a:solidFill>
            </a:rPr>
            <a:t> produce </a:t>
          </a:r>
          <a:r>
            <a:rPr lang="it-IT" sz="1400" b="1" dirty="0" err="1">
              <a:solidFill>
                <a:schemeClr val="tx1"/>
              </a:solidFill>
            </a:rPr>
            <a:t>very</a:t>
          </a:r>
          <a:r>
            <a:rPr lang="it-IT" sz="1400" b="1" dirty="0">
              <a:solidFill>
                <a:schemeClr val="tx1"/>
              </a:solidFill>
            </a:rPr>
            <a:t> </a:t>
          </a:r>
          <a:r>
            <a:rPr lang="it-IT" sz="1400" b="1" dirty="0" err="1">
              <a:solidFill>
                <a:schemeClr val="tx1"/>
              </a:solidFill>
            </a:rPr>
            <a:t>effective</a:t>
          </a:r>
          <a:r>
            <a:rPr lang="it-IT" sz="1400" b="1" dirty="0">
              <a:solidFill>
                <a:schemeClr val="tx1"/>
              </a:solidFill>
            </a:rPr>
            <a:t> </a:t>
          </a:r>
          <a:r>
            <a:rPr lang="it-IT" sz="1400" b="1" dirty="0" err="1">
              <a:solidFill>
                <a:schemeClr val="tx1"/>
              </a:solidFill>
            </a:rPr>
            <a:t>experts</a:t>
          </a:r>
          <a:endParaRPr lang="en-US" sz="1400" b="1" dirty="0">
            <a:solidFill>
              <a:schemeClr val="tx1"/>
            </a:solidFill>
          </a:endParaRPr>
        </a:p>
      </dgm:t>
    </dgm:pt>
    <dgm:pt modelId="{BB212685-9D6D-4144-8F9A-B6679DDD1D8B}" type="parTrans" cxnId="{CE374D2A-9259-4B1A-B46C-442DD6252BEE}">
      <dgm:prSet/>
      <dgm:spPr/>
      <dgm:t>
        <a:bodyPr/>
        <a:lstStyle/>
        <a:p>
          <a:endParaRPr lang="en-US" sz="2400"/>
        </a:p>
      </dgm:t>
    </dgm:pt>
    <dgm:pt modelId="{EBD1D499-0615-464B-A736-CD70BAAC331E}" type="sibTrans" cxnId="{CE374D2A-9259-4B1A-B46C-442DD6252BEE}">
      <dgm:prSet/>
      <dgm:spPr>
        <a:ln>
          <a:solidFill>
            <a:schemeClr val="tx1">
              <a:lumMod val="75000"/>
              <a:lumOff val="25000"/>
            </a:schemeClr>
          </a:solidFill>
        </a:ln>
      </dgm:spPr>
      <dgm:t>
        <a:bodyPr/>
        <a:lstStyle/>
        <a:p>
          <a:endParaRPr lang="en-US" sz="2400"/>
        </a:p>
      </dgm:t>
    </dgm:pt>
    <dgm:pt modelId="{683B0057-73C3-4569-89A8-8D12444CC0D8}">
      <dgm:prSet custT="1"/>
      <dgm:spPr>
        <a:solidFill>
          <a:schemeClr val="bg1">
            <a:lumMod val="85000"/>
          </a:schemeClr>
        </a:solidFill>
      </dgm:spPr>
      <dgm:t>
        <a:bodyPr/>
        <a:lstStyle/>
        <a:p>
          <a:r>
            <a:rPr lang="it-IT" sz="1400" dirty="0">
              <a:solidFill>
                <a:schemeClr val="tx1"/>
              </a:solidFill>
            </a:rPr>
            <a:t>Many </a:t>
          </a:r>
          <a:r>
            <a:rPr lang="it-IT" sz="1400" dirty="0" err="1">
              <a:solidFill>
                <a:schemeClr val="tx1"/>
              </a:solidFill>
            </a:rPr>
            <a:t>partitions</a:t>
          </a:r>
          <a:r>
            <a:rPr lang="it-IT" sz="1400" dirty="0">
              <a:solidFill>
                <a:schemeClr val="tx1"/>
              </a:solidFill>
            </a:rPr>
            <a:t> produce </a:t>
          </a:r>
          <a:r>
            <a:rPr lang="it-IT" sz="1400" b="1" dirty="0" err="1">
              <a:solidFill>
                <a:schemeClr val="tx1"/>
              </a:solidFill>
            </a:rPr>
            <a:t>modest</a:t>
          </a:r>
          <a:r>
            <a:rPr lang="it-IT" sz="1400" b="1" dirty="0">
              <a:solidFill>
                <a:schemeClr val="tx1"/>
              </a:solidFill>
            </a:rPr>
            <a:t> </a:t>
          </a:r>
          <a:r>
            <a:rPr lang="it-IT" sz="1400" b="1" dirty="0" err="1">
              <a:solidFill>
                <a:schemeClr val="tx1"/>
              </a:solidFill>
            </a:rPr>
            <a:t>improvements</a:t>
          </a:r>
          <a:endParaRPr lang="en-US" sz="1400" b="1" dirty="0">
            <a:solidFill>
              <a:schemeClr val="tx1"/>
            </a:solidFill>
          </a:endParaRPr>
        </a:p>
      </dgm:t>
    </dgm:pt>
    <dgm:pt modelId="{6AFBE145-D5FB-469A-A490-87B658B96E1E}" type="parTrans" cxnId="{A0A95247-8329-44FE-9E7C-0DF3EBFA4D7C}">
      <dgm:prSet/>
      <dgm:spPr/>
      <dgm:t>
        <a:bodyPr/>
        <a:lstStyle/>
        <a:p>
          <a:endParaRPr lang="en-US" sz="2400"/>
        </a:p>
      </dgm:t>
    </dgm:pt>
    <dgm:pt modelId="{BEADF8B8-523C-40BC-92EE-95C3F7A37D82}" type="sibTrans" cxnId="{A0A95247-8329-44FE-9E7C-0DF3EBFA4D7C}">
      <dgm:prSet/>
      <dgm:spPr/>
      <dgm:t>
        <a:bodyPr/>
        <a:lstStyle/>
        <a:p>
          <a:endParaRPr lang="en-US" sz="2400"/>
        </a:p>
      </dgm:t>
    </dgm:pt>
    <dgm:pt modelId="{6221E7AE-457D-4440-BBB2-1DBEA0831D42}">
      <dgm:prSet custT="1"/>
      <dgm:spPr>
        <a:solidFill>
          <a:schemeClr val="bg1">
            <a:lumMod val="85000"/>
          </a:schemeClr>
        </a:solidFill>
      </dgm:spPr>
      <dgm:t>
        <a:bodyPr/>
        <a:lstStyle/>
        <a:p>
          <a:r>
            <a:rPr lang="it-IT" sz="1400" dirty="0">
              <a:solidFill>
                <a:schemeClr val="tx1"/>
              </a:solidFill>
            </a:rPr>
            <a:t>The </a:t>
          </a:r>
          <a:r>
            <a:rPr lang="it-IT" sz="1400" dirty="0" err="1">
              <a:solidFill>
                <a:schemeClr val="tx1"/>
              </a:solidFill>
            </a:rPr>
            <a:t>depth</a:t>
          </a:r>
          <a:r>
            <a:rPr lang="it-IT" sz="1400" dirty="0">
              <a:solidFill>
                <a:schemeClr val="tx1"/>
              </a:solidFill>
            </a:rPr>
            <a:t> of the </a:t>
          </a:r>
          <a:r>
            <a:rPr lang="it-IT" sz="1400" b="1" dirty="0" err="1">
              <a:solidFill>
                <a:schemeClr val="tx1"/>
              </a:solidFill>
            </a:rPr>
            <a:t>loss</a:t>
          </a:r>
          <a:r>
            <a:rPr lang="it-IT" sz="1400" b="1" dirty="0">
              <a:solidFill>
                <a:schemeClr val="tx1"/>
              </a:solidFill>
            </a:rPr>
            <a:t> </a:t>
          </a:r>
          <a:r>
            <a:rPr lang="it-IT" sz="1400" b="1" dirty="0" err="1">
              <a:solidFill>
                <a:schemeClr val="tx1"/>
              </a:solidFill>
            </a:rPr>
            <a:t>basen</a:t>
          </a:r>
          <a:r>
            <a:rPr lang="it-IT" sz="1400" b="1" dirty="0">
              <a:solidFill>
                <a:schemeClr val="tx1"/>
              </a:solidFill>
            </a:rPr>
            <a:t> </a:t>
          </a:r>
          <a:r>
            <a:rPr lang="it-IT" sz="1400" dirty="0" err="1">
              <a:solidFill>
                <a:schemeClr val="tx1"/>
              </a:solidFill>
            </a:rPr>
            <a:t>is</a:t>
          </a:r>
          <a:r>
            <a:rPr lang="it-IT" sz="1400" dirty="0">
              <a:solidFill>
                <a:schemeClr val="tx1"/>
              </a:solidFill>
            </a:rPr>
            <a:t> </a:t>
          </a:r>
          <a:r>
            <a:rPr lang="it-IT" sz="1400" dirty="0" err="1">
              <a:solidFill>
                <a:schemeClr val="tx1"/>
              </a:solidFill>
            </a:rPr>
            <a:t>rougly</a:t>
          </a:r>
          <a:r>
            <a:rPr lang="it-IT" sz="1400" dirty="0">
              <a:solidFill>
                <a:schemeClr val="tx1"/>
              </a:solidFill>
            </a:rPr>
            <a:t> </a:t>
          </a:r>
          <a:r>
            <a:rPr lang="it-IT" sz="1400" dirty="0" err="1">
              <a:solidFill>
                <a:schemeClr val="tx1"/>
              </a:solidFill>
            </a:rPr>
            <a:t>proportional</a:t>
          </a:r>
          <a:r>
            <a:rPr lang="it-IT" sz="1400" dirty="0">
              <a:solidFill>
                <a:schemeClr val="tx1"/>
              </a:solidFill>
            </a:rPr>
            <a:t> to the </a:t>
          </a:r>
          <a:r>
            <a:rPr lang="it-IT" sz="1400" dirty="0" err="1">
              <a:solidFill>
                <a:schemeClr val="tx1"/>
              </a:solidFill>
            </a:rPr>
            <a:t>initial</a:t>
          </a:r>
          <a:r>
            <a:rPr lang="it-IT" sz="1400" dirty="0">
              <a:solidFill>
                <a:schemeClr val="tx1"/>
              </a:solidFill>
            </a:rPr>
            <a:t> </a:t>
          </a:r>
          <a:r>
            <a:rPr lang="it-IT" sz="1400" dirty="0" err="1">
              <a:solidFill>
                <a:schemeClr val="tx1"/>
              </a:solidFill>
            </a:rPr>
            <a:t>magnitude</a:t>
          </a:r>
          <a:r>
            <a:rPr lang="it-IT" sz="1400" dirty="0">
              <a:solidFill>
                <a:schemeClr val="tx1"/>
              </a:solidFill>
            </a:rPr>
            <a:t> of the </a:t>
          </a:r>
          <a:r>
            <a:rPr lang="it-IT" sz="1400" b="1" dirty="0" err="1">
              <a:solidFill>
                <a:schemeClr val="tx1"/>
              </a:solidFill>
            </a:rPr>
            <a:t>gradient</a:t>
          </a:r>
          <a:endParaRPr lang="en-US" sz="1400" b="1" dirty="0">
            <a:solidFill>
              <a:schemeClr val="tx1"/>
            </a:solidFill>
          </a:endParaRPr>
        </a:p>
      </dgm:t>
    </dgm:pt>
    <dgm:pt modelId="{A7C37C80-3CD0-4898-BFA0-19C0B593B2C6}" type="parTrans" cxnId="{CBAC0D8D-FA8B-4CA8-80D3-7283A6C8E3C9}">
      <dgm:prSet/>
      <dgm:spPr/>
      <dgm:t>
        <a:bodyPr/>
        <a:lstStyle/>
        <a:p>
          <a:endParaRPr lang="en-US" sz="2400"/>
        </a:p>
      </dgm:t>
    </dgm:pt>
    <dgm:pt modelId="{6FB75B68-0048-4A4D-A668-03F67084800D}" type="sibTrans" cxnId="{CBAC0D8D-FA8B-4CA8-80D3-7283A6C8E3C9}">
      <dgm:prSet/>
      <dgm:spPr/>
      <dgm:t>
        <a:bodyPr/>
        <a:lstStyle/>
        <a:p>
          <a:endParaRPr lang="en-US" sz="2400"/>
        </a:p>
      </dgm:t>
    </dgm:pt>
    <dgm:pt modelId="{CE0252A1-51ED-42D9-8251-89ABB98E1FF0}" type="pres">
      <dgm:prSet presAssocID="{3F244423-770B-4E49-8D44-278C5BE702BB}" presName="Name0" presStyleCnt="0">
        <dgm:presLayoutVars>
          <dgm:chMax val="7"/>
          <dgm:chPref val="7"/>
          <dgm:dir/>
        </dgm:presLayoutVars>
      </dgm:prSet>
      <dgm:spPr/>
    </dgm:pt>
    <dgm:pt modelId="{BA5B16AD-0E8C-475F-8306-C908B5904CF5}" type="pres">
      <dgm:prSet presAssocID="{3F244423-770B-4E49-8D44-278C5BE702BB}" presName="Name1" presStyleCnt="0"/>
      <dgm:spPr/>
    </dgm:pt>
    <dgm:pt modelId="{5C92A746-8F9C-41E8-B1E8-79751E631834}" type="pres">
      <dgm:prSet presAssocID="{3F244423-770B-4E49-8D44-278C5BE702BB}" presName="cycle" presStyleCnt="0"/>
      <dgm:spPr/>
    </dgm:pt>
    <dgm:pt modelId="{414CDBC6-5DD8-4FE2-8F3D-BEAE6069D64D}" type="pres">
      <dgm:prSet presAssocID="{3F244423-770B-4E49-8D44-278C5BE702BB}" presName="srcNode" presStyleLbl="node1" presStyleIdx="0" presStyleCnt="3"/>
      <dgm:spPr/>
    </dgm:pt>
    <dgm:pt modelId="{75ED2FD7-17A6-4AA6-B1CE-D6634C5E4505}" type="pres">
      <dgm:prSet presAssocID="{3F244423-770B-4E49-8D44-278C5BE702BB}" presName="conn" presStyleLbl="parChTrans1D2" presStyleIdx="0" presStyleCnt="1"/>
      <dgm:spPr/>
    </dgm:pt>
    <dgm:pt modelId="{245C8B4C-933C-41BA-9CFC-CBA845D59522}" type="pres">
      <dgm:prSet presAssocID="{3F244423-770B-4E49-8D44-278C5BE702BB}" presName="extraNode" presStyleLbl="node1" presStyleIdx="0" presStyleCnt="3"/>
      <dgm:spPr/>
    </dgm:pt>
    <dgm:pt modelId="{ED3F0C5A-C044-462D-ABDF-09142CA62219}" type="pres">
      <dgm:prSet presAssocID="{3F244423-770B-4E49-8D44-278C5BE702BB}" presName="dstNode" presStyleLbl="node1" presStyleIdx="0" presStyleCnt="3"/>
      <dgm:spPr/>
    </dgm:pt>
    <dgm:pt modelId="{8C55CCE0-E827-4B86-861E-A5749FC2AD16}" type="pres">
      <dgm:prSet presAssocID="{90A56262-DCF1-4ADF-9CE1-2D7F20CF0A94}" presName="text_1" presStyleLbl="node1" presStyleIdx="0" presStyleCnt="3">
        <dgm:presLayoutVars>
          <dgm:bulletEnabled val="1"/>
        </dgm:presLayoutVars>
      </dgm:prSet>
      <dgm:spPr/>
    </dgm:pt>
    <dgm:pt modelId="{A300139A-BC76-4616-B250-5B11AEA00D02}" type="pres">
      <dgm:prSet presAssocID="{90A56262-DCF1-4ADF-9CE1-2D7F20CF0A94}" presName="accent_1" presStyleCnt="0"/>
      <dgm:spPr/>
    </dgm:pt>
    <dgm:pt modelId="{DD1F8BB0-EA66-40BA-BFF5-2CA3595E2806}" type="pres">
      <dgm:prSet presAssocID="{90A56262-DCF1-4ADF-9CE1-2D7F20CF0A94}" presName="accentRepeatNode" presStyleLbl="solidFgAcc1" presStyleIdx="0" presStyleCnt="3"/>
      <dgm:spPr/>
    </dgm:pt>
    <dgm:pt modelId="{BDDE1B80-D7AF-4304-8F07-3111B0D8AE05}" type="pres">
      <dgm:prSet presAssocID="{683B0057-73C3-4569-89A8-8D12444CC0D8}" presName="text_2" presStyleLbl="node1" presStyleIdx="1" presStyleCnt="3">
        <dgm:presLayoutVars>
          <dgm:bulletEnabled val="1"/>
        </dgm:presLayoutVars>
      </dgm:prSet>
      <dgm:spPr/>
    </dgm:pt>
    <dgm:pt modelId="{128EFDBE-FDA2-4232-B416-8D1D5650B50B}" type="pres">
      <dgm:prSet presAssocID="{683B0057-73C3-4569-89A8-8D12444CC0D8}" presName="accent_2" presStyleCnt="0"/>
      <dgm:spPr/>
    </dgm:pt>
    <dgm:pt modelId="{52A5448B-6F90-4A2D-924A-7275D19FDBE6}" type="pres">
      <dgm:prSet presAssocID="{683B0057-73C3-4569-89A8-8D12444CC0D8}" presName="accentRepeatNode" presStyleLbl="solidFgAcc1" presStyleIdx="1" presStyleCnt="3"/>
      <dgm:spPr/>
    </dgm:pt>
    <dgm:pt modelId="{C84F83AF-9758-48A3-9805-AE9EB9DBF52D}" type="pres">
      <dgm:prSet presAssocID="{6221E7AE-457D-4440-BBB2-1DBEA0831D42}" presName="text_3" presStyleLbl="node1" presStyleIdx="2" presStyleCnt="3">
        <dgm:presLayoutVars>
          <dgm:bulletEnabled val="1"/>
        </dgm:presLayoutVars>
      </dgm:prSet>
      <dgm:spPr/>
    </dgm:pt>
    <dgm:pt modelId="{23526013-F796-4EB1-B859-37BA9B634789}" type="pres">
      <dgm:prSet presAssocID="{6221E7AE-457D-4440-BBB2-1DBEA0831D42}" presName="accent_3" presStyleCnt="0"/>
      <dgm:spPr/>
    </dgm:pt>
    <dgm:pt modelId="{4644D4AE-7AA4-462A-8947-2AB341901E3C}" type="pres">
      <dgm:prSet presAssocID="{6221E7AE-457D-4440-BBB2-1DBEA0831D42}" presName="accentRepeatNode" presStyleLbl="solidFgAcc1" presStyleIdx="2" presStyleCnt="3"/>
      <dgm:spPr/>
    </dgm:pt>
  </dgm:ptLst>
  <dgm:cxnLst>
    <dgm:cxn modelId="{D5437B16-6F2C-4070-8856-EB1E3989FC49}" type="presOf" srcId="{683B0057-73C3-4569-89A8-8D12444CC0D8}" destId="{BDDE1B80-D7AF-4304-8F07-3111B0D8AE05}" srcOrd="0" destOrd="0" presId="urn:microsoft.com/office/officeart/2008/layout/VerticalCurvedList"/>
    <dgm:cxn modelId="{03980718-8290-4334-B1B7-3880DC73754E}" type="presOf" srcId="{90A56262-DCF1-4ADF-9CE1-2D7F20CF0A94}" destId="{8C55CCE0-E827-4B86-861E-A5749FC2AD16}" srcOrd="0" destOrd="0" presId="urn:microsoft.com/office/officeart/2008/layout/VerticalCurvedList"/>
    <dgm:cxn modelId="{CE374D2A-9259-4B1A-B46C-442DD6252BEE}" srcId="{3F244423-770B-4E49-8D44-278C5BE702BB}" destId="{90A56262-DCF1-4ADF-9CE1-2D7F20CF0A94}" srcOrd="0" destOrd="0" parTransId="{BB212685-9D6D-4144-8F9A-B6679DDD1D8B}" sibTransId="{EBD1D499-0615-464B-A736-CD70BAAC331E}"/>
    <dgm:cxn modelId="{22636C5E-8105-4A32-9CDB-19FB80F128C1}" type="presOf" srcId="{EBD1D499-0615-464B-A736-CD70BAAC331E}" destId="{75ED2FD7-17A6-4AA6-B1CE-D6634C5E4505}" srcOrd="0" destOrd="0" presId="urn:microsoft.com/office/officeart/2008/layout/VerticalCurvedList"/>
    <dgm:cxn modelId="{A0A95247-8329-44FE-9E7C-0DF3EBFA4D7C}" srcId="{3F244423-770B-4E49-8D44-278C5BE702BB}" destId="{683B0057-73C3-4569-89A8-8D12444CC0D8}" srcOrd="1" destOrd="0" parTransId="{6AFBE145-D5FB-469A-A490-87B658B96E1E}" sibTransId="{BEADF8B8-523C-40BC-92EE-95C3F7A37D82}"/>
    <dgm:cxn modelId="{AAF0B154-5E50-4DCA-9A65-9CF7C7A2BD83}" type="presOf" srcId="{6221E7AE-457D-4440-BBB2-1DBEA0831D42}" destId="{C84F83AF-9758-48A3-9805-AE9EB9DBF52D}" srcOrd="0" destOrd="0" presId="urn:microsoft.com/office/officeart/2008/layout/VerticalCurvedList"/>
    <dgm:cxn modelId="{CBAC0D8D-FA8B-4CA8-80D3-7283A6C8E3C9}" srcId="{3F244423-770B-4E49-8D44-278C5BE702BB}" destId="{6221E7AE-457D-4440-BBB2-1DBEA0831D42}" srcOrd="2" destOrd="0" parTransId="{A7C37C80-3CD0-4898-BFA0-19C0B593B2C6}" sibTransId="{6FB75B68-0048-4A4D-A668-03F67084800D}"/>
    <dgm:cxn modelId="{49A458BA-38B0-4282-B5C1-527278B2D4EF}" type="presOf" srcId="{3F244423-770B-4E49-8D44-278C5BE702BB}" destId="{CE0252A1-51ED-42D9-8251-89ABB98E1FF0}" srcOrd="0" destOrd="0" presId="urn:microsoft.com/office/officeart/2008/layout/VerticalCurvedList"/>
    <dgm:cxn modelId="{34EB44B7-EA6C-4D82-8048-D5F758B94072}" type="presParOf" srcId="{CE0252A1-51ED-42D9-8251-89ABB98E1FF0}" destId="{BA5B16AD-0E8C-475F-8306-C908B5904CF5}" srcOrd="0" destOrd="0" presId="urn:microsoft.com/office/officeart/2008/layout/VerticalCurvedList"/>
    <dgm:cxn modelId="{1DEF7D03-6A5F-4BAC-A452-71924A4B83DB}" type="presParOf" srcId="{BA5B16AD-0E8C-475F-8306-C908B5904CF5}" destId="{5C92A746-8F9C-41E8-B1E8-79751E631834}" srcOrd="0" destOrd="0" presId="urn:microsoft.com/office/officeart/2008/layout/VerticalCurvedList"/>
    <dgm:cxn modelId="{CB27D293-73ED-4AF2-8CE7-4B60AB930511}" type="presParOf" srcId="{5C92A746-8F9C-41E8-B1E8-79751E631834}" destId="{414CDBC6-5DD8-4FE2-8F3D-BEAE6069D64D}" srcOrd="0" destOrd="0" presId="urn:microsoft.com/office/officeart/2008/layout/VerticalCurvedList"/>
    <dgm:cxn modelId="{34E75F91-132D-478F-B40A-9C0C1DB9DEF0}" type="presParOf" srcId="{5C92A746-8F9C-41E8-B1E8-79751E631834}" destId="{75ED2FD7-17A6-4AA6-B1CE-D6634C5E4505}" srcOrd="1" destOrd="0" presId="urn:microsoft.com/office/officeart/2008/layout/VerticalCurvedList"/>
    <dgm:cxn modelId="{1EE6830F-2998-46EA-8538-EDEF4C03678A}" type="presParOf" srcId="{5C92A746-8F9C-41E8-B1E8-79751E631834}" destId="{245C8B4C-933C-41BA-9CFC-CBA845D59522}" srcOrd="2" destOrd="0" presId="urn:microsoft.com/office/officeart/2008/layout/VerticalCurvedList"/>
    <dgm:cxn modelId="{5C6170D9-2759-4F3F-BB51-FC5989A71588}" type="presParOf" srcId="{5C92A746-8F9C-41E8-B1E8-79751E631834}" destId="{ED3F0C5A-C044-462D-ABDF-09142CA62219}" srcOrd="3" destOrd="0" presId="urn:microsoft.com/office/officeart/2008/layout/VerticalCurvedList"/>
    <dgm:cxn modelId="{14466040-C8EB-41EB-9068-493E47C3B1F9}" type="presParOf" srcId="{BA5B16AD-0E8C-475F-8306-C908B5904CF5}" destId="{8C55CCE0-E827-4B86-861E-A5749FC2AD16}" srcOrd="1" destOrd="0" presId="urn:microsoft.com/office/officeart/2008/layout/VerticalCurvedList"/>
    <dgm:cxn modelId="{8DFF7E4E-8E92-4920-A389-5B32482A4986}" type="presParOf" srcId="{BA5B16AD-0E8C-475F-8306-C908B5904CF5}" destId="{A300139A-BC76-4616-B250-5B11AEA00D02}" srcOrd="2" destOrd="0" presId="urn:microsoft.com/office/officeart/2008/layout/VerticalCurvedList"/>
    <dgm:cxn modelId="{02B6373A-E932-41D4-BE39-BD3E6D4C9515}" type="presParOf" srcId="{A300139A-BC76-4616-B250-5B11AEA00D02}" destId="{DD1F8BB0-EA66-40BA-BFF5-2CA3595E2806}" srcOrd="0" destOrd="0" presId="urn:microsoft.com/office/officeart/2008/layout/VerticalCurvedList"/>
    <dgm:cxn modelId="{0BAFE0C2-CBF8-4362-98B3-F094F24C0D62}" type="presParOf" srcId="{BA5B16AD-0E8C-475F-8306-C908B5904CF5}" destId="{BDDE1B80-D7AF-4304-8F07-3111B0D8AE05}" srcOrd="3" destOrd="0" presId="urn:microsoft.com/office/officeart/2008/layout/VerticalCurvedList"/>
    <dgm:cxn modelId="{C36A9054-6EC7-4E7E-A875-6743E2ADE45F}" type="presParOf" srcId="{BA5B16AD-0E8C-475F-8306-C908B5904CF5}" destId="{128EFDBE-FDA2-4232-B416-8D1D5650B50B}" srcOrd="4" destOrd="0" presId="urn:microsoft.com/office/officeart/2008/layout/VerticalCurvedList"/>
    <dgm:cxn modelId="{190EB527-DE95-43F0-ADD8-E2494D5BACE5}" type="presParOf" srcId="{128EFDBE-FDA2-4232-B416-8D1D5650B50B}" destId="{52A5448B-6F90-4A2D-924A-7275D19FDBE6}" srcOrd="0" destOrd="0" presId="urn:microsoft.com/office/officeart/2008/layout/VerticalCurvedList"/>
    <dgm:cxn modelId="{9618F8D6-4542-4604-B0A5-91C38B6622D2}" type="presParOf" srcId="{BA5B16AD-0E8C-475F-8306-C908B5904CF5}" destId="{C84F83AF-9758-48A3-9805-AE9EB9DBF52D}" srcOrd="5" destOrd="0" presId="urn:microsoft.com/office/officeart/2008/layout/VerticalCurvedList"/>
    <dgm:cxn modelId="{427B461E-DE51-4B35-ABBA-2C0B6E90A644}" type="presParOf" srcId="{BA5B16AD-0E8C-475F-8306-C908B5904CF5}" destId="{23526013-F796-4EB1-B859-37BA9B634789}" srcOrd="6" destOrd="0" presId="urn:microsoft.com/office/officeart/2008/layout/VerticalCurvedList"/>
    <dgm:cxn modelId="{7DED6F24-1781-4235-B68C-6FCCB2CE0B6B}" type="presParOf" srcId="{23526013-F796-4EB1-B859-37BA9B634789}" destId="{4644D4AE-7AA4-462A-8947-2AB341901E3C}" srcOrd="0" destOrd="0" presId="urn:microsoft.com/office/officeart/2008/layout/VerticalCurvedList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694467-2703-4838-BA5C-552A9602BEAD}">
      <dsp:nvSpPr>
        <dsp:cNvPr id="0" name=""/>
        <dsp:cNvSpPr/>
      </dsp:nvSpPr>
      <dsp:spPr>
        <a:xfrm>
          <a:off x="-4207526" y="-645602"/>
          <a:ext cx="5013314" cy="5013314"/>
        </a:xfrm>
        <a:prstGeom prst="blockArc">
          <a:avLst>
            <a:gd name="adj1" fmla="val 18900000"/>
            <a:gd name="adj2" fmla="val 2700000"/>
            <a:gd name="adj3" fmla="val 431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B53102-B3BF-4567-9525-1426319F939C}">
      <dsp:nvSpPr>
        <dsp:cNvPr id="0" name=""/>
        <dsp:cNvSpPr/>
      </dsp:nvSpPr>
      <dsp:spPr>
        <a:xfrm>
          <a:off x="422176" y="286155"/>
          <a:ext cx="495689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 dirty="0"/>
            <a:t>Input </a:t>
          </a:r>
          <a:r>
            <a:rPr lang="it-IT" sz="3000" kern="1200" dirty="0" err="1"/>
            <a:t>layer</a:t>
          </a:r>
          <a:endParaRPr lang="en-US" sz="3000" b="1" kern="1200" dirty="0"/>
        </a:p>
      </dsp:txBody>
      <dsp:txXfrm>
        <a:off x="422176" y="286155"/>
        <a:ext cx="4956893" cy="572609"/>
      </dsp:txXfrm>
    </dsp:sp>
    <dsp:sp modelId="{BB410DFF-4C35-4314-A387-2B59392F9AE6}">
      <dsp:nvSpPr>
        <dsp:cNvPr id="0" name=""/>
        <dsp:cNvSpPr/>
      </dsp:nvSpPr>
      <dsp:spPr>
        <a:xfrm>
          <a:off x="64295" y="214579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51819D-A948-46E6-B98B-713E8651599A}">
      <dsp:nvSpPr>
        <dsp:cNvPr id="0" name=""/>
        <dsp:cNvSpPr/>
      </dsp:nvSpPr>
      <dsp:spPr>
        <a:xfrm>
          <a:off x="750466" y="1145218"/>
          <a:ext cx="462860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 dirty="0"/>
            <a:t>Accumulator </a:t>
          </a:r>
          <a:r>
            <a:rPr lang="it-IT" sz="3000" kern="1200" dirty="0" err="1"/>
            <a:t>layer</a:t>
          </a:r>
          <a:r>
            <a:rPr lang="it-IT" sz="3000" kern="1200" dirty="0"/>
            <a:t> (L1)</a:t>
          </a:r>
          <a:endParaRPr lang="en-US" sz="3000" kern="1200" dirty="0"/>
        </a:p>
      </dsp:txBody>
      <dsp:txXfrm>
        <a:off x="750466" y="1145218"/>
        <a:ext cx="4628603" cy="572609"/>
      </dsp:txXfrm>
    </dsp:sp>
    <dsp:sp modelId="{BE07F9F1-10B8-459B-B1B0-1017D1429ED8}">
      <dsp:nvSpPr>
        <dsp:cNvPr id="0" name=""/>
        <dsp:cNvSpPr/>
      </dsp:nvSpPr>
      <dsp:spPr>
        <a:xfrm>
          <a:off x="392585" y="1073642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2A14FB-EAD8-4566-890B-C0DA7877C08B}">
      <dsp:nvSpPr>
        <dsp:cNvPr id="0" name=""/>
        <dsp:cNvSpPr/>
      </dsp:nvSpPr>
      <dsp:spPr>
        <a:xfrm>
          <a:off x="750466" y="2004281"/>
          <a:ext cx="462860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 dirty="0"/>
            <a:t>L2 </a:t>
          </a:r>
          <a:r>
            <a:rPr lang="it-IT" sz="3000" kern="1200" dirty="0" err="1"/>
            <a:t>hidden</a:t>
          </a:r>
          <a:r>
            <a:rPr lang="it-IT" sz="3000" kern="1200" dirty="0"/>
            <a:t> </a:t>
          </a:r>
          <a:r>
            <a:rPr lang="it-IT" sz="3000" kern="1200" dirty="0" err="1"/>
            <a:t>layer</a:t>
          </a:r>
          <a:endParaRPr lang="en-US" sz="3000" kern="1200" dirty="0"/>
        </a:p>
      </dsp:txBody>
      <dsp:txXfrm>
        <a:off x="750466" y="2004281"/>
        <a:ext cx="4628603" cy="572609"/>
      </dsp:txXfrm>
    </dsp:sp>
    <dsp:sp modelId="{3E0DCCC9-E6AC-4019-B27A-611BC8EC0A31}">
      <dsp:nvSpPr>
        <dsp:cNvPr id="0" name=""/>
        <dsp:cNvSpPr/>
      </dsp:nvSpPr>
      <dsp:spPr>
        <a:xfrm>
          <a:off x="392585" y="1932705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88BD50-FB6F-42B2-BCC6-A15280DB03D3}">
      <dsp:nvSpPr>
        <dsp:cNvPr id="0" name=""/>
        <dsp:cNvSpPr/>
      </dsp:nvSpPr>
      <dsp:spPr>
        <a:xfrm>
          <a:off x="422176" y="2863344"/>
          <a:ext cx="495689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 dirty="0"/>
            <a:t>Output </a:t>
          </a:r>
          <a:r>
            <a:rPr lang="it-IT" sz="3000" kern="1200" dirty="0" err="1"/>
            <a:t>layer</a:t>
          </a:r>
          <a:endParaRPr lang="en-US" sz="3000" kern="1200" dirty="0"/>
        </a:p>
      </dsp:txBody>
      <dsp:txXfrm>
        <a:off x="422176" y="2863344"/>
        <a:ext cx="4956893" cy="572609"/>
      </dsp:txXfrm>
    </dsp:sp>
    <dsp:sp modelId="{D609E633-48CC-4379-AF79-D761AE37ACBF}">
      <dsp:nvSpPr>
        <dsp:cNvPr id="0" name=""/>
        <dsp:cNvSpPr/>
      </dsp:nvSpPr>
      <dsp:spPr>
        <a:xfrm>
          <a:off x="64295" y="2791767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694467-2703-4838-BA5C-552A9602BEAD}">
      <dsp:nvSpPr>
        <dsp:cNvPr id="0" name=""/>
        <dsp:cNvSpPr/>
      </dsp:nvSpPr>
      <dsp:spPr>
        <a:xfrm>
          <a:off x="-4207526" y="-645602"/>
          <a:ext cx="5013314" cy="5013314"/>
        </a:xfrm>
        <a:prstGeom prst="blockArc">
          <a:avLst>
            <a:gd name="adj1" fmla="val 18900000"/>
            <a:gd name="adj2" fmla="val 2700000"/>
            <a:gd name="adj3" fmla="val 431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B53102-B3BF-4567-9525-1426319F939C}">
      <dsp:nvSpPr>
        <dsp:cNvPr id="0" name=""/>
        <dsp:cNvSpPr/>
      </dsp:nvSpPr>
      <dsp:spPr>
        <a:xfrm>
          <a:off x="518207" y="372210"/>
          <a:ext cx="4860863" cy="74442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0885" tIns="48260" rIns="48260" bIns="4826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 dirty="0"/>
            <a:t>A </a:t>
          </a:r>
          <a:r>
            <a:rPr lang="it-IT" sz="1900" b="1" kern="1200" dirty="0"/>
            <a:t>router </a:t>
          </a:r>
          <a:r>
            <a:rPr lang="it-IT" sz="1900" b="1" kern="1200" dirty="0" err="1"/>
            <a:t>decides</a:t>
          </a:r>
          <a:r>
            <a:rPr lang="it-IT" sz="1900" b="1" kern="1200" dirty="0"/>
            <a:t> </a:t>
          </a:r>
          <a:r>
            <a:rPr lang="it-IT" sz="1900" b="1" kern="1200" dirty="0" err="1"/>
            <a:t>which</a:t>
          </a:r>
          <a:r>
            <a:rPr lang="it-IT" sz="1900" b="1" kern="1200" dirty="0"/>
            <a:t> head 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1" kern="1200" dirty="0" err="1"/>
            <a:t>should</a:t>
          </a:r>
          <a:r>
            <a:rPr lang="it-IT" sz="1900" b="1" kern="1200" dirty="0"/>
            <a:t> be </a:t>
          </a:r>
          <a:r>
            <a:rPr lang="it-IT" sz="1900" b="1" kern="1200" dirty="0" err="1"/>
            <a:t>called</a:t>
          </a:r>
          <a:endParaRPr lang="en-US" sz="1900" b="1" kern="1200" dirty="0"/>
        </a:p>
      </dsp:txBody>
      <dsp:txXfrm>
        <a:off x="518207" y="372210"/>
        <a:ext cx="4860863" cy="744421"/>
      </dsp:txXfrm>
    </dsp:sp>
    <dsp:sp modelId="{BB410DFF-4C35-4314-A387-2B59392F9AE6}">
      <dsp:nvSpPr>
        <dsp:cNvPr id="0" name=""/>
        <dsp:cNvSpPr/>
      </dsp:nvSpPr>
      <dsp:spPr>
        <a:xfrm>
          <a:off x="52943" y="279158"/>
          <a:ext cx="930527" cy="930527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51819D-A948-46E6-B98B-713E8651599A}">
      <dsp:nvSpPr>
        <dsp:cNvPr id="0" name=""/>
        <dsp:cNvSpPr/>
      </dsp:nvSpPr>
      <dsp:spPr>
        <a:xfrm>
          <a:off x="788804" y="1488843"/>
          <a:ext cx="4590265" cy="74442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0885" tIns="48260" rIns="48260" bIns="4826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>
        <a:off x="788804" y="1488843"/>
        <a:ext cx="4590265" cy="744421"/>
      </dsp:txXfrm>
    </dsp:sp>
    <dsp:sp modelId="{BE07F9F1-10B8-459B-B1B0-1017D1429ED8}">
      <dsp:nvSpPr>
        <dsp:cNvPr id="0" name=""/>
        <dsp:cNvSpPr/>
      </dsp:nvSpPr>
      <dsp:spPr>
        <a:xfrm>
          <a:off x="323540" y="1395790"/>
          <a:ext cx="930527" cy="930527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2A14FB-EAD8-4566-890B-C0DA7877C08B}">
      <dsp:nvSpPr>
        <dsp:cNvPr id="0" name=""/>
        <dsp:cNvSpPr/>
      </dsp:nvSpPr>
      <dsp:spPr>
        <a:xfrm>
          <a:off x="518207" y="2605476"/>
          <a:ext cx="4860863" cy="74442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0885" tIns="48260" rIns="48260" bIns="4826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518207" y="2605476"/>
        <a:ext cx="4860863" cy="744421"/>
      </dsp:txXfrm>
    </dsp:sp>
    <dsp:sp modelId="{3E0DCCC9-E6AC-4019-B27A-611BC8EC0A31}">
      <dsp:nvSpPr>
        <dsp:cNvPr id="0" name=""/>
        <dsp:cNvSpPr/>
      </dsp:nvSpPr>
      <dsp:spPr>
        <a:xfrm>
          <a:off x="52943" y="2512423"/>
          <a:ext cx="930527" cy="930527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117E37-AEDB-4BB1-ACC7-68919ECE50FE}">
      <dsp:nvSpPr>
        <dsp:cNvPr id="0" name=""/>
        <dsp:cNvSpPr/>
      </dsp:nvSpPr>
      <dsp:spPr>
        <a:xfrm>
          <a:off x="5675458" y="3306841"/>
          <a:ext cx="3328241" cy="3865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3392"/>
              </a:lnTo>
              <a:lnTo>
                <a:pt x="3328241" y="263392"/>
              </a:lnTo>
              <a:lnTo>
                <a:pt x="3328241" y="38650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128315-F79C-4E45-B39A-AB2ED049948E}">
      <dsp:nvSpPr>
        <dsp:cNvPr id="0" name=""/>
        <dsp:cNvSpPr/>
      </dsp:nvSpPr>
      <dsp:spPr>
        <a:xfrm>
          <a:off x="5629738" y="3306841"/>
          <a:ext cx="91440" cy="38650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650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5371B1-A5A4-4543-8A4B-ECB0DC1B07E3}">
      <dsp:nvSpPr>
        <dsp:cNvPr id="0" name=""/>
        <dsp:cNvSpPr/>
      </dsp:nvSpPr>
      <dsp:spPr>
        <a:xfrm>
          <a:off x="2301497" y="4537238"/>
          <a:ext cx="91440" cy="38650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650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791F211-741A-4733-9A94-D90801378A3A}">
      <dsp:nvSpPr>
        <dsp:cNvPr id="0" name=""/>
        <dsp:cNvSpPr/>
      </dsp:nvSpPr>
      <dsp:spPr>
        <a:xfrm>
          <a:off x="2347217" y="3306841"/>
          <a:ext cx="3328241" cy="386506"/>
        </a:xfrm>
        <a:custGeom>
          <a:avLst/>
          <a:gdLst/>
          <a:ahLst/>
          <a:cxnLst/>
          <a:rect l="0" t="0" r="0" b="0"/>
          <a:pathLst>
            <a:path>
              <a:moveTo>
                <a:pt x="3328241" y="0"/>
              </a:moveTo>
              <a:lnTo>
                <a:pt x="3328241" y="263392"/>
              </a:lnTo>
              <a:lnTo>
                <a:pt x="0" y="263392"/>
              </a:lnTo>
              <a:lnTo>
                <a:pt x="0" y="38650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AED1AE-D936-4152-841E-7D5B5AC3AE8F}">
      <dsp:nvSpPr>
        <dsp:cNvPr id="0" name=""/>
        <dsp:cNvSpPr/>
      </dsp:nvSpPr>
      <dsp:spPr>
        <a:xfrm>
          <a:off x="5629738" y="2076444"/>
          <a:ext cx="91440" cy="38650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650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D9C41F-67FE-4C06-BC79-531A4480C42A}">
      <dsp:nvSpPr>
        <dsp:cNvPr id="0" name=""/>
        <dsp:cNvSpPr/>
      </dsp:nvSpPr>
      <dsp:spPr>
        <a:xfrm>
          <a:off x="4051479" y="846047"/>
          <a:ext cx="1623979" cy="3865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3392"/>
              </a:lnTo>
              <a:lnTo>
                <a:pt x="1623979" y="263392"/>
              </a:lnTo>
              <a:lnTo>
                <a:pt x="1623979" y="38650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C82769-0AF7-44FA-86F2-E264A7AA01D1}">
      <dsp:nvSpPr>
        <dsp:cNvPr id="0" name=""/>
        <dsp:cNvSpPr/>
      </dsp:nvSpPr>
      <dsp:spPr>
        <a:xfrm>
          <a:off x="2387358" y="846047"/>
          <a:ext cx="1664120" cy="386506"/>
        </a:xfrm>
        <a:custGeom>
          <a:avLst/>
          <a:gdLst/>
          <a:ahLst/>
          <a:cxnLst/>
          <a:rect l="0" t="0" r="0" b="0"/>
          <a:pathLst>
            <a:path>
              <a:moveTo>
                <a:pt x="1664120" y="0"/>
              </a:moveTo>
              <a:lnTo>
                <a:pt x="1664120" y="263392"/>
              </a:lnTo>
              <a:lnTo>
                <a:pt x="0" y="263392"/>
              </a:lnTo>
              <a:lnTo>
                <a:pt x="0" y="38650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E784C3-5707-4D95-81E3-69802AF605BA}">
      <dsp:nvSpPr>
        <dsp:cNvPr id="0" name=""/>
        <dsp:cNvSpPr/>
      </dsp:nvSpPr>
      <dsp:spPr>
        <a:xfrm>
          <a:off x="2535020" y="2156"/>
          <a:ext cx="3032916" cy="8438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F5431-96AF-4C34-B39E-FBEE6F4D9392}">
      <dsp:nvSpPr>
        <dsp:cNvPr id="0" name=""/>
        <dsp:cNvSpPr/>
      </dsp:nvSpPr>
      <dsp:spPr>
        <a:xfrm>
          <a:off x="2682683" y="142435"/>
          <a:ext cx="3032916" cy="84389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/>
            <a:t>Linear model</a:t>
          </a:r>
          <a:endParaRPr lang="en-US" sz="1600" kern="1200" dirty="0"/>
        </a:p>
      </dsp:txBody>
      <dsp:txXfrm>
        <a:off x="2707400" y="167152"/>
        <a:ext cx="2983482" cy="794456"/>
      </dsp:txXfrm>
    </dsp:sp>
    <dsp:sp modelId="{3284AD81-45C9-42A6-A07A-0AE561E2125E}">
      <dsp:nvSpPr>
        <dsp:cNvPr id="0" name=""/>
        <dsp:cNvSpPr/>
      </dsp:nvSpPr>
      <dsp:spPr>
        <a:xfrm>
          <a:off x="911041" y="1232553"/>
          <a:ext cx="2952634" cy="8438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4444-CD0B-4022-8231-42C82CD8BBB5}">
      <dsp:nvSpPr>
        <dsp:cNvPr id="0" name=""/>
        <dsp:cNvSpPr/>
      </dsp:nvSpPr>
      <dsp:spPr>
        <a:xfrm>
          <a:off x="1058703" y="1372833"/>
          <a:ext cx="2952634" cy="84389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/>
            <a:t>FFNN</a:t>
          </a:r>
          <a:endParaRPr lang="en-US" sz="1600" kern="1200" dirty="0"/>
        </a:p>
      </dsp:txBody>
      <dsp:txXfrm>
        <a:off x="1083420" y="1397550"/>
        <a:ext cx="2903200" cy="794456"/>
      </dsp:txXfrm>
    </dsp:sp>
    <dsp:sp modelId="{C864B6A1-3B1E-4EDC-B09E-3A41D8024851}">
      <dsp:nvSpPr>
        <dsp:cNvPr id="0" name=""/>
        <dsp:cNvSpPr/>
      </dsp:nvSpPr>
      <dsp:spPr>
        <a:xfrm>
          <a:off x="4159000" y="1232553"/>
          <a:ext cx="3032916" cy="8438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51865C-D224-497E-B1F7-706B91BC3094}">
      <dsp:nvSpPr>
        <dsp:cNvPr id="0" name=""/>
        <dsp:cNvSpPr/>
      </dsp:nvSpPr>
      <dsp:spPr>
        <a:xfrm>
          <a:off x="4306662" y="1372833"/>
          <a:ext cx="3032916" cy="84389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/>
            <a:t>Base NNUE</a:t>
          </a:r>
          <a:endParaRPr lang="en-US" sz="1600" kern="1200" dirty="0"/>
        </a:p>
      </dsp:txBody>
      <dsp:txXfrm>
        <a:off x="4331379" y="1397550"/>
        <a:ext cx="2983482" cy="794456"/>
      </dsp:txXfrm>
    </dsp:sp>
    <dsp:sp modelId="{02ADEBF8-B56F-49D9-9826-6FB0F525A038}">
      <dsp:nvSpPr>
        <dsp:cNvPr id="0" name=""/>
        <dsp:cNvSpPr/>
      </dsp:nvSpPr>
      <dsp:spPr>
        <a:xfrm>
          <a:off x="4159000" y="2462950"/>
          <a:ext cx="3032916" cy="8438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5E925F-F4A3-46C3-BCFA-84B6E2542749}">
      <dsp:nvSpPr>
        <dsp:cNvPr id="0" name=""/>
        <dsp:cNvSpPr/>
      </dsp:nvSpPr>
      <dsp:spPr>
        <a:xfrm>
          <a:off x="4306662" y="2603230"/>
          <a:ext cx="3032916" cy="84389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/>
            <a:t>NNUE </a:t>
          </a:r>
          <a:r>
            <a:rPr lang="it-IT" sz="1600" kern="1200" dirty="0" err="1"/>
            <a:t>MoE</a:t>
          </a:r>
          <a:endParaRPr lang="en-US" sz="1600" kern="1200" dirty="0"/>
        </a:p>
      </dsp:txBody>
      <dsp:txXfrm>
        <a:off x="4331379" y="2627947"/>
        <a:ext cx="2983482" cy="794456"/>
      </dsp:txXfrm>
    </dsp:sp>
    <dsp:sp modelId="{3EF3F154-565B-4916-B495-CDEF2A6BC655}">
      <dsp:nvSpPr>
        <dsp:cNvPr id="0" name=""/>
        <dsp:cNvSpPr/>
      </dsp:nvSpPr>
      <dsp:spPr>
        <a:xfrm>
          <a:off x="830758" y="3693348"/>
          <a:ext cx="3032916" cy="8438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0A79A4-B2CF-419A-93EF-C34614EEC700}">
      <dsp:nvSpPr>
        <dsp:cNvPr id="0" name=""/>
        <dsp:cNvSpPr/>
      </dsp:nvSpPr>
      <dsp:spPr>
        <a:xfrm>
          <a:off x="978421" y="3833627"/>
          <a:ext cx="3032916" cy="84389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/>
            <a:t>NNUE </a:t>
          </a:r>
          <a:r>
            <a:rPr lang="it-IT" sz="1600" kern="1200" dirty="0" err="1"/>
            <a:t>MoE</a:t>
          </a:r>
          <a:r>
            <a:rPr lang="it-IT" sz="1600" kern="1200" dirty="0"/>
            <a:t> – L1 clustering</a:t>
          </a:r>
          <a:endParaRPr lang="en-US" sz="1600" kern="1200" dirty="0"/>
        </a:p>
      </dsp:txBody>
      <dsp:txXfrm>
        <a:off x="1003138" y="3858344"/>
        <a:ext cx="2983482" cy="794456"/>
      </dsp:txXfrm>
    </dsp:sp>
    <dsp:sp modelId="{78E42B3D-3BA4-46A7-B27D-C8E75E0C6D67}">
      <dsp:nvSpPr>
        <dsp:cNvPr id="0" name=""/>
        <dsp:cNvSpPr/>
      </dsp:nvSpPr>
      <dsp:spPr>
        <a:xfrm>
          <a:off x="830758" y="4923745"/>
          <a:ext cx="3032916" cy="843890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354974-5E74-4C24-95A2-B3A729DF768B}">
      <dsp:nvSpPr>
        <dsp:cNvPr id="0" name=""/>
        <dsp:cNvSpPr/>
      </dsp:nvSpPr>
      <dsp:spPr>
        <a:xfrm>
          <a:off x="978421" y="5064024"/>
          <a:ext cx="3032916" cy="84389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/>
            <a:t>KITSUNE</a:t>
          </a:r>
          <a:endParaRPr lang="en-US" sz="1600" kern="1200" dirty="0"/>
        </a:p>
      </dsp:txBody>
      <dsp:txXfrm>
        <a:off x="1003138" y="5088741"/>
        <a:ext cx="2983482" cy="794456"/>
      </dsp:txXfrm>
    </dsp:sp>
    <dsp:sp modelId="{2A900703-8AC1-454F-B68C-A5A4BBA8C753}">
      <dsp:nvSpPr>
        <dsp:cNvPr id="0" name=""/>
        <dsp:cNvSpPr/>
      </dsp:nvSpPr>
      <dsp:spPr>
        <a:xfrm>
          <a:off x="4159000" y="3693348"/>
          <a:ext cx="3032916" cy="843890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61B0CE-9FAE-42F3-B7F6-2433992698DD}">
      <dsp:nvSpPr>
        <dsp:cNvPr id="0" name=""/>
        <dsp:cNvSpPr/>
      </dsp:nvSpPr>
      <dsp:spPr>
        <a:xfrm>
          <a:off x="4306662" y="3833627"/>
          <a:ext cx="3032916" cy="84389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/>
            <a:t>NNUE </a:t>
          </a:r>
          <a:r>
            <a:rPr lang="it-IT" sz="1600" kern="1200" dirty="0" err="1"/>
            <a:t>MoE</a:t>
          </a:r>
          <a:r>
            <a:rPr lang="it-IT" sz="1600" kern="1200" dirty="0"/>
            <a:t> – sample </a:t>
          </a:r>
          <a:r>
            <a:rPr lang="it-IT" sz="1600" kern="1200" dirty="0" err="1"/>
            <a:t>gradient</a:t>
          </a:r>
          <a:r>
            <a:rPr lang="it-IT" sz="1600" kern="1200" dirty="0"/>
            <a:t> clustering</a:t>
          </a:r>
          <a:endParaRPr lang="en-US" sz="1600" kern="1200" dirty="0"/>
        </a:p>
      </dsp:txBody>
      <dsp:txXfrm>
        <a:off x="4331379" y="3858344"/>
        <a:ext cx="2983482" cy="794456"/>
      </dsp:txXfrm>
    </dsp:sp>
    <dsp:sp modelId="{FCC55326-7EF3-450A-8F34-72FC08F30B3A}">
      <dsp:nvSpPr>
        <dsp:cNvPr id="0" name=""/>
        <dsp:cNvSpPr/>
      </dsp:nvSpPr>
      <dsp:spPr>
        <a:xfrm>
          <a:off x="7487242" y="3693348"/>
          <a:ext cx="3032916" cy="84389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DA191E-9D61-487F-9033-5DCE9E63597A}">
      <dsp:nvSpPr>
        <dsp:cNvPr id="0" name=""/>
        <dsp:cNvSpPr/>
      </dsp:nvSpPr>
      <dsp:spPr>
        <a:xfrm>
          <a:off x="7634904" y="3833627"/>
          <a:ext cx="3032916" cy="84389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/>
            <a:t>NNUE </a:t>
          </a:r>
          <a:r>
            <a:rPr lang="it-IT" sz="1600" kern="1200" dirty="0" err="1"/>
            <a:t>MoE</a:t>
          </a:r>
          <a:r>
            <a:rPr lang="it-IT" sz="1600" kern="1200" dirty="0"/>
            <a:t> – </a:t>
          </a:r>
          <a:r>
            <a:rPr lang="it-IT" sz="1600" kern="1200" dirty="0" err="1"/>
            <a:t>piece-count</a:t>
          </a:r>
          <a:r>
            <a:rPr lang="it-IT" sz="1600" kern="1200" dirty="0"/>
            <a:t> clustering</a:t>
          </a:r>
          <a:endParaRPr lang="en-US" sz="1600" kern="1200" dirty="0"/>
        </a:p>
      </dsp:txBody>
      <dsp:txXfrm>
        <a:off x="7659621" y="3858344"/>
        <a:ext cx="2983482" cy="7944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D2FD7-17A6-4AA6-B1CE-D6634C5E4505}">
      <dsp:nvSpPr>
        <dsp:cNvPr id="0" name=""/>
        <dsp:cNvSpPr/>
      </dsp:nvSpPr>
      <dsp:spPr>
        <a:xfrm>
          <a:off x="-3910803" y="-600492"/>
          <a:ext cx="4660828" cy="466082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55CCE0-E827-4B86-861E-A5749FC2AD16}">
      <dsp:nvSpPr>
        <dsp:cNvPr id="0" name=""/>
        <dsp:cNvSpPr/>
      </dsp:nvSpPr>
      <dsp:spPr>
        <a:xfrm>
          <a:off x="482327" y="345984"/>
          <a:ext cx="5240367" cy="691968"/>
        </a:xfrm>
        <a:prstGeom prst="rect">
          <a:avLst/>
        </a:prstGeom>
        <a:solidFill>
          <a:schemeClr val="bg1">
            <a:lumMod val="85000"/>
          </a:schemeClr>
        </a:solidFill>
        <a:ln w="19050" cap="flat" cmpd="sng" algn="ctr">
          <a:solidFill>
            <a:schemeClr val="bg1">
              <a:lumMod val="8500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49250" tIns="35560" rIns="35560" bIns="3556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solidFill>
                <a:schemeClr val="tx1"/>
              </a:solidFill>
            </a:rPr>
            <a:t>Some </a:t>
          </a:r>
          <a:r>
            <a:rPr lang="it-IT" sz="1400" kern="1200" dirty="0" err="1">
              <a:solidFill>
                <a:schemeClr val="tx1"/>
              </a:solidFill>
            </a:rPr>
            <a:t>partitions</a:t>
          </a:r>
          <a:r>
            <a:rPr lang="it-IT" sz="1400" kern="1200" dirty="0">
              <a:solidFill>
                <a:schemeClr val="tx1"/>
              </a:solidFill>
            </a:rPr>
            <a:t> produce </a:t>
          </a:r>
          <a:r>
            <a:rPr lang="it-IT" sz="1400" b="1" kern="1200" dirty="0" err="1">
              <a:solidFill>
                <a:schemeClr val="tx1"/>
              </a:solidFill>
            </a:rPr>
            <a:t>very</a:t>
          </a:r>
          <a:r>
            <a:rPr lang="it-IT" sz="1400" b="1" kern="1200" dirty="0">
              <a:solidFill>
                <a:schemeClr val="tx1"/>
              </a:solidFill>
            </a:rPr>
            <a:t> </a:t>
          </a:r>
          <a:r>
            <a:rPr lang="it-IT" sz="1400" b="1" kern="1200" dirty="0" err="1">
              <a:solidFill>
                <a:schemeClr val="tx1"/>
              </a:solidFill>
            </a:rPr>
            <a:t>effective</a:t>
          </a:r>
          <a:r>
            <a:rPr lang="it-IT" sz="1400" b="1" kern="1200" dirty="0">
              <a:solidFill>
                <a:schemeClr val="tx1"/>
              </a:solidFill>
            </a:rPr>
            <a:t> </a:t>
          </a:r>
          <a:r>
            <a:rPr lang="it-IT" sz="1400" b="1" kern="1200" dirty="0" err="1">
              <a:solidFill>
                <a:schemeClr val="tx1"/>
              </a:solidFill>
            </a:rPr>
            <a:t>experts</a:t>
          </a:r>
          <a:endParaRPr lang="en-US" sz="1400" b="1" kern="1200" dirty="0">
            <a:solidFill>
              <a:schemeClr val="tx1"/>
            </a:solidFill>
          </a:endParaRPr>
        </a:p>
      </dsp:txBody>
      <dsp:txXfrm>
        <a:off x="482327" y="345984"/>
        <a:ext cx="5240367" cy="691968"/>
      </dsp:txXfrm>
    </dsp:sp>
    <dsp:sp modelId="{DD1F8BB0-EA66-40BA-BFF5-2CA3595E2806}">
      <dsp:nvSpPr>
        <dsp:cNvPr id="0" name=""/>
        <dsp:cNvSpPr/>
      </dsp:nvSpPr>
      <dsp:spPr>
        <a:xfrm>
          <a:off x="49847" y="259488"/>
          <a:ext cx="864960" cy="86496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DE1B80-D7AF-4304-8F07-3111B0D8AE05}">
      <dsp:nvSpPr>
        <dsp:cNvPr id="0" name=""/>
        <dsp:cNvSpPr/>
      </dsp:nvSpPr>
      <dsp:spPr>
        <a:xfrm>
          <a:off x="733858" y="1383937"/>
          <a:ext cx="4988837" cy="691968"/>
        </a:xfrm>
        <a:prstGeom prst="rect">
          <a:avLst/>
        </a:prstGeom>
        <a:solidFill>
          <a:schemeClr val="bg1">
            <a:lumMod val="8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49250" tIns="35560" rIns="35560" bIns="3556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solidFill>
                <a:schemeClr val="tx1"/>
              </a:solidFill>
            </a:rPr>
            <a:t>Many </a:t>
          </a:r>
          <a:r>
            <a:rPr lang="it-IT" sz="1400" kern="1200" dirty="0" err="1">
              <a:solidFill>
                <a:schemeClr val="tx1"/>
              </a:solidFill>
            </a:rPr>
            <a:t>partitions</a:t>
          </a:r>
          <a:r>
            <a:rPr lang="it-IT" sz="1400" kern="1200" dirty="0">
              <a:solidFill>
                <a:schemeClr val="tx1"/>
              </a:solidFill>
            </a:rPr>
            <a:t> produce </a:t>
          </a:r>
          <a:r>
            <a:rPr lang="it-IT" sz="1400" b="1" kern="1200" dirty="0" err="1">
              <a:solidFill>
                <a:schemeClr val="tx1"/>
              </a:solidFill>
            </a:rPr>
            <a:t>modest</a:t>
          </a:r>
          <a:r>
            <a:rPr lang="it-IT" sz="1400" b="1" kern="1200" dirty="0">
              <a:solidFill>
                <a:schemeClr val="tx1"/>
              </a:solidFill>
            </a:rPr>
            <a:t> </a:t>
          </a:r>
          <a:r>
            <a:rPr lang="it-IT" sz="1400" b="1" kern="1200" dirty="0" err="1">
              <a:solidFill>
                <a:schemeClr val="tx1"/>
              </a:solidFill>
            </a:rPr>
            <a:t>improvements</a:t>
          </a:r>
          <a:endParaRPr lang="en-US" sz="1400" b="1" kern="1200" dirty="0">
            <a:solidFill>
              <a:schemeClr val="tx1"/>
            </a:solidFill>
          </a:endParaRPr>
        </a:p>
      </dsp:txBody>
      <dsp:txXfrm>
        <a:off x="733858" y="1383937"/>
        <a:ext cx="4988837" cy="691968"/>
      </dsp:txXfrm>
    </dsp:sp>
    <dsp:sp modelId="{52A5448B-6F90-4A2D-924A-7275D19FDBE6}">
      <dsp:nvSpPr>
        <dsp:cNvPr id="0" name=""/>
        <dsp:cNvSpPr/>
      </dsp:nvSpPr>
      <dsp:spPr>
        <a:xfrm>
          <a:off x="301377" y="1297441"/>
          <a:ext cx="864960" cy="86496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4F83AF-9758-48A3-9805-AE9EB9DBF52D}">
      <dsp:nvSpPr>
        <dsp:cNvPr id="0" name=""/>
        <dsp:cNvSpPr/>
      </dsp:nvSpPr>
      <dsp:spPr>
        <a:xfrm>
          <a:off x="482327" y="2421890"/>
          <a:ext cx="5240367" cy="691968"/>
        </a:xfrm>
        <a:prstGeom prst="rect">
          <a:avLst/>
        </a:prstGeom>
        <a:solidFill>
          <a:schemeClr val="bg1">
            <a:lumMod val="8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49250" tIns="35560" rIns="35560" bIns="3556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solidFill>
                <a:schemeClr val="tx1"/>
              </a:solidFill>
            </a:rPr>
            <a:t>The </a:t>
          </a:r>
          <a:r>
            <a:rPr lang="it-IT" sz="1400" kern="1200" dirty="0" err="1">
              <a:solidFill>
                <a:schemeClr val="tx1"/>
              </a:solidFill>
            </a:rPr>
            <a:t>depth</a:t>
          </a:r>
          <a:r>
            <a:rPr lang="it-IT" sz="1400" kern="1200" dirty="0">
              <a:solidFill>
                <a:schemeClr val="tx1"/>
              </a:solidFill>
            </a:rPr>
            <a:t> of the </a:t>
          </a:r>
          <a:r>
            <a:rPr lang="it-IT" sz="1400" b="1" kern="1200" dirty="0" err="1">
              <a:solidFill>
                <a:schemeClr val="tx1"/>
              </a:solidFill>
            </a:rPr>
            <a:t>loss</a:t>
          </a:r>
          <a:r>
            <a:rPr lang="it-IT" sz="1400" b="1" kern="1200" dirty="0">
              <a:solidFill>
                <a:schemeClr val="tx1"/>
              </a:solidFill>
            </a:rPr>
            <a:t> </a:t>
          </a:r>
          <a:r>
            <a:rPr lang="it-IT" sz="1400" b="1" kern="1200" dirty="0" err="1">
              <a:solidFill>
                <a:schemeClr val="tx1"/>
              </a:solidFill>
            </a:rPr>
            <a:t>basen</a:t>
          </a:r>
          <a:r>
            <a:rPr lang="it-IT" sz="1400" b="1" kern="1200" dirty="0">
              <a:solidFill>
                <a:schemeClr val="tx1"/>
              </a:solidFill>
            </a:rPr>
            <a:t> </a:t>
          </a:r>
          <a:r>
            <a:rPr lang="it-IT" sz="1400" kern="1200" dirty="0" err="1">
              <a:solidFill>
                <a:schemeClr val="tx1"/>
              </a:solidFill>
            </a:rPr>
            <a:t>is</a:t>
          </a:r>
          <a:r>
            <a:rPr lang="it-IT" sz="1400" kern="1200" dirty="0">
              <a:solidFill>
                <a:schemeClr val="tx1"/>
              </a:solidFill>
            </a:rPr>
            <a:t> </a:t>
          </a:r>
          <a:r>
            <a:rPr lang="it-IT" sz="1400" kern="1200" dirty="0" err="1">
              <a:solidFill>
                <a:schemeClr val="tx1"/>
              </a:solidFill>
            </a:rPr>
            <a:t>rougly</a:t>
          </a:r>
          <a:r>
            <a:rPr lang="it-IT" sz="1400" kern="1200" dirty="0">
              <a:solidFill>
                <a:schemeClr val="tx1"/>
              </a:solidFill>
            </a:rPr>
            <a:t> </a:t>
          </a:r>
          <a:r>
            <a:rPr lang="it-IT" sz="1400" kern="1200" dirty="0" err="1">
              <a:solidFill>
                <a:schemeClr val="tx1"/>
              </a:solidFill>
            </a:rPr>
            <a:t>proportional</a:t>
          </a:r>
          <a:r>
            <a:rPr lang="it-IT" sz="1400" kern="1200" dirty="0">
              <a:solidFill>
                <a:schemeClr val="tx1"/>
              </a:solidFill>
            </a:rPr>
            <a:t> to the </a:t>
          </a:r>
          <a:r>
            <a:rPr lang="it-IT" sz="1400" kern="1200" dirty="0" err="1">
              <a:solidFill>
                <a:schemeClr val="tx1"/>
              </a:solidFill>
            </a:rPr>
            <a:t>initial</a:t>
          </a:r>
          <a:r>
            <a:rPr lang="it-IT" sz="1400" kern="1200" dirty="0">
              <a:solidFill>
                <a:schemeClr val="tx1"/>
              </a:solidFill>
            </a:rPr>
            <a:t> </a:t>
          </a:r>
          <a:r>
            <a:rPr lang="it-IT" sz="1400" kern="1200" dirty="0" err="1">
              <a:solidFill>
                <a:schemeClr val="tx1"/>
              </a:solidFill>
            </a:rPr>
            <a:t>magnitude</a:t>
          </a:r>
          <a:r>
            <a:rPr lang="it-IT" sz="1400" kern="1200" dirty="0">
              <a:solidFill>
                <a:schemeClr val="tx1"/>
              </a:solidFill>
            </a:rPr>
            <a:t> of the </a:t>
          </a:r>
          <a:r>
            <a:rPr lang="it-IT" sz="1400" b="1" kern="1200" dirty="0" err="1">
              <a:solidFill>
                <a:schemeClr val="tx1"/>
              </a:solidFill>
            </a:rPr>
            <a:t>gradient</a:t>
          </a:r>
          <a:endParaRPr lang="en-US" sz="1400" b="1" kern="1200" dirty="0">
            <a:solidFill>
              <a:schemeClr val="tx1"/>
            </a:solidFill>
          </a:endParaRPr>
        </a:p>
      </dsp:txBody>
      <dsp:txXfrm>
        <a:off x="482327" y="2421890"/>
        <a:ext cx="5240367" cy="691968"/>
      </dsp:txXfrm>
    </dsp:sp>
    <dsp:sp modelId="{4644D4AE-7AA4-462A-8947-2AB341901E3C}">
      <dsp:nvSpPr>
        <dsp:cNvPr id="0" name=""/>
        <dsp:cNvSpPr/>
      </dsp:nvSpPr>
      <dsp:spPr>
        <a:xfrm>
          <a:off x="49847" y="2335394"/>
          <a:ext cx="864960" cy="86496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#1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0814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74B31-C540-D9FE-CB65-7205F6744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F24D70-95B8-9EC6-5C14-D44AC1EF9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588191-CC4D-5C5E-7C64-58029883A2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A06D80-9D99-CCDF-71E4-B6601BD1E3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24975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1C548-0A76-0B6C-4318-A2927F524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3F8F4-1A6F-A1AE-3024-1BCCAD310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ADC035-D845-88E1-D942-3D0AC1CB0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C1D0FF-8183-5BF0-2749-556AA7DB6C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0633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C2A65-A992-82E2-3297-BE90773D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96D08-1589-4D4B-9F25-EEB15B0F9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190090-D3E2-DEC1-7D39-FEC572DE0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754628-B01A-45CB-0E90-FED795500C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3025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9.jpg"/><Relationship Id="rId7" Type="http://schemas.openxmlformats.org/officeDocument/2006/relationships/diagramColors" Target="../diagrams/colors4.xm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1051560" y="475488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14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 DEFENSE   ·   UNIVERSITY OF TRIESTE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0972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Unsupervised State Bucketing</a:t>
            </a:r>
            <a:endParaRPr lang="en-US" sz="3600" dirty="0"/>
          </a:p>
          <a:p>
            <a:pPr marL="0" indent="0">
              <a:buNone/>
            </a:pPr>
            <a:r>
              <a:rPr lang="en-US" sz="3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Mixture-of-Experts in</a:t>
            </a:r>
            <a:endParaRPr lang="en-US" sz="3600" dirty="0"/>
          </a:p>
          <a:p>
            <a:pPr marL="0" indent="0">
              <a:buNone/>
            </a:pPr>
            <a:r>
              <a:rPr lang="en-US" sz="3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Resource-Constrained Chess Engines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4069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E7D3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 tiny chess engine choose the right expert?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507492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Data Science and Artificial Intelligence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Alessio Ansuini    ·    Co-supervisor: Marco Zennaro, ICTP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EFFICIENTLY UPDATABLE NEURAL NETWORK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Big Picture: AI on the Edge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is the shared first-layer representation throughout.  Thesis Fig. 1.1.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/  15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EFEB7C-BDEB-B02F-2685-D826D27C4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A6E834F-9E2F-3B6D-8E2B-D5D044ECA7AE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EFFICIENTLY UPDATABLE NEURAL NETWORK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E2A571-9AD3-FC67-408E-703A56552B1C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NNUE updates only the changed features</a:t>
            </a:r>
            <a:endParaRPr lang="en-US"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8DFDF9-C7EC-8CE9-BE80-21C68C4C58D1}"/>
              </a:ext>
            </a:extLst>
          </p:cNvPr>
          <p:cNvSpPr/>
          <p:nvPr/>
        </p:nvSpPr>
        <p:spPr>
          <a:xfrm>
            <a:off x="502920" y="155448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FB6FC31-668B-7B15-E620-9E1AEDFC097E}"/>
              </a:ext>
            </a:extLst>
          </p:cNvPr>
          <p:cNvSpPr/>
          <p:nvPr/>
        </p:nvSpPr>
        <p:spPr>
          <a:xfrm>
            <a:off x="392430" y="140335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922BA7C-9C35-08AA-ACF8-0BE6076EF493}"/>
              </a:ext>
            </a:extLst>
          </p:cNvPr>
          <p:cNvSpPr/>
          <p:nvPr/>
        </p:nvSpPr>
        <p:spPr>
          <a:xfrm>
            <a:off x="392430" y="140335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2C84FFD-35DA-26B3-5BD7-F610DA9DF76B}"/>
              </a:ext>
            </a:extLst>
          </p:cNvPr>
          <p:cNvSpPr/>
          <p:nvPr/>
        </p:nvSpPr>
        <p:spPr>
          <a:xfrm>
            <a:off x="758952" y="2468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move touches few inputs</a:t>
            </a:r>
            <a:endParaRPr lang="en-US" sz="2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FBC6B94-3F8D-FEE1-8B70-90A394FB9DA6}"/>
              </a:ext>
            </a:extLst>
          </p:cNvPr>
          <p:cNvSpPr/>
          <p:nvPr/>
        </p:nvSpPr>
        <p:spPr>
          <a:xfrm>
            <a:off x="758952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844 board features, only the squares that change are active.</a:t>
            </a:r>
            <a:endParaRPr lang="en-US" sz="15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B3A539A-ABC7-2632-A9FE-204374E0F866}"/>
              </a:ext>
            </a:extLst>
          </p:cNvPr>
          <p:cNvSpPr/>
          <p:nvPr/>
        </p:nvSpPr>
        <p:spPr>
          <a:xfrm>
            <a:off x="4297680" y="155448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F59579C-E59F-BCCD-3053-77B7E8EB88E7}"/>
              </a:ext>
            </a:extLst>
          </p:cNvPr>
          <p:cNvSpPr/>
          <p:nvPr/>
        </p:nvSpPr>
        <p:spPr>
          <a:xfrm>
            <a:off x="4187190" y="140335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CBA5853-D55E-D551-6F04-3A190F842405}"/>
              </a:ext>
            </a:extLst>
          </p:cNvPr>
          <p:cNvSpPr/>
          <p:nvPr/>
        </p:nvSpPr>
        <p:spPr>
          <a:xfrm>
            <a:off x="4187190" y="140335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B92A4B7-88FC-6154-BF27-7C4D5A31AC12}"/>
              </a:ext>
            </a:extLst>
          </p:cNvPr>
          <p:cNvSpPr/>
          <p:nvPr/>
        </p:nvSpPr>
        <p:spPr>
          <a:xfrm>
            <a:off x="4553712" y="2468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 the accumulator</a:t>
            </a:r>
            <a:endParaRPr lang="en-US" sz="20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0989D01-B2E2-E2BB-D2B3-A720D6B622EC}"/>
              </a:ext>
            </a:extLst>
          </p:cNvPr>
          <p:cNvSpPr/>
          <p:nvPr/>
        </p:nvSpPr>
        <p:spPr>
          <a:xfrm>
            <a:off x="4553712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removed features and add the new ones. The rest stays.</a:t>
            </a:r>
            <a:endParaRPr lang="en-US" sz="15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BF071D5-6969-4D4D-943E-BCD832162611}"/>
              </a:ext>
            </a:extLst>
          </p:cNvPr>
          <p:cNvSpPr/>
          <p:nvPr/>
        </p:nvSpPr>
        <p:spPr>
          <a:xfrm>
            <a:off x="8092440" y="155448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1F8C6A7-FCFF-6388-C6C0-DB49B32E3A5F}"/>
              </a:ext>
            </a:extLst>
          </p:cNvPr>
          <p:cNvSpPr/>
          <p:nvPr/>
        </p:nvSpPr>
        <p:spPr>
          <a:xfrm>
            <a:off x="7981950" y="140335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785F51B-711F-01BB-25F6-F7D663A5ABAD}"/>
              </a:ext>
            </a:extLst>
          </p:cNvPr>
          <p:cNvSpPr/>
          <p:nvPr/>
        </p:nvSpPr>
        <p:spPr>
          <a:xfrm>
            <a:off x="7981950" y="140335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AF40003-DCAD-4E21-1AEC-D399CB9FCA78}"/>
              </a:ext>
            </a:extLst>
          </p:cNvPr>
          <p:cNvSpPr/>
          <p:nvPr/>
        </p:nvSpPr>
        <p:spPr>
          <a:xfrm>
            <a:off x="8348472" y="2468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Reuse it on the next node</a:t>
            </a:r>
            <a:endParaRPr lang="en-US" sz="20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C53E39A-CAEA-C35D-69C9-E2AFB7F7EACA}"/>
              </a:ext>
            </a:extLst>
          </p:cNvPr>
          <p:cNvSpPr/>
          <p:nvPr/>
        </p:nvSpPr>
        <p:spPr>
          <a:xfrm>
            <a:off x="8348472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L1 accumulator persists across moves, so evaluation stays cheap.</a:t>
            </a:r>
            <a:endParaRPr lang="en-US" sz="15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E1A1A0E-CFC4-2151-C315-C2765876B101}"/>
              </a:ext>
            </a:extLst>
          </p:cNvPr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CC96FC3-A988-3196-8620-F86BDBB87CF1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is the shared first-layer representation throughout.  Thesis Fig. 1.1.</a:t>
            </a:r>
            <a:endParaRPr lang="en-US" sz="11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5EFC4A-6C2D-5AC5-E8C4-89FD7BE1428D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/  15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83435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E09752-A920-9A82-4685-D7CAE5A93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704" y="638018"/>
            <a:ext cx="8039509" cy="5581964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C95104BE-B518-6938-1BB7-8CA74566BE3F}"/>
              </a:ext>
            </a:extLst>
          </p:cNvPr>
          <p:cNvSpPr/>
          <p:nvPr/>
        </p:nvSpPr>
        <p:spPr>
          <a:xfrm>
            <a:off x="502920" y="512064"/>
            <a:ext cx="1115568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Architecture </a:t>
            </a:r>
          </a:p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base NNUE</a:t>
            </a:r>
            <a:endParaRPr lang="en-US" sz="30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323C5D57-8D62-B184-028E-963904A62939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31430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C1C6D9-F8F0-3A4E-5C4D-937E76CD1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7569" y="0"/>
            <a:ext cx="6024431" cy="6858000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CCBF9FF-0368-9C8A-D8D7-012F57FAD51C}"/>
              </a:ext>
            </a:extLst>
          </p:cNvPr>
          <p:cNvSpPr/>
          <p:nvPr/>
        </p:nvSpPr>
        <p:spPr>
          <a:xfrm>
            <a:off x="502920" y="512064"/>
            <a:ext cx="1115568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Architecture </a:t>
            </a:r>
          </a:p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base NNUE</a:t>
            </a:r>
            <a:endParaRPr lang="en-US" sz="3000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C477485D-5057-36B7-31A0-8AE129CD29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1694343"/>
              </p:ext>
            </p:extLst>
          </p:nvPr>
        </p:nvGraphicFramePr>
        <p:xfrm>
          <a:off x="-61949" y="2122998"/>
          <a:ext cx="5428857" cy="37221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A7201789-B109-609C-A4CA-C462915E5FF6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940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3CEA8A-3F01-CB76-E004-5A0F4A907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7569" y="0"/>
            <a:ext cx="6024432" cy="6858000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A26CB7C0-58B4-944B-329E-FE45CCF371CE}"/>
              </a:ext>
            </a:extLst>
          </p:cNvPr>
          <p:cNvSpPr/>
          <p:nvPr/>
        </p:nvSpPr>
        <p:spPr>
          <a:xfrm>
            <a:off x="502920" y="512064"/>
            <a:ext cx="1115568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Architecture </a:t>
            </a:r>
          </a:p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</a:t>
            </a:r>
            <a:r>
              <a:rPr lang="en-US" sz="3000" dirty="0" err="1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MoE</a:t>
            </a: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NNUE</a:t>
            </a:r>
            <a:endParaRPr lang="en-US" sz="3000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4F908927-66AE-0CA6-693E-7D92552C21A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6898211"/>
              </p:ext>
            </p:extLst>
          </p:nvPr>
        </p:nvGraphicFramePr>
        <p:xfrm>
          <a:off x="-60960" y="2101662"/>
          <a:ext cx="5428857" cy="37221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2488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BCC67AA7-D2AB-6923-A030-7A877185ADF7}"/>
              </a:ext>
            </a:extLst>
          </p:cNvPr>
          <p:cNvSpPr txBox="1"/>
          <p:nvPr/>
        </p:nvSpPr>
        <p:spPr>
          <a:xfrm>
            <a:off x="6006262" y="509964"/>
            <a:ext cx="60045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dirty="0"/>
              <a:t>Number </a:t>
            </a:r>
          </a:p>
          <a:p>
            <a:pPr algn="ctr"/>
            <a:r>
              <a:rPr lang="it-IT" sz="4000" dirty="0"/>
              <a:t>of </a:t>
            </a:r>
            <a:r>
              <a:rPr lang="it-IT" sz="4000" dirty="0" err="1"/>
              <a:t>parameters</a:t>
            </a:r>
            <a:endParaRPr lang="en-US" sz="4000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05A13E90-9CE7-ABF2-7876-A755060C0325}"/>
              </a:ext>
            </a:extLst>
          </p:cNvPr>
          <p:cNvGrpSpPr/>
          <p:nvPr/>
        </p:nvGrpSpPr>
        <p:grpSpPr>
          <a:xfrm>
            <a:off x="1084055" y="807721"/>
            <a:ext cx="9888746" cy="5582106"/>
            <a:chOff x="1660277" y="1280963"/>
            <a:chExt cx="7723524" cy="5009803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7B07348-775D-6582-99C4-80709320AB50}"/>
                </a:ext>
              </a:extLst>
            </p:cNvPr>
            <p:cNvSpPr/>
            <p:nvPr/>
          </p:nvSpPr>
          <p:spPr>
            <a:xfrm>
              <a:off x="3464344" y="3524251"/>
              <a:ext cx="750517" cy="1339229"/>
            </a:xfrm>
            <a:prstGeom prst="roundRect">
              <a:avLst/>
            </a:prstGeom>
            <a:gradFill>
              <a:gsLst>
                <a:gs pos="0">
                  <a:srgbClr val="00B050"/>
                </a:gs>
                <a:gs pos="100000">
                  <a:srgbClr val="009242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0C790A8-3009-00FF-EF8B-EB70AC8258D0}"/>
                </a:ext>
              </a:extLst>
            </p:cNvPr>
            <p:cNvSpPr/>
            <p:nvPr/>
          </p:nvSpPr>
          <p:spPr>
            <a:xfrm>
              <a:off x="4322855" y="3530253"/>
              <a:ext cx="750517" cy="1339229"/>
            </a:xfrm>
            <a:prstGeom prst="roundRect">
              <a:avLst/>
            </a:prstGeom>
            <a:gradFill>
              <a:gsLst>
                <a:gs pos="0">
                  <a:srgbClr val="00B050"/>
                </a:gs>
                <a:gs pos="100000">
                  <a:srgbClr val="009242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7979C785-5755-9DBD-DC60-2550AE00089A}"/>
                </a:ext>
              </a:extLst>
            </p:cNvPr>
            <p:cNvSpPr/>
            <p:nvPr/>
          </p:nvSpPr>
          <p:spPr>
            <a:xfrm>
              <a:off x="1740903" y="3530253"/>
              <a:ext cx="750517" cy="1339229"/>
            </a:xfrm>
            <a:prstGeom prst="roundRect">
              <a:avLst/>
            </a:prstGeom>
            <a:gradFill>
              <a:gsLst>
                <a:gs pos="0">
                  <a:srgbClr val="00B050"/>
                </a:gs>
                <a:gs pos="100000">
                  <a:srgbClr val="009242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E7DBD41-3175-BF6D-2ED4-186F305FC560}"/>
                </a:ext>
              </a:extLst>
            </p:cNvPr>
            <p:cNvSpPr/>
            <p:nvPr/>
          </p:nvSpPr>
          <p:spPr>
            <a:xfrm>
              <a:off x="1741434" y="4907583"/>
              <a:ext cx="750517" cy="1071796"/>
            </a:xfrm>
            <a:prstGeom prst="roundRect">
              <a:avLst/>
            </a:prstGeom>
            <a:gradFill>
              <a:gsLst>
                <a:gs pos="0">
                  <a:srgbClr val="0070C0"/>
                </a:gs>
                <a:gs pos="100000">
                  <a:srgbClr val="0060A8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236EC6C-178F-CA46-6B22-11920A7FDE66}"/>
                </a:ext>
              </a:extLst>
            </p:cNvPr>
            <p:cNvSpPr/>
            <p:nvPr/>
          </p:nvSpPr>
          <p:spPr>
            <a:xfrm>
              <a:off x="1755723" y="1280963"/>
              <a:ext cx="750517" cy="2163564"/>
            </a:xfrm>
            <a:prstGeom prst="roundRect">
              <a:avLst/>
            </a:prstGeom>
            <a:gradFill>
              <a:gsLst>
                <a:gs pos="0">
                  <a:srgbClr val="FFCE33"/>
                </a:gs>
                <a:gs pos="100000">
                  <a:srgbClr val="FFC301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A7A2630-7684-ED9A-D5ED-F571B990955F}"/>
                </a:ext>
              </a:extLst>
            </p:cNvPr>
            <p:cNvSpPr txBox="1"/>
            <p:nvPr/>
          </p:nvSpPr>
          <p:spPr>
            <a:xfrm>
              <a:off x="1660277" y="5257292"/>
              <a:ext cx="920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>
                  <a:solidFill>
                    <a:schemeClr val="bg1"/>
                  </a:solidFill>
                </a:rPr>
                <a:t>216k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771511E-FCA0-E5D2-037A-8D532A579BF7}"/>
                </a:ext>
              </a:extLst>
            </p:cNvPr>
            <p:cNvSpPr txBox="1"/>
            <p:nvPr/>
          </p:nvSpPr>
          <p:spPr>
            <a:xfrm>
              <a:off x="1664449" y="3998295"/>
              <a:ext cx="920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dirty="0"/>
                <a:t>263k</a:t>
              </a:r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F261FBA-806E-8158-966B-6F08F9231610}"/>
                </a:ext>
              </a:extLst>
            </p:cNvPr>
            <p:cNvSpPr txBox="1"/>
            <p:nvPr/>
          </p:nvSpPr>
          <p:spPr>
            <a:xfrm>
              <a:off x="1670607" y="2204063"/>
              <a:ext cx="9207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dirty="0"/>
                <a:t>432k</a:t>
              </a:r>
              <a:endParaRPr lang="en-US" sz="2000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66BA4DB-82CF-9225-AA63-24A87EE3E6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79085" y="2154606"/>
              <a:ext cx="920750" cy="455692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2D3547E-8126-B908-BBAD-50E9FD38EC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8439" y="3044112"/>
              <a:ext cx="674740" cy="678289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CC72B30-6A76-0B99-69D1-123E574500C3}"/>
                </a:ext>
              </a:extLst>
            </p:cNvPr>
            <p:cNvSpPr txBox="1"/>
            <p:nvPr/>
          </p:nvSpPr>
          <p:spPr>
            <a:xfrm>
              <a:off x="2824372" y="5194986"/>
              <a:ext cx="15167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Base </a:t>
              </a:r>
              <a:r>
                <a:rPr lang="it-IT" sz="2000" dirty="0"/>
                <a:t>model</a:t>
              </a:r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560403B-204D-C595-4028-C78EFF2B4761}"/>
                </a:ext>
              </a:extLst>
            </p:cNvPr>
            <p:cNvSpPr txBox="1"/>
            <p:nvPr/>
          </p:nvSpPr>
          <p:spPr>
            <a:xfrm>
              <a:off x="3109655" y="1752687"/>
              <a:ext cx="28280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noProof="0" dirty="0"/>
                <a:t>Dispatcher</a:t>
              </a:r>
              <a:r>
                <a:rPr lang="it-IT" dirty="0"/>
                <a:t> (512 classes)</a:t>
              </a:r>
              <a:endParaRPr lang="en-US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9FE18A5-D04A-5BB1-5636-0C6CCD6D9BF7}"/>
                </a:ext>
              </a:extLst>
            </p:cNvPr>
            <p:cNvSpPr txBox="1"/>
            <p:nvPr/>
          </p:nvSpPr>
          <p:spPr>
            <a:xfrm>
              <a:off x="4456396" y="2674780"/>
              <a:ext cx="22497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 err="1"/>
                <a:t>Experts</a:t>
              </a:r>
              <a:r>
                <a:rPr lang="it-IT" dirty="0"/>
                <a:t> (L2 = 256)</a:t>
              </a:r>
              <a:endParaRPr lang="en-US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A75ADF9-8E2A-3D5B-14EA-ACBE0D28BD98}"/>
                </a:ext>
              </a:extLst>
            </p:cNvPr>
            <p:cNvCxnSpPr>
              <a:cxnSpLocks/>
            </p:cNvCxnSpPr>
            <p:nvPr/>
          </p:nvCxnSpPr>
          <p:spPr>
            <a:xfrm>
              <a:off x="2514198" y="5546377"/>
              <a:ext cx="1647207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3FAA577-4198-55DA-CD5D-E7A6B5CF0708}"/>
                </a:ext>
              </a:extLst>
            </p:cNvPr>
            <p:cNvCxnSpPr>
              <a:cxnSpLocks/>
            </p:cNvCxnSpPr>
            <p:nvPr/>
          </p:nvCxnSpPr>
          <p:spPr>
            <a:xfrm>
              <a:off x="3265433" y="2160956"/>
              <a:ext cx="1229858" cy="1111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2F7D05E-81A4-F4DA-B59A-B5C05C643450}"/>
                </a:ext>
              </a:extLst>
            </p:cNvPr>
            <p:cNvCxnSpPr>
              <a:cxnSpLocks/>
            </p:cNvCxnSpPr>
            <p:nvPr/>
          </p:nvCxnSpPr>
          <p:spPr>
            <a:xfrm>
              <a:off x="4646829" y="3044112"/>
              <a:ext cx="1229858" cy="1111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29CA351-39C5-3B3C-CB0C-71C0A01CB919}"/>
                </a:ext>
              </a:extLst>
            </p:cNvPr>
            <p:cNvSpPr txBox="1"/>
            <p:nvPr/>
          </p:nvSpPr>
          <p:spPr>
            <a:xfrm>
              <a:off x="2869254" y="5921434"/>
              <a:ext cx="24555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dirty="0"/>
                <a:t>Accumulator (L1 = 128)</a:t>
              </a:r>
              <a:endParaRPr lang="en-US" sz="2000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43717EB-302E-D7F2-4C75-568F77F33B07}"/>
                </a:ext>
              </a:extLst>
            </p:cNvPr>
            <p:cNvCxnSpPr>
              <a:cxnSpLocks/>
            </p:cNvCxnSpPr>
            <p:nvPr/>
          </p:nvCxnSpPr>
          <p:spPr>
            <a:xfrm>
              <a:off x="2863923" y="6272825"/>
              <a:ext cx="1631368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B77387D6-316B-4FD2-BAB9-C7894E80E9C6}"/>
                </a:ext>
              </a:extLst>
            </p:cNvPr>
            <p:cNvSpPr/>
            <p:nvPr/>
          </p:nvSpPr>
          <p:spPr>
            <a:xfrm>
              <a:off x="2604278" y="3530808"/>
              <a:ext cx="750517" cy="1339229"/>
            </a:xfrm>
            <a:prstGeom prst="roundRect">
              <a:avLst/>
            </a:prstGeom>
            <a:gradFill>
              <a:gsLst>
                <a:gs pos="0">
                  <a:srgbClr val="00B050"/>
                </a:gs>
                <a:gs pos="100000">
                  <a:srgbClr val="009242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7251674-4EB4-C4C4-F030-1AFEAB38C0E3}"/>
                </a:ext>
              </a:extLst>
            </p:cNvPr>
            <p:cNvSpPr/>
            <p:nvPr/>
          </p:nvSpPr>
          <p:spPr>
            <a:xfrm>
              <a:off x="5186230" y="3530808"/>
              <a:ext cx="750517" cy="1339229"/>
            </a:xfrm>
            <a:prstGeom prst="roundRect">
              <a:avLst/>
            </a:prstGeom>
            <a:gradFill>
              <a:gsLst>
                <a:gs pos="0">
                  <a:srgbClr val="00B050"/>
                </a:gs>
                <a:gs pos="100000">
                  <a:srgbClr val="009242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2EB510A-BF7C-9AB9-2DCA-35BE79095B6D}"/>
                </a:ext>
              </a:extLst>
            </p:cNvPr>
            <p:cNvSpPr/>
            <p:nvPr/>
          </p:nvSpPr>
          <p:spPr>
            <a:xfrm>
              <a:off x="6046296" y="3524251"/>
              <a:ext cx="750517" cy="1339229"/>
            </a:xfrm>
            <a:prstGeom prst="roundRect">
              <a:avLst/>
            </a:prstGeom>
            <a:gradFill>
              <a:gsLst>
                <a:gs pos="0">
                  <a:srgbClr val="00B050"/>
                </a:gs>
                <a:gs pos="100000">
                  <a:srgbClr val="009242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FF985C3-1135-4C1A-FD7B-5E86A13840C4}"/>
                </a:ext>
              </a:extLst>
            </p:cNvPr>
            <p:cNvSpPr/>
            <p:nvPr/>
          </p:nvSpPr>
          <p:spPr>
            <a:xfrm>
              <a:off x="6909843" y="3522633"/>
              <a:ext cx="750517" cy="1339229"/>
            </a:xfrm>
            <a:prstGeom prst="roundRect">
              <a:avLst/>
            </a:prstGeom>
            <a:gradFill>
              <a:gsLst>
                <a:gs pos="0">
                  <a:srgbClr val="00B050"/>
                </a:gs>
                <a:gs pos="100000">
                  <a:srgbClr val="009242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87C032B3-4D6C-E6EA-FE8C-70B2996B98EA}"/>
                </a:ext>
              </a:extLst>
            </p:cNvPr>
            <p:cNvSpPr/>
            <p:nvPr/>
          </p:nvSpPr>
          <p:spPr>
            <a:xfrm>
              <a:off x="7773218" y="3523188"/>
              <a:ext cx="750517" cy="1339229"/>
            </a:xfrm>
            <a:prstGeom prst="roundRect">
              <a:avLst/>
            </a:prstGeom>
            <a:gradFill>
              <a:gsLst>
                <a:gs pos="0">
                  <a:srgbClr val="00B050"/>
                </a:gs>
                <a:gs pos="100000">
                  <a:srgbClr val="009242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52A88F5-79E3-1F8B-FEAE-AB7928CD9405}"/>
                </a:ext>
              </a:extLst>
            </p:cNvPr>
            <p:cNvSpPr/>
            <p:nvPr/>
          </p:nvSpPr>
          <p:spPr>
            <a:xfrm>
              <a:off x="8633284" y="3516631"/>
              <a:ext cx="750517" cy="1339229"/>
            </a:xfrm>
            <a:prstGeom prst="roundRect">
              <a:avLst/>
            </a:prstGeom>
            <a:gradFill>
              <a:gsLst>
                <a:gs pos="0">
                  <a:srgbClr val="00B050"/>
                </a:gs>
                <a:gs pos="100000">
                  <a:srgbClr val="009242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2D9ABB9-68D6-93AB-AE8D-78BFF4C699E1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16" y="5851352"/>
              <a:ext cx="639519" cy="423552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51507210-9A9A-BCC9-708B-84FDE456687A}"/>
                </a:ext>
              </a:extLst>
            </p:cNvPr>
            <p:cNvSpPr/>
            <p:nvPr/>
          </p:nvSpPr>
          <p:spPr>
            <a:xfrm>
              <a:off x="1724585" y="3521282"/>
              <a:ext cx="780851" cy="2458097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031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MIXTURE OF EXPERTS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accumulator, one selected expert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844 features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62072" y="2212848"/>
            <a:ext cx="475488" cy="256032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42900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2900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L1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2044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88152" y="2212848"/>
            <a:ext cx="475488" cy="256032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5508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5508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Dispatcher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one head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714232" y="2212848"/>
            <a:ext cx="475488" cy="256032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28116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28116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 head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37260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WDL output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34747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3474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1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971800" y="34747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E4E1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971800" y="3474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2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40680" y="34747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40680" y="3474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K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2920" y="448056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stores several small heads. At inference, L1 activations select one of them. The others stay in memory and do not run.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routing, thesis §§3.3–3.4. Extra experts still cost memory.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/  15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234BCC6-39B9-47D9-8BF8-C665401A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521489-F3A9-932B-D5F6-1BCB3DC734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44" r="-2" b="12679"/>
          <a:stretch>
            <a:fillRect/>
          </a:stretch>
        </p:blipFill>
        <p:spPr>
          <a:xfrm>
            <a:off x="4883025" y="10"/>
            <a:ext cx="7308975" cy="3364982"/>
          </a:xfrm>
          <a:custGeom>
            <a:avLst/>
            <a:gdLst/>
            <a:ahLst/>
            <a:cxnLst/>
            <a:rect l="l" t="t" r="r" b="b"/>
            <a:pathLst>
              <a:path w="7308975" h="3364992">
                <a:moveTo>
                  <a:pt x="0" y="0"/>
                </a:moveTo>
                <a:lnTo>
                  <a:pt x="7308975" y="0"/>
                </a:lnTo>
                <a:lnTo>
                  <a:pt x="7308975" y="3364992"/>
                </a:lnTo>
                <a:lnTo>
                  <a:pt x="1210305" y="3364992"/>
                </a:lnTo>
                <a:lnTo>
                  <a:pt x="1192705" y="2943200"/>
                </a:lnTo>
                <a:cubicBezTo>
                  <a:pt x="1098874" y="1825108"/>
                  <a:pt x="684692" y="821621"/>
                  <a:pt x="62981" y="69271"/>
                </a:cubicBezTo>
                <a:close/>
              </a:path>
            </a:pathLst>
          </a:cu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6CB3A7-D470-265C-887C-CB3914986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0" r="-2" b="14943"/>
          <a:stretch>
            <a:fillRect/>
          </a:stretch>
        </p:blipFill>
        <p:spPr>
          <a:xfrm>
            <a:off x="4883025" y="3493008"/>
            <a:ext cx="7308975" cy="3364992"/>
          </a:xfrm>
          <a:custGeom>
            <a:avLst/>
            <a:gdLst/>
            <a:ahLst/>
            <a:cxnLst/>
            <a:rect l="l" t="t" r="r" b="b"/>
            <a:pathLst>
              <a:path w="7308975" h="3364992">
                <a:moveTo>
                  <a:pt x="1210305" y="0"/>
                </a:moveTo>
                <a:lnTo>
                  <a:pt x="7308975" y="0"/>
                </a:lnTo>
                <a:lnTo>
                  <a:pt x="7308975" y="3364992"/>
                </a:lnTo>
                <a:lnTo>
                  <a:pt x="0" y="3364992"/>
                </a:lnTo>
                <a:lnTo>
                  <a:pt x="62981" y="3295722"/>
                </a:lnTo>
                <a:cubicBezTo>
                  <a:pt x="684692" y="2543371"/>
                  <a:pt x="1098874" y="1539884"/>
                  <a:pt x="1192705" y="421793"/>
                </a:cubicBezTo>
                <a:close/>
              </a:path>
            </a:pathLst>
          </a:custGeom>
        </p:spPr>
      </p:pic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72A9CE9D-DAC3-40AF-B504-78A64A909F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001" cy="6858000"/>
          </a:xfrm>
          <a:custGeom>
            <a:avLst/>
            <a:gdLst>
              <a:gd name="connsiteX0" fmla="*/ 0 w 6096001"/>
              <a:gd name="connsiteY0" fmla="*/ 0 h 6858000"/>
              <a:gd name="connsiteX1" fmla="*/ 4883024 w 6096001"/>
              <a:gd name="connsiteY1" fmla="*/ 0 h 6858000"/>
              <a:gd name="connsiteX2" fmla="*/ 4946006 w 6096001"/>
              <a:gd name="connsiteY2" fmla="*/ 69271 h 6858000"/>
              <a:gd name="connsiteX3" fmla="*/ 6096001 w 6096001"/>
              <a:gd name="connsiteY3" fmla="*/ 3429000 h 6858000"/>
              <a:gd name="connsiteX4" fmla="*/ 4946006 w 6096001"/>
              <a:gd name="connsiteY4" fmla="*/ 6788730 h 6858000"/>
              <a:gd name="connsiteX5" fmla="*/ 4883024 w 6096001"/>
              <a:gd name="connsiteY5" fmla="*/ 6858000 h 6858000"/>
              <a:gd name="connsiteX6" fmla="*/ 0 w 60960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1" h="6858000">
                <a:moveTo>
                  <a:pt x="0" y="0"/>
                </a:moveTo>
                <a:lnTo>
                  <a:pt x="4883024" y="0"/>
                </a:lnTo>
                <a:lnTo>
                  <a:pt x="4946006" y="69271"/>
                </a:lnTo>
                <a:cubicBezTo>
                  <a:pt x="5656532" y="929100"/>
                  <a:pt x="6096001" y="2116944"/>
                  <a:pt x="6096001" y="3429000"/>
                </a:cubicBezTo>
                <a:cubicBezTo>
                  <a:pt x="6096001" y="4741056"/>
                  <a:pt x="5656532" y="5928900"/>
                  <a:pt x="4946006" y="6788730"/>
                </a:cubicBezTo>
                <a:lnTo>
                  <a:pt x="4883024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506D7452-6CDE-4381-86CE-07B2459383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6087332" cy="6858000"/>
          </a:xfrm>
          <a:custGeom>
            <a:avLst/>
            <a:gdLst>
              <a:gd name="connsiteX0" fmla="*/ 0 w 6087332"/>
              <a:gd name="connsiteY0" fmla="*/ 0 h 6858000"/>
              <a:gd name="connsiteX1" fmla="*/ 4874355 w 6087332"/>
              <a:gd name="connsiteY1" fmla="*/ 0 h 6858000"/>
              <a:gd name="connsiteX2" fmla="*/ 4937337 w 6087332"/>
              <a:gd name="connsiteY2" fmla="*/ 69271 h 6858000"/>
              <a:gd name="connsiteX3" fmla="*/ 6087332 w 6087332"/>
              <a:gd name="connsiteY3" fmla="*/ 3429000 h 6858000"/>
              <a:gd name="connsiteX4" fmla="*/ 4937337 w 6087332"/>
              <a:gd name="connsiteY4" fmla="*/ 6788730 h 6858000"/>
              <a:gd name="connsiteX5" fmla="*/ 4874355 w 6087332"/>
              <a:gd name="connsiteY5" fmla="*/ 6858000 h 6858000"/>
              <a:gd name="connsiteX6" fmla="*/ 0 w 608733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7332" h="6858000">
                <a:moveTo>
                  <a:pt x="0" y="0"/>
                </a:moveTo>
                <a:lnTo>
                  <a:pt x="4874355" y="0"/>
                </a:lnTo>
                <a:lnTo>
                  <a:pt x="4937337" y="69271"/>
                </a:lnTo>
                <a:cubicBezTo>
                  <a:pt x="5647863" y="929100"/>
                  <a:pt x="6087332" y="2116944"/>
                  <a:pt x="6087332" y="3429000"/>
                </a:cubicBezTo>
                <a:cubicBezTo>
                  <a:pt x="6087332" y="4741056"/>
                  <a:pt x="5647863" y="5928900"/>
                  <a:pt x="4937337" y="6788730"/>
                </a:cubicBezTo>
                <a:lnTo>
                  <a:pt x="487435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F844C38F-AAE4-E3B6-F5B1-D133F2FF08E9}"/>
              </a:ext>
            </a:extLst>
          </p:cNvPr>
          <p:cNvSpPr/>
          <p:nvPr/>
        </p:nvSpPr>
        <p:spPr>
          <a:xfrm>
            <a:off x="438912" y="1524659"/>
            <a:ext cx="5019074" cy="27740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Clustering 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Sample Gradients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2DA937-8B55-4317-BD32-98D7AF30E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67989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venir Next LT Pro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2EE5A8-045B-4D39-8ED1-51333408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098" y="4461119"/>
            <a:ext cx="501907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0">
            <a:extLst>
              <a:ext uri="{FF2B5EF4-FFF2-40B4-BE49-F238E27FC236}">
                <a16:creationId xmlns:a16="http://schemas.microsoft.com/office/drawing/2014/main" id="{D412775D-1740-80B2-F699-414C7DF40425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AMPLE GRADIENTS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16000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SPECIALIZATION SIGNALS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Bucketing defines each expert’s task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83112" cy="3246120"/>
        </p:xfrm>
        <a:graphic>
          <a:graphicData uri="http://schemas.openxmlformats.org/drawingml/2006/table">
            <a:tbl>
              <a:tblPr/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Bucket signal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Groups positions by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online?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 count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hand-designed game-phase proxy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 fixed rule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activations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hidden representations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already computed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gradients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updates of the head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needs the teacher WDL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Jointly learned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end-to-end routing objective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after 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92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describes the position. Gradients describe how the head should change.</a:t>
            </a:r>
            <a:endParaRPr lang="en-US" sz="1800" dirty="0"/>
          </a:p>
        </p:txBody>
      </p:sp>
      <p:sp>
        <p:nvSpPr>
          <p:cNvPr id="4" name="Shape 3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§3.3.  Per-sample head gradient uses the teacher target, which is unknown at play time.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/  15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DISTILLATION AND HELD-OUT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and evaluation protocol</a:t>
            </a:r>
            <a:endParaRPr lang="en-US" sz="30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3883E35-13C9-D48B-8FA6-BCD4740063AA}"/>
              </a:ext>
            </a:extLst>
          </p:cNvPr>
          <p:cNvGrpSpPr/>
          <p:nvPr/>
        </p:nvGrpSpPr>
        <p:grpSpPr>
          <a:xfrm>
            <a:off x="480060" y="1409700"/>
            <a:ext cx="5577840" cy="1531620"/>
            <a:chOff x="502920" y="1463040"/>
            <a:chExt cx="5577840" cy="1531620"/>
          </a:xfrm>
        </p:grpSpPr>
        <p:sp>
          <p:nvSpPr>
            <p:cNvPr id="4" name="Shape 2"/>
            <p:cNvSpPr/>
            <p:nvPr/>
          </p:nvSpPr>
          <p:spPr>
            <a:xfrm>
              <a:off x="502920" y="1463040"/>
              <a:ext cx="5577840" cy="1531620"/>
            </a:xfrm>
            <a:prstGeom prst="roundRect">
              <a:avLst>
                <a:gd name="adj" fmla="val 4103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 3"/>
            <p:cNvSpPr/>
            <p:nvPr/>
          </p:nvSpPr>
          <p:spPr>
            <a:xfrm>
              <a:off x="777240" y="1691640"/>
              <a:ext cx="5029200" cy="549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150M</a:t>
              </a:r>
              <a:endParaRPr lang="en-US" sz="32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7240" y="2423160"/>
              <a:ext cx="5029200" cy="431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Training positions, mainly from Lichess.</a:t>
              </a:r>
              <a:endParaRPr lang="en-US" sz="160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BA1A80A-3CEB-63F6-635B-3E473E92C4E0}"/>
              </a:ext>
            </a:extLst>
          </p:cNvPr>
          <p:cNvGrpSpPr/>
          <p:nvPr/>
        </p:nvGrpSpPr>
        <p:grpSpPr>
          <a:xfrm>
            <a:off x="480060" y="3048000"/>
            <a:ext cx="5577840" cy="1531620"/>
            <a:chOff x="502920" y="3101340"/>
            <a:chExt cx="5577840" cy="1531620"/>
          </a:xfrm>
        </p:grpSpPr>
        <p:sp>
          <p:nvSpPr>
            <p:cNvPr id="10" name="Shape 8"/>
            <p:cNvSpPr/>
            <p:nvPr/>
          </p:nvSpPr>
          <p:spPr>
            <a:xfrm>
              <a:off x="502920" y="3101340"/>
              <a:ext cx="5577840" cy="1531620"/>
            </a:xfrm>
            <a:prstGeom prst="roundRect">
              <a:avLst>
                <a:gd name="adj" fmla="val 4103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777240" y="3329940"/>
              <a:ext cx="5029200" cy="549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l-GR" sz="320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~</a:t>
              </a:r>
              <a:r>
                <a:rPr lang="en-US" sz="320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7M </a:t>
              </a:r>
              <a:endParaRPr lang="en-US" sz="3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77240" y="4061460"/>
              <a:ext cx="5029200" cy="431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it-IT" sz="160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</a:t>
              </a:r>
              <a:r>
                <a:rPr lang="en-US" sz="1600" dirty="0" err="1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ositions</a:t>
              </a:r>
              <a:r>
                <a:rPr lang="en-US" sz="160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to overcome overfitting.</a:t>
              </a:r>
              <a:endParaRPr lang="en-US" sz="160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2AC59F5-8370-E760-B68A-1EC0447FCD3F}"/>
              </a:ext>
            </a:extLst>
          </p:cNvPr>
          <p:cNvGrpSpPr/>
          <p:nvPr/>
        </p:nvGrpSpPr>
        <p:grpSpPr>
          <a:xfrm>
            <a:off x="476250" y="4701540"/>
            <a:ext cx="5577840" cy="1531620"/>
            <a:chOff x="499110" y="4754880"/>
            <a:chExt cx="5577840" cy="1531620"/>
          </a:xfrm>
        </p:grpSpPr>
        <p:sp>
          <p:nvSpPr>
            <p:cNvPr id="13" name="Shape 11"/>
            <p:cNvSpPr/>
            <p:nvPr/>
          </p:nvSpPr>
          <p:spPr>
            <a:xfrm>
              <a:off x="499110" y="4754880"/>
              <a:ext cx="5577840" cy="1531620"/>
            </a:xfrm>
            <a:prstGeom prst="roundRect">
              <a:avLst>
                <a:gd name="adj" fmla="val 4103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30" y="4983480"/>
              <a:ext cx="5029200" cy="549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175k</a:t>
              </a:r>
              <a:endParaRPr lang="en-US" sz="32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3430" y="5715000"/>
              <a:ext cx="5029200" cy="431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Parameters in the biggest NNUE.</a:t>
              </a:r>
              <a:endParaRPr lang="en-US" sz="1600" dirty="0"/>
            </a:p>
          </p:txBody>
        </p:sp>
      </p:grpSp>
      <p:sp>
        <p:nvSpPr>
          <p:cNvPr id="16" name="Shape 1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Lc0 supplies win / draw / loss targets. Lower cross-entropy is closer to the teacher. CE is not Elo.  §§4.1–4.2, 5.1, 5.5.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/  15</a:t>
            </a:r>
            <a:endParaRPr lang="en-US" sz="11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396D6E6-F6E3-6E33-C7CE-FD858AE562B2}"/>
              </a:ext>
            </a:extLst>
          </p:cNvPr>
          <p:cNvGrpSpPr/>
          <p:nvPr/>
        </p:nvGrpSpPr>
        <p:grpSpPr>
          <a:xfrm>
            <a:off x="6256020" y="1624525"/>
            <a:ext cx="5715000" cy="4253132"/>
            <a:chOff x="6355080" y="1280160"/>
            <a:chExt cx="5715000" cy="4253132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1E9DDCE-6BF1-5EC2-2C6A-623753775D76}"/>
                </a:ext>
              </a:extLst>
            </p:cNvPr>
            <p:cNvSpPr/>
            <p:nvPr/>
          </p:nvSpPr>
          <p:spPr>
            <a:xfrm>
              <a:off x="6355080" y="1280160"/>
              <a:ext cx="5715000" cy="4253132"/>
            </a:xfrm>
            <a:prstGeom prst="roundRect">
              <a:avLst>
                <a:gd name="adj" fmla="val 6634"/>
              </a:avLst>
            </a:prstGeom>
            <a:solidFill>
              <a:srgbClr val="FFFFFF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82BE6CA0-5D3A-5483-673B-079BC0D10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4209" y="1567785"/>
              <a:ext cx="5336321" cy="374640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2C8DA9E-AB07-B2C8-22BF-9A4A57097E4F}"/>
              </a:ext>
            </a:extLst>
          </p:cNvPr>
          <p:cNvSpPr/>
          <p:nvPr/>
        </p:nvSpPr>
        <p:spPr>
          <a:xfrm>
            <a:off x="7780020" y="512064"/>
            <a:ext cx="435864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the Architectures </a:t>
            </a:r>
          </a:p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we Tried</a:t>
            </a:r>
            <a:endParaRPr lang="en-US" sz="30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F383B5-2FAF-1FEE-CCFA-B63145D5EC19}"/>
              </a:ext>
            </a:extLst>
          </p:cNvPr>
          <p:cNvGrpSpPr/>
          <p:nvPr/>
        </p:nvGrpSpPr>
        <p:grpSpPr>
          <a:xfrm>
            <a:off x="342900" y="512064"/>
            <a:ext cx="11498580" cy="5910072"/>
            <a:chOff x="3723640" y="597408"/>
            <a:chExt cx="6807200" cy="5824728"/>
          </a:xfrm>
        </p:grpSpPr>
        <p:graphicFrame>
          <p:nvGraphicFramePr>
            <p:cNvPr id="6" name="Diagram 5">
              <a:extLst>
                <a:ext uri="{FF2B5EF4-FFF2-40B4-BE49-F238E27FC236}">
                  <a16:creationId xmlns:a16="http://schemas.microsoft.com/office/drawing/2014/main" id="{F8C695A6-1CEA-5916-8325-B2305CB2167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963199612"/>
                </p:ext>
              </p:extLst>
            </p:nvPr>
          </p:nvGraphicFramePr>
          <p:xfrm>
            <a:off x="3723640" y="597408"/>
            <a:ext cx="6807200" cy="582472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EA473EA-41D8-3203-0A1B-31E85E325B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5971" y="5207097"/>
              <a:ext cx="914400" cy="815340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0">
            <a:extLst>
              <a:ext uri="{FF2B5EF4-FFF2-40B4-BE49-F238E27FC236}">
                <a16:creationId xmlns:a16="http://schemas.microsoft.com/office/drawing/2014/main" id="{16E49DDF-965C-708C-6835-8DE87C771F33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779788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Gradients form more separated clusters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at K = 8, each score measured in its own representation.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212080" cy="3063240"/>
          </a:xfrm>
          <a:prstGeom prst="roundRect">
            <a:avLst>
              <a:gd name="adj" fmla="val 2388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0.191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gradients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separated of the three signals.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0" y="1783080"/>
            <a:ext cx="5742432" cy="3063240"/>
          </a:xfrm>
          <a:prstGeom prst="roundRect">
            <a:avLst>
              <a:gd name="adj" fmla="val 2388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172200" y="20574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0.003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172200" y="32461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activations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72200" y="37947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 silhouette. Easy to draw, little separation.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is not the same as a better expert or a usable router.  Table 5.2; gradient UMAP in Fig. 5.3.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/  15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L1 INPUT, SAME MLP DISPATCHER, EIGHT BUCKETS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 buckets are hard to recover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buckets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83280" y="1737360"/>
            <a:ext cx="6675120" cy="384048"/>
          </a:xfrm>
          <a:prstGeom prst="roundRect">
            <a:avLst>
              <a:gd name="adj" fmla="val 14286"/>
            </a:avLst>
          </a:prstGeom>
          <a:solidFill>
            <a:srgbClr val="EAE3D5"/>
          </a:solidFill>
          <a:ln w="12700">
            <a:solidFill>
              <a:srgbClr val="EAE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383280" y="1737360"/>
            <a:ext cx="6541618" cy="384048"/>
          </a:xfrm>
          <a:prstGeom prst="roundRect">
            <a:avLst>
              <a:gd name="adj" fmla="val 14286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95560" y="1691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98.0%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3108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buckets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83280" y="3154680"/>
            <a:ext cx="6675120" cy="384048"/>
          </a:xfrm>
          <a:prstGeom prst="roundRect">
            <a:avLst>
              <a:gd name="adj" fmla="val 14286"/>
            </a:avLst>
          </a:prstGeom>
          <a:solidFill>
            <a:srgbClr val="EAE3D5"/>
          </a:solidFill>
          <a:ln w="12700">
            <a:solidFill>
              <a:srgbClr val="EAE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83280" y="3154680"/>
            <a:ext cx="3504438" cy="384048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19556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52.5%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11183112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47365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45.5 percentage-point gap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51663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 signal that depends on the true value is difficult to infer from L1 alone.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5.6–5.7. MLP width 64, K = 8, 1M-position cache, 90/10 split. Clustering was fit before the split.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/  15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EXPERIMENTS, TEST CROSS-ENTROPY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Strong-base MoE gains are marginal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7452360" cy="3794760"/>
        </p:xfrm>
        <a:graphic>
          <a:graphicData uri="http://schemas.openxmlformats.org/drawingml/2006/table">
            <a:tbl>
              <a:tblPr/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NNUE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Piece-count MoE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L1-clustered hard MoE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Gradient-clustered hard MoE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Soft-gated MoE, top-2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417320"/>
            <a:ext cx="3502152" cy="3794760"/>
          </a:xfrm>
          <a:prstGeom prst="roundRect">
            <a:avLst>
              <a:gd name="adj" fmla="val 2089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366760" y="17373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−0.0003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412480" y="25603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observed change in CE.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34747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decisive improvement over the reference NNUE.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7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5.10–5.11, 50,000 held-out positions. Lower CE is better. These figures are not an Elo gain.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/  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5AB761-92A5-344B-0549-E2B8A6372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081" y="954860"/>
            <a:ext cx="5131407" cy="5091594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1DE506A3-CA3B-58E9-AEEE-3924ABDFC648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Last-minute Results…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1612147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GRADIENT-TRAINED EXPERTS, DIFFERENT SELECTION RULES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oracle exposes assignment headroom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0.6301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 dispatcher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run online.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2628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8056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0.6280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2628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Gradient-centroid proxy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2628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needs the teacher target.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244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32104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0.6005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32104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Minimum-loss oracle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2104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position goes to its best expert.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5.13. The single-head base is CE 0.6303. Centroid proxy and oracle both need the unavailable teacher target.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/  15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ON A MODEL THAT STILL HAS ROOM TO IMPROVE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 fine-tuning helps a weaker base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1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 ·  W64 / H128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0.6537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77240" y="3429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CE of the single evaluation head.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22392" cy="3246120"/>
          </a:xfrm>
          <a:prstGeom prst="roundRect">
            <a:avLst>
              <a:gd name="adj" fmla="val 2254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1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L1 EXPERTS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21945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0.6499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6537960" y="33832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dispatcher, longer fine-tuning.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reduction of 0.0038.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weaker base, not the strong reference.  §5.5.4, K = 4. The gain depends on the model and the training budget.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/  15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4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34DAFB-6AEA-2848-895F-DEC5804F4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0" y="3601567"/>
            <a:ext cx="5768340" cy="2926140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4309151-96D7-5B88-4A80-ED931B2C5361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 fine-tuning step</a:t>
            </a:r>
            <a:endParaRPr lang="en-US" sz="30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03E327-AC50-E0F7-8B21-BB00F287B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726566"/>
            <a:ext cx="5662458" cy="2529867"/>
          </a:xfrm>
          <a:prstGeom prst="rect">
            <a:avLst/>
          </a:prstGeom>
        </p:spPr>
      </p:pic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8EC97B4A-69B6-2CCF-8A88-A702FA3068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4700776"/>
              </p:ext>
            </p:extLst>
          </p:nvPr>
        </p:nvGraphicFramePr>
        <p:xfrm>
          <a:off x="502920" y="2019299"/>
          <a:ext cx="5768340" cy="34598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7490044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TWO-STAGE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stitches micro-buckets offline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73352"/>
            <a:ext cx="566928" cy="56692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673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25880" y="1417320"/>
            <a:ext cx="10360152" cy="1353312"/>
          </a:xfrm>
          <a:prstGeom prst="roundRect">
            <a:avLst>
              <a:gd name="adj" fmla="val 5405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554480" y="156362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Partition L1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00253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activation space into many small, convex micro-buckets.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3182112"/>
            <a:ext cx="566928" cy="5669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3182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25880" y="2926080"/>
            <a:ext cx="10360152" cy="1353312"/>
          </a:xfrm>
          <a:prstGeom prst="roundRect">
            <a:avLst>
              <a:gd name="adj" fmla="val 5405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554480" y="307238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Stitch offline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54480" y="351129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those buckets by their mean head gradient. This step never runs during play.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690872"/>
            <a:ext cx="566928" cy="56692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4690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25880" y="4434840"/>
            <a:ext cx="10360152" cy="1353312"/>
          </a:xfrm>
          <a:prstGeom prst="roundRect">
            <a:avLst>
              <a:gd name="adj" fmla="val 5405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554480" y="458114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the experts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502005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L1 regions can share one expert, then each head is fine-tuned.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§3.3.5. Schematic, not a plot of measured geometry. Gradients shape the experts; they are not an online feature.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/  15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 DEPLOYMENT PATH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inference needs no gradients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L1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updated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incrementally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9008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42900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5661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router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6616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Micro-bucket 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1616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5508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922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Static lookup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T[m]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4224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28116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head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41832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WDL output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3703320"/>
            <a:ext cx="11183112" cy="2331720"/>
          </a:xfrm>
          <a:prstGeom prst="roundRect">
            <a:avLst>
              <a:gd name="adj" fmla="val 3137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3931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online cost is a linear map plus a table lookup. Convex micro-buckets are what make that map enough.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77240" y="4800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routed mixture on the weaker base is measured. It does not require a gradient at play time.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§3.3.5. Router cost scales with L1 width and the micro-bucket count. The lookup itself is a fixed table.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/  15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BASE W64 / H128  ·  BASE CE 0.6537  ·  BEST SINGLE-STAGE L1 0.6499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matches that L1 result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E5EFE8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3898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4D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0.65043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mixture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848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16, two micro-buckets per expert. 0.0033 below the base, and 0.0005 higher than the best L1 run.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F3E4E1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9900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0.60234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34107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expert, own bucket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6850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4. A 7.85% reduction against the base CE. Factor 2 is already at 0.60571.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4805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45902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 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" y="50109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helping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52852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K = 16 the mixture rises to 0.65138 and the best expert to 0.60865.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280160"/>
          <a:ext cx="5989320" cy="47091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B′/K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 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expert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0.63726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0.64050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0.60234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5.16. Expert gain uses the full-base CE, not a same-bucket comparison. Strong-base KITSUNE, Elo, and nodes per second are still open.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/  15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65760"/>
            <a:ext cx="192024" cy="192024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484864" y="365760"/>
            <a:ext cx="192024" cy="1920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92840" y="557784"/>
            <a:ext cx="192024" cy="1920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84864" y="557784"/>
            <a:ext cx="192024" cy="192024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16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CONCLUSION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10972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Useful experts need</a:t>
            </a:r>
            <a:endParaRPr lang="en-US" sz="3400" dirty="0"/>
          </a:p>
          <a:p>
            <a:pPr marL="0" indent="0">
              <a:buNone/>
            </a:pPr>
            <a:r>
              <a:rPr lang="en-US" sz="34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cheap, reliable assignment.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94560" y="265176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 routes with L1 and a lookup. Gradients are used only while the buckets are stitched.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94560" y="352044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weaker base, routed CE 0.65043 matches the best single-stage L1 result, 0.6499.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94560" y="438912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head, on its own bucket, reaches 0.60234. Past four micro-buckets per expert, both numbers worsen.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2B3099-788A-57D6-B613-DCAA11634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12">
            <a:extLst>
              <a:ext uri="{FF2B5EF4-FFF2-40B4-BE49-F238E27FC236}">
                <a16:creationId xmlns:a16="http://schemas.microsoft.com/office/drawing/2014/main" id="{640BC7E9-8771-B28B-E215-C2DEF462E591}"/>
              </a:ext>
            </a:extLst>
          </p:cNvPr>
          <p:cNvSpPr/>
          <p:nvPr/>
        </p:nvSpPr>
        <p:spPr>
          <a:xfrm>
            <a:off x="3987800" y="2235200"/>
            <a:ext cx="4216400" cy="182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   </a:t>
            </a:r>
          </a:p>
          <a:p>
            <a:pPr marL="0" indent="0" algn="ctr">
              <a:buNone/>
            </a:pPr>
            <a:endParaRPr lang="en-US" sz="2800" i="1" dirty="0">
              <a:solidFill>
                <a:srgbClr val="F4EFE6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 algn="ctr">
              <a:buNone/>
            </a:pPr>
            <a:r>
              <a:rPr lang="en-US" sz="2800" i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A247DEB-04A7-F94F-3DDA-3B6B7E901070}"/>
              </a:ext>
            </a:extLst>
          </p:cNvPr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024039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E837AF-2E31-C0AC-017F-1A44B6326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13">
            <a:extLst>
              <a:ext uri="{FF2B5EF4-FFF2-40B4-BE49-F238E27FC236}">
                <a16:creationId xmlns:a16="http://schemas.microsoft.com/office/drawing/2014/main" id="{F05BB15B-3EAF-2FC5-0E2F-C0E4E4661519}"/>
              </a:ext>
            </a:extLst>
          </p:cNvPr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5235420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A9CCBA3-7541-70C1-DCD6-E444712154D7}"/>
              </a:ext>
            </a:extLst>
          </p:cNvPr>
          <p:cNvSpPr/>
          <p:nvPr/>
        </p:nvSpPr>
        <p:spPr>
          <a:xfrm>
            <a:off x="502920" y="512064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800" dirty="0">
                <a:solidFill>
                  <a:srgbClr val="0E1B2C"/>
                </a:solidFill>
                <a:latin typeface="Georgia" pitchFamily="34" charset="0"/>
              </a:rPr>
              <a:t>S</a:t>
            </a:r>
            <a:r>
              <a:rPr lang="en-US" sz="2800" dirty="0" err="1">
                <a:solidFill>
                  <a:srgbClr val="0E1B2C"/>
                </a:solidFill>
                <a:latin typeface="Georgia" pitchFamily="34" charset="0"/>
              </a:rPr>
              <a:t>ome</a:t>
            </a:r>
            <a:r>
              <a:rPr lang="en-US" sz="2800" dirty="0">
                <a:solidFill>
                  <a:srgbClr val="0E1B2C"/>
                </a:solidFill>
                <a:latin typeface="Georgia" pitchFamily="34" charset="0"/>
              </a:rPr>
              <a:t> more slides…</a:t>
            </a:r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E123FB-5D44-5B17-49C1-9CB7E76A1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942"/>
            <a:ext cx="6748758" cy="3703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E8C672-FA4D-3C70-66B1-617BF75CC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042" y="3574483"/>
            <a:ext cx="2879194" cy="2611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8685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DEPLOYMENT CONSTRAINT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Specialization must preserve search speed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627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120 MHz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23591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frequency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297680" y="1627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192 KB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3591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RAM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92440" y="1627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512 KB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275320" y="23591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flash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3246120"/>
            <a:ext cx="6903720" cy="2788920"/>
          </a:xfrm>
          <a:prstGeom prst="roundRect">
            <a:avLst>
              <a:gd name="adj" fmla="val 2623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3474720"/>
            <a:ext cx="6446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Alpha–beta search calls the evaluator over and over. A slower network can cost a ply of search, which often matters more than a small gain in the value itself.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" y="4983480"/>
            <a:ext cx="6446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Wio Terminal, ARM Cortex-M4.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589520" y="3246120"/>
            <a:ext cx="4096512" cy="2788920"/>
          </a:xfrm>
          <a:prstGeom prst="roundRect">
            <a:avLst>
              <a:gd name="adj" fmla="val 2623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818120" y="3456432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12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18120" y="38862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specialization improve the prediction inside this budget?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specifications, not measured deployment.  Thesis §4.8.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/  15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50A556FB-693B-428C-4C41-7A7C45397C72}"/>
              </a:ext>
            </a:extLst>
          </p:cNvPr>
          <p:cNvGrpSpPr/>
          <p:nvPr/>
        </p:nvGrpSpPr>
        <p:grpSpPr>
          <a:xfrm>
            <a:off x="6215667" y="1165614"/>
            <a:ext cx="4982641" cy="4526771"/>
            <a:chOff x="6096000" y="1010204"/>
            <a:chExt cx="4982641" cy="452677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9F8725D-979A-64FA-9C89-A323C9E79B03}"/>
                </a:ext>
              </a:extLst>
            </p:cNvPr>
            <p:cNvGrpSpPr/>
            <p:nvPr/>
          </p:nvGrpSpPr>
          <p:grpSpPr>
            <a:xfrm>
              <a:off x="6096000" y="1321025"/>
              <a:ext cx="4982641" cy="4215950"/>
              <a:chOff x="2387150" y="1278542"/>
              <a:chExt cx="4982641" cy="4215950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A4F4277-79B8-D2A1-D4EE-F17BB13C80F7}"/>
                  </a:ext>
                </a:extLst>
              </p:cNvPr>
              <p:cNvSpPr/>
              <p:nvPr/>
            </p:nvSpPr>
            <p:spPr>
              <a:xfrm>
                <a:off x="2387150" y="1278542"/>
                <a:ext cx="4982641" cy="4215950"/>
              </a:xfrm>
              <a:prstGeom prst="rect">
                <a:avLst/>
              </a:prstGeom>
              <a:solidFill>
                <a:srgbClr val="F4EFE6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Free-form: Shape 2">
                <a:extLst>
                  <a:ext uri="{FF2B5EF4-FFF2-40B4-BE49-F238E27FC236}">
                    <a16:creationId xmlns:a16="http://schemas.microsoft.com/office/drawing/2014/main" id="{5F5BD84E-73B9-5703-A068-03993BC204D4}"/>
                  </a:ext>
                </a:extLst>
              </p:cNvPr>
              <p:cNvSpPr/>
              <p:nvPr/>
            </p:nvSpPr>
            <p:spPr>
              <a:xfrm>
                <a:off x="2483892" y="1349860"/>
                <a:ext cx="2968388" cy="2149522"/>
              </a:xfrm>
              <a:custGeom>
                <a:avLst/>
                <a:gdLst>
                  <a:gd name="csX0" fmla="*/ 0 w 2968388"/>
                  <a:gd name="csY0" fmla="*/ 0 h 2149522"/>
                  <a:gd name="csX1" fmla="*/ 20472 w 2968388"/>
                  <a:gd name="csY1" fmla="*/ 2149522 h 2149522"/>
                  <a:gd name="csX2" fmla="*/ 2135875 w 2968388"/>
                  <a:gd name="csY2" fmla="*/ 1351128 h 2149522"/>
                  <a:gd name="csX3" fmla="*/ 2968388 w 2968388"/>
                  <a:gd name="csY3" fmla="*/ 27295 h 2149522"/>
                  <a:gd name="csX4" fmla="*/ 0 w 2968388"/>
                  <a:gd name="csY4" fmla="*/ 0 h 21495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68388" h="2149522">
                    <a:moveTo>
                      <a:pt x="0" y="0"/>
                    </a:moveTo>
                    <a:lnTo>
                      <a:pt x="20472" y="2149522"/>
                    </a:lnTo>
                    <a:lnTo>
                      <a:pt x="2135875" y="1351128"/>
                    </a:lnTo>
                    <a:lnTo>
                      <a:pt x="2968388" y="272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A00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" name="Free-form: Shape 4">
                <a:extLst>
                  <a:ext uri="{FF2B5EF4-FFF2-40B4-BE49-F238E27FC236}">
                    <a16:creationId xmlns:a16="http://schemas.microsoft.com/office/drawing/2014/main" id="{B5EF8B27-DB51-FA5F-0E3C-14AAF70438F6}"/>
                  </a:ext>
                </a:extLst>
              </p:cNvPr>
              <p:cNvSpPr/>
              <p:nvPr/>
            </p:nvSpPr>
            <p:spPr>
              <a:xfrm>
                <a:off x="2511188" y="2859206"/>
                <a:ext cx="2415654" cy="2497541"/>
              </a:xfrm>
              <a:custGeom>
                <a:avLst/>
                <a:gdLst>
                  <a:gd name="csX0" fmla="*/ 0 w 2415654"/>
                  <a:gd name="csY0" fmla="*/ 784747 h 2497541"/>
                  <a:gd name="csX1" fmla="*/ 13648 w 2415654"/>
                  <a:gd name="csY1" fmla="*/ 2497541 h 2497541"/>
                  <a:gd name="csX2" fmla="*/ 2415654 w 2415654"/>
                  <a:gd name="csY2" fmla="*/ 2483893 h 2497541"/>
                  <a:gd name="csX3" fmla="*/ 2163170 w 2415654"/>
                  <a:gd name="csY3" fmla="*/ 0 h 2497541"/>
                  <a:gd name="csX4" fmla="*/ 0 w 2415654"/>
                  <a:gd name="csY4" fmla="*/ 784747 h 24975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15654" h="2497541">
                    <a:moveTo>
                      <a:pt x="0" y="784747"/>
                    </a:moveTo>
                    <a:lnTo>
                      <a:pt x="13648" y="2497541"/>
                    </a:lnTo>
                    <a:lnTo>
                      <a:pt x="2415654" y="2483893"/>
                    </a:lnTo>
                    <a:lnTo>
                      <a:pt x="2163170" y="0"/>
                    </a:lnTo>
                    <a:lnTo>
                      <a:pt x="0" y="784747"/>
                    </a:lnTo>
                    <a:close/>
                  </a:path>
                </a:pathLst>
              </a:custGeom>
              <a:solidFill>
                <a:srgbClr val="0070C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ree-form: Shape 8">
                <a:extLst>
                  <a:ext uri="{FF2B5EF4-FFF2-40B4-BE49-F238E27FC236}">
                    <a16:creationId xmlns:a16="http://schemas.microsoft.com/office/drawing/2014/main" id="{5C563DB0-8325-884D-DEE1-A30C607AE0D7}"/>
                  </a:ext>
                </a:extLst>
              </p:cNvPr>
              <p:cNvSpPr/>
              <p:nvPr/>
            </p:nvSpPr>
            <p:spPr>
              <a:xfrm>
                <a:off x="4794033" y="1349860"/>
                <a:ext cx="2464303" cy="1733266"/>
              </a:xfrm>
              <a:custGeom>
                <a:avLst/>
                <a:gdLst>
                  <a:gd name="csX0" fmla="*/ 2456597 w 2464303"/>
                  <a:gd name="csY0" fmla="*/ 1733266 h 1733266"/>
                  <a:gd name="csX1" fmla="*/ 2456597 w 2464303"/>
                  <a:gd name="csY1" fmla="*/ 1733266 h 1733266"/>
                  <a:gd name="csX2" fmla="*/ 2463421 w 2464303"/>
                  <a:gd name="csY2" fmla="*/ 1248770 h 1733266"/>
                  <a:gd name="csX3" fmla="*/ 2436125 w 2464303"/>
                  <a:gd name="csY3" fmla="*/ 798394 h 1733266"/>
                  <a:gd name="csX4" fmla="*/ 2429302 w 2464303"/>
                  <a:gd name="csY4" fmla="*/ 668740 h 1733266"/>
                  <a:gd name="csX5" fmla="*/ 2436125 w 2464303"/>
                  <a:gd name="csY5" fmla="*/ 429904 h 1733266"/>
                  <a:gd name="csX6" fmla="*/ 2449773 w 2464303"/>
                  <a:gd name="csY6" fmla="*/ 252484 h 1733266"/>
                  <a:gd name="csX7" fmla="*/ 2456597 w 2464303"/>
                  <a:gd name="csY7" fmla="*/ 136478 h 1733266"/>
                  <a:gd name="csX8" fmla="*/ 2463421 w 2464303"/>
                  <a:gd name="csY8" fmla="*/ 40943 h 1733266"/>
                  <a:gd name="csX9" fmla="*/ 2463421 w 2464303"/>
                  <a:gd name="csY9" fmla="*/ 0 h 1733266"/>
                  <a:gd name="csX10" fmla="*/ 798394 w 2464303"/>
                  <a:gd name="csY10" fmla="*/ 40943 h 1733266"/>
                  <a:gd name="csX11" fmla="*/ 0 w 2464303"/>
                  <a:gd name="csY11" fmla="*/ 1310185 h 1733266"/>
                  <a:gd name="csX12" fmla="*/ 2456597 w 2464303"/>
                  <a:gd name="csY12" fmla="*/ 1733266 h 17332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464303" h="1733266">
                    <a:moveTo>
                      <a:pt x="2456597" y="1733266"/>
                    </a:moveTo>
                    <a:lnTo>
                      <a:pt x="2456597" y="1733266"/>
                    </a:lnTo>
                    <a:cubicBezTo>
                      <a:pt x="2458872" y="1571767"/>
                      <a:pt x="2466957" y="1410246"/>
                      <a:pt x="2463421" y="1248770"/>
                    </a:cubicBezTo>
                    <a:cubicBezTo>
                      <a:pt x="2460128" y="1098405"/>
                      <a:pt x="2444957" y="948535"/>
                      <a:pt x="2436125" y="798394"/>
                    </a:cubicBezTo>
                    <a:cubicBezTo>
                      <a:pt x="2433584" y="755191"/>
                      <a:pt x="2431576" y="711958"/>
                      <a:pt x="2429302" y="668740"/>
                    </a:cubicBezTo>
                    <a:cubicBezTo>
                      <a:pt x="2431576" y="589128"/>
                      <a:pt x="2432213" y="509452"/>
                      <a:pt x="2436125" y="429904"/>
                    </a:cubicBezTo>
                    <a:cubicBezTo>
                      <a:pt x="2439039" y="370661"/>
                      <a:pt x="2445645" y="311655"/>
                      <a:pt x="2449773" y="252484"/>
                    </a:cubicBezTo>
                    <a:cubicBezTo>
                      <a:pt x="2452469" y="213842"/>
                      <a:pt x="2453241" y="175068"/>
                      <a:pt x="2456597" y="136478"/>
                    </a:cubicBezTo>
                    <a:cubicBezTo>
                      <a:pt x="2466413" y="23600"/>
                      <a:pt x="2463421" y="180369"/>
                      <a:pt x="2463421" y="40943"/>
                    </a:cubicBezTo>
                    <a:lnTo>
                      <a:pt x="2463421" y="0"/>
                    </a:lnTo>
                    <a:lnTo>
                      <a:pt x="798394" y="40943"/>
                    </a:lnTo>
                    <a:lnTo>
                      <a:pt x="0" y="1310185"/>
                    </a:lnTo>
                    <a:lnTo>
                      <a:pt x="2456597" y="1733266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Free-form: Shape 11">
                <a:extLst>
                  <a:ext uri="{FF2B5EF4-FFF2-40B4-BE49-F238E27FC236}">
                    <a16:creationId xmlns:a16="http://schemas.microsoft.com/office/drawing/2014/main" id="{91E6CEC1-522B-92C4-9A17-89570B49DBB9}"/>
                  </a:ext>
                </a:extLst>
              </p:cNvPr>
              <p:cNvSpPr/>
              <p:nvPr/>
            </p:nvSpPr>
            <p:spPr>
              <a:xfrm>
                <a:off x="4831307" y="2845559"/>
                <a:ext cx="2402006" cy="2545308"/>
              </a:xfrm>
              <a:custGeom>
                <a:avLst/>
                <a:gdLst>
                  <a:gd name="csX0" fmla="*/ 272956 w 2402006"/>
                  <a:gd name="csY0" fmla="*/ 2504364 h 2545308"/>
                  <a:gd name="csX1" fmla="*/ 2388359 w 2402006"/>
                  <a:gd name="csY1" fmla="*/ 2545308 h 2545308"/>
                  <a:gd name="csX2" fmla="*/ 2402006 w 2402006"/>
                  <a:gd name="csY2" fmla="*/ 423081 h 2545308"/>
                  <a:gd name="csX3" fmla="*/ 0 w 2402006"/>
                  <a:gd name="csY3" fmla="*/ 0 h 2545308"/>
                  <a:gd name="csX4" fmla="*/ 272956 w 2402006"/>
                  <a:gd name="csY4" fmla="*/ 2504364 h 25453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02006" h="2545308">
                    <a:moveTo>
                      <a:pt x="272956" y="2504364"/>
                    </a:moveTo>
                    <a:lnTo>
                      <a:pt x="2388359" y="2545308"/>
                    </a:lnTo>
                    <a:lnTo>
                      <a:pt x="2402006" y="423081"/>
                    </a:lnTo>
                    <a:lnTo>
                      <a:pt x="0" y="0"/>
                    </a:lnTo>
                    <a:lnTo>
                      <a:pt x="272956" y="2504364"/>
                    </a:lnTo>
                    <a:close/>
                  </a:path>
                </a:pathLst>
              </a:custGeom>
              <a:solidFill>
                <a:srgbClr val="00B05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CB50662-6A4C-9958-2912-24AA875B0E07}"/>
                </a:ext>
              </a:extLst>
            </p:cNvPr>
            <p:cNvCxnSpPr/>
            <p:nvPr/>
          </p:nvCxnSpPr>
          <p:spPr>
            <a:xfrm flipV="1">
              <a:off x="7427865" y="1010204"/>
              <a:ext cx="893175" cy="117348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77AB3E2-11F6-28A5-57F9-572094CCEE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89125" y="1010204"/>
              <a:ext cx="352155" cy="113936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1CA8A2A-FB0D-46C2-9470-F793E4A9D416}"/>
                </a:ext>
              </a:extLst>
            </p:cNvPr>
            <p:cNvCxnSpPr>
              <a:cxnSpLocks/>
            </p:cNvCxnSpPr>
            <p:nvPr/>
          </p:nvCxnSpPr>
          <p:spPr>
            <a:xfrm>
              <a:off x="7364169" y="4470547"/>
              <a:ext cx="447993" cy="68057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3E20D84-500C-866B-E0DE-F8CDD18AD90C}"/>
                </a:ext>
              </a:extLst>
            </p:cNvPr>
            <p:cNvCxnSpPr>
              <a:cxnSpLocks/>
            </p:cNvCxnSpPr>
            <p:nvPr/>
          </p:nvCxnSpPr>
          <p:spPr>
            <a:xfrm>
              <a:off x="9665128" y="4130260"/>
              <a:ext cx="69906" cy="102086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 1">
            <a:extLst>
              <a:ext uri="{FF2B5EF4-FFF2-40B4-BE49-F238E27FC236}">
                <a16:creationId xmlns:a16="http://schemas.microsoft.com/office/drawing/2014/main" id="{C0617D27-9F00-FB9A-F71A-898723079B22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9352425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327009-F7E8-0B41-6510-E5A15AC3E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A45C66B5-4387-A946-8D09-249A1E314527}"/>
              </a:ext>
            </a:extLst>
          </p:cNvPr>
          <p:cNvGrpSpPr/>
          <p:nvPr/>
        </p:nvGrpSpPr>
        <p:grpSpPr>
          <a:xfrm>
            <a:off x="6215667" y="1165614"/>
            <a:ext cx="4982641" cy="4526771"/>
            <a:chOff x="6096000" y="1010204"/>
            <a:chExt cx="4982641" cy="452677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1AC1B3-7D12-9177-8F84-4AE432620719}"/>
                </a:ext>
              </a:extLst>
            </p:cNvPr>
            <p:cNvGrpSpPr/>
            <p:nvPr/>
          </p:nvGrpSpPr>
          <p:grpSpPr>
            <a:xfrm>
              <a:off x="6096000" y="1321025"/>
              <a:ext cx="4982641" cy="4215950"/>
              <a:chOff x="2387150" y="1278542"/>
              <a:chExt cx="4982641" cy="4215950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2978DA86-8BCF-0ABF-1EC3-39F98E027402}"/>
                  </a:ext>
                </a:extLst>
              </p:cNvPr>
              <p:cNvSpPr/>
              <p:nvPr/>
            </p:nvSpPr>
            <p:spPr>
              <a:xfrm>
                <a:off x="2387150" y="1278542"/>
                <a:ext cx="4982641" cy="4215950"/>
              </a:xfrm>
              <a:prstGeom prst="rect">
                <a:avLst/>
              </a:prstGeom>
              <a:solidFill>
                <a:srgbClr val="F4EFE6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Free-form: Shape 2">
                <a:extLst>
                  <a:ext uri="{FF2B5EF4-FFF2-40B4-BE49-F238E27FC236}">
                    <a16:creationId xmlns:a16="http://schemas.microsoft.com/office/drawing/2014/main" id="{65E4F812-A58F-8A6C-427C-EA932065F70B}"/>
                  </a:ext>
                </a:extLst>
              </p:cNvPr>
              <p:cNvSpPr/>
              <p:nvPr/>
            </p:nvSpPr>
            <p:spPr>
              <a:xfrm>
                <a:off x="2483892" y="1349860"/>
                <a:ext cx="2968388" cy="2149522"/>
              </a:xfrm>
              <a:custGeom>
                <a:avLst/>
                <a:gdLst>
                  <a:gd name="csX0" fmla="*/ 0 w 2968388"/>
                  <a:gd name="csY0" fmla="*/ 0 h 2149522"/>
                  <a:gd name="csX1" fmla="*/ 20472 w 2968388"/>
                  <a:gd name="csY1" fmla="*/ 2149522 h 2149522"/>
                  <a:gd name="csX2" fmla="*/ 2135875 w 2968388"/>
                  <a:gd name="csY2" fmla="*/ 1351128 h 2149522"/>
                  <a:gd name="csX3" fmla="*/ 2968388 w 2968388"/>
                  <a:gd name="csY3" fmla="*/ 27295 h 2149522"/>
                  <a:gd name="csX4" fmla="*/ 0 w 2968388"/>
                  <a:gd name="csY4" fmla="*/ 0 h 21495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68388" h="2149522">
                    <a:moveTo>
                      <a:pt x="0" y="0"/>
                    </a:moveTo>
                    <a:lnTo>
                      <a:pt x="20472" y="2149522"/>
                    </a:lnTo>
                    <a:lnTo>
                      <a:pt x="2135875" y="1351128"/>
                    </a:lnTo>
                    <a:lnTo>
                      <a:pt x="2968388" y="272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A48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" name="Free-form: Shape 4">
                <a:extLst>
                  <a:ext uri="{FF2B5EF4-FFF2-40B4-BE49-F238E27FC236}">
                    <a16:creationId xmlns:a16="http://schemas.microsoft.com/office/drawing/2014/main" id="{53703595-2835-C56B-D29D-BFC5CBF7713F}"/>
                  </a:ext>
                </a:extLst>
              </p:cNvPr>
              <p:cNvSpPr/>
              <p:nvPr/>
            </p:nvSpPr>
            <p:spPr>
              <a:xfrm>
                <a:off x="2511188" y="2859206"/>
                <a:ext cx="2415654" cy="2497541"/>
              </a:xfrm>
              <a:custGeom>
                <a:avLst/>
                <a:gdLst>
                  <a:gd name="csX0" fmla="*/ 0 w 2415654"/>
                  <a:gd name="csY0" fmla="*/ 784747 h 2497541"/>
                  <a:gd name="csX1" fmla="*/ 13648 w 2415654"/>
                  <a:gd name="csY1" fmla="*/ 2497541 h 2497541"/>
                  <a:gd name="csX2" fmla="*/ 2415654 w 2415654"/>
                  <a:gd name="csY2" fmla="*/ 2483893 h 2497541"/>
                  <a:gd name="csX3" fmla="*/ 2163170 w 2415654"/>
                  <a:gd name="csY3" fmla="*/ 0 h 2497541"/>
                  <a:gd name="csX4" fmla="*/ 0 w 2415654"/>
                  <a:gd name="csY4" fmla="*/ 784747 h 24975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15654" h="2497541">
                    <a:moveTo>
                      <a:pt x="0" y="784747"/>
                    </a:moveTo>
                    <a:lnTo>
                      <a:pt x="13648" y="2497541"/>
                    </a:lnTo>
                    <a:lnTo>
                      <a:pt x="2415654" y="2483893"/>
                    </a:lnTo>
                    <a:lnTo>
                      <a:pt x="2163170" y="0"/>
                    </a:lnTo>
                    <a:lnTo>
                      <a:pt x="0" y="784747"/>
                    </a:lnTo>
                    <a:close/>
                  </a:path>
                </a:pathLst>
              </a:custGeom>
              <a:solidFill>
                <a:srgbClr val="007E5A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ree-form: Shape 8">
                <a:extLst>
                  <a:ext uri="{FF2B5EF4-FFF2-40B4-BE49-F238E27FC236}">
                    <a16:creationId xmlns:a16="http://schemas.microsoft.com/office/drawing/2014/main" id="{216B9C8E-1827-8826-A599-4A8089A2139F}"/>
                  </a:ext>
                </a:extLst>
              </p:cNvPr>
              <p:cNvSpPr/>
              <p:nvPr/>
            </p:nvSpPr>
            <p:spPr>
              <a:xfrm>
                <a:off x="4794033" y="1349860"/>
                <a:ext cx="2464303" cy="1733266"/>
              </a:xfrm>
              <a:custGeom>
                <a:avLst/>
                <a:gdLst>
                  <a:gd name="csX0" fmla="*/ 2456597 w 2464303"/>
                  <a:gd name="csY0" fmla="*/ 1733266 h 1733266"/>
                  <a:gd name="csX1" fmla="*/ 2456597 w 2464303"/>
                  <a:gd name="csY1" fmla="*/ 1733266 h 1733266"/>
                  <a:gd name="csX2" fmla="*/ 2463421 w 2464303"/>
                  <a:gd name="csY2" fmla="*/ 1248770 h 1733266"/>
                  <a:gd name="csX3" fmla="*/ 2436125 w 2464303"/>
                  <a:gd name="csY3" fmla="*/ 798394 h 1733266"/>
                  <a:gd name="csX4" fmla="*/ 2429302 w 2464303"/>
                  <a:gd name="csY4" fmla="*/ 668740 h 1733266"/>
                  <a:gd name="csX5" fmla="*/ 2436125 w 2464303"/>
                  <a:gd name="csY5" fmla="*/ 429904 h 1733266"/>
                  <a:gd name="csX6" fmla="*/ 2449773 w 2464303"/>
                  <a:gd name="csY6" fmla="*/ 252484 h 1733266"/>
                  <a:gd name="csX7" fmla="*/ 2456597 w 2464303"/>
                  <a:gd name="csY7" fmla="*/ 136478 h 1733266"/>
                  <a:gd name="csX8" fmla="*/ 2463421 w 2464303"/>
                  <a:gd name="csY8" fmla="*/ 40943 h 1733266"/>
                  <a:gd name="csX9" fmla="*/ 2463421 w 2464303"/>
                  <a:gd name="csY9" fmla="*/ 0 h 1733266"/>
                  <a:gd name="csX10" fmla="*/ 798394 w 2464303"/>
                  <a:gd name="csY10" fmla="*/ 40943 h 1733266"/>
                  <a:gd name="csX11" fmla="*/ 0 w 2464303"/>
                  <a:gd name="csY11" fmla="*/ 1310185 h 1733266"/>
                  <a:gd name="csX12" fmla="*/ 2456597 w 2464303"/>
                  <a:gd name="csY12" fmla="*/ 1733266 h 17332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464303" h="1733266">
                    <a:moveTo>
                      <a:pt x="2456597" y="1733266"/>
                    </a:moveTo>
                    <a:lnTo>
                      <a:pt x="2456597" y="1733266"/>
                    </a:lnTo>
                    <a:cubicBezTo>
                      <a:pt x="2458872" y="1571767"/>
                      <a:pt x="2466957" y="1410246"/>
                      <a:pt x="2463421" y="1248770"/>
                    </a:cubicBezTo>
                    <a:cubicBezTo>
                      <a:pt x="2460128" y="1098405"/>
                      <a:pt x="2444957" y="948535"/>
                      <a:pt x="2436125" y="798394"/>
                    </a:cubicBezTo>
                    <a:cubicBezTo>
                      <a:pt x="2433584" y="755191"/>
                      <a:pt x="2431576" y="711958"/>
                      <a:pt x="2429302" y="668740"/>
                    </a:cubicBezTo>
                    <a:cubicBezTo>
                      <a:pt x="2431576" y="589128"/>
                      <a:pt x="2432213" y="509452"/>
                      <a:pt x="2436125" y="429904"/>
                    </a:cubicBezTo>
                    <a:cubicBezTo>
                      <a:pt x="2439039" y="370661"/>
                      <a:pt x="2445645" y="311655"/>
                      <a:pt x="2449773" y="252484"/>
                    </a:cubicBezTo>
                    <a:cubicBezTo>
                      <a:pt x="2452469" y="213842"/>
                      <a:pt x="2453241" y="175068"/>
                      <a:pt x="2456597" y="136478"/>
                    </a:cubicBezTo>
                    <a:cubicBezTo>
                      <a:pt x="2466413" y="23600"/>
                      <a:pt x="2463421" y="180369"/>
                      <a:pt x="2463421" y="40943"/>
                    </a:cubicBezTo>
                    <a:lnTo>
                      <a:pt x="2463421" y="0"/>
                    </a:lnTo>
                    <a:lnTo>
                      <a:pt x="798394" y="40943"/>
                    </a:lnTo>
                    <a:lnTo>
                      <a:pt x="0" y="1310185"/>
                    </a:lnTo>
                    <a:lnTo>
                      <a:pt x="2456597" y="1733266"/>
                    </a:lnTo>
                    <a:close/>
                  </a:path>
                </a:pathLst>
              </a:custGeom>
              <a:solidFill>
                <a:srgbClr val="EA48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Free-form: Shape 11">
                <a:extLst>
                  <a:ext uri="{FF2B5EF4-FFF2-40B4-BE49-F238E27FC236}">
                    <a16:creationId xmlns:a16="http://schemas.microsoft.com/office/drawing/2014/main" id="{3F9E36E4-DE4A-6882-510B-F5DE36B3B228}"/>
                  </a:ext>
                </a:extLst>
              </p:cNvPr>
              <p:cNvSpPr/>
              <p:nvPr/>
            </p:nvSpPr>
            <p:spPr>
              <a:xfrm>
                <a:off x="4831307" y="2845559"/>
                <a:ext cx="2402006" cy="2545308"/>
              </a:xfrm>
              <a:custGeom>
                <a:avLst/>
                <a:gdLst>
                  <a:gd name="csX0" fmla="*/ 272956 w 2402006"/>
                  <a:gd name="csY0" fmla="*/ 2504364 h 2545308"/>
                  <a:gd name="csX1" fmla="*/ 2388359 w 2402006"/>
                  <a:gd name="csY1" fmla="*/ 2545308 h 2545308"/>
                  <a:gd name="csX2" fmla="*/ 2402006 w 2402006"/>
                  <a:gd name="csY2" fmla="*/ 423081 h 2545308"/>
                  <a:gd name="csX3" fmla="*/ 0 w 2402006"/>
                  <a:gd name="csY3" fmla="*/ 0 h 2545308"/>
                  <a:gd name="csX4" fmla="*/ 272956 w 2402006"/>
                  <a:gd name="csY4" fmla="*/ 2504364 h 25453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02006" h="2545308">
                    <a:moveTo>
                      <a:pt x="272956" y="2504364"/>
                    </a:moveTo>
                    <a:lnTo>
                      <a:pt x="2388359" y="2545308"/>
                    </a:lnTo>
                    <a:lnTo>
                      <a:pt x="2402006" y="423081"/>
                    </a:lnTo>
                    <a:lnTo>
                      <a:pt x="0" y="0"/>
                    </a:lnTo>
                    <a:lnTo>
                      <a:pt x="272956" y="2504364"/>
                    </a:lnTo>
                    <a:close/>
                  </a:path>
                </a:pathLst>
              </a:custGeom>
              <a:solidFill>
                <a:srgbClr val="007E5A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E277C68-0CDA-400D-B1EF-3BA6C27C2933}"/>
                </a:ext>
              </a:extLst>
            </p:cNvPr>
            <p:cNvCxnSpPr/>
            <p:nvPr/>
          </p:nvCxnSpPr>
          <p:spPr>
            <a:xfrm flipV="1">
              <a:off x="7427865" y="1010204"/>
              <a:ext cx="893175" cy="117348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F1BC9F0-682B-BE5E-E31C-9FCC4C43F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89125" y="1010204"/>
              <a:ext cx="352155" cy="113936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D57C64C-88C8-AC2C-3DAD-6F54FA30EE07}"/>
                </a:ext>
              </a:extLst>
            </p:cNvPr>
            <p:cNvCxnSpPr>
              <a:cxnSpLocks/>
            </p:cNvCxnSpPr>
            <p:nvPr/>
          </p:nvCxnSpPr>
          <p:spPr>
            <a:xfrm>
              <a:off x="7364169" y="4470547"/>
              <a:ext cx="447993" cy="68057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D097FCF-653F-72C3-1234-D2B25FCAA6B2}"/>
                </a:ext>
              </a:extLst>
            </p:cNvPr>
            <p:cNvCxnSpPr>
              <a:cxnSpLocks/>
            </p:cNvCxnSpPr>
            <p:nvPr/>
          </p:nvCxnSpPr>
          <p:spPr>
            <a:xfrm>
              <a:off x="9665128" y="4130260"/>
              <a:ext cx="69906" cy="102086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 1">
            <a:extLst>
              <a:ext uri="{FF2B5EF4-FFF2-40B4-BE49-F238E27FC236}">
                <a16:creationId xmlns:a16="http://schemas.microsoft.com/office/drawing/2014/main" id="{9CB63070-DA4B-399B-6EA4-8728C664C602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41845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868</TotalTime>
  <Words>1455</Words>
  <Application>Microsoft Office PowerPoint</Application>
  <PresentationFormat>Widescreen</PresentationFormat>
  <Paragraphs>317</Paragraphs>
  <Slides>29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Avenir Next LT Pro</vt:lpstr>
      <vt:lpstr>Calibri</vt:lpstr>
      <vt:lpstr>Calibri Light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State Bucketing for Mixture-of-Experts in Resource-Constrained Chess Engines</dc:title>
  <dc:subject>MSc thesis defense, University of Trieste</dc:subject>
  <dc:creator>Omar Cusma Fait</dc:creator>
  <cp:lastModifiedBy>Omar Cusma Fait</cp:lastModifiedBy>
  <cp:revision>9</cp:revision>
  <dcterms:created xsi:type="dcterms:W3CDTF">2026-10-15T09:13:02Z</dcterms:created>
  <dcterms:modified xsi:type="dcterms:W3CDTF">2026-10-18T21:12:45Z</dcterms:modified>
</cp:coreProperties>
</file>