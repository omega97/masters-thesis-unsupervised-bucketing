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75" r:id="rId4"/>
    <p:sldId id="279" r:id="rId5"/>
    <p:sldId id="274" r:id="rId6"/>
    <p:sldId id="273" r:id="rId7"/>
    <p:sldId id="259" r:id="rId8"/>
    <p:sldId id="278" r:id="rId9"/>
    <p:sldId id="260" r:id="rId10"/>
    <p:sldId id="261" r:id="rId11"/>
    <p:sldId id="262" r:id="rId12"/>
    <p:sldId id="263" r:id="rId13"/>
    <p:sldId id="264" r:id="rId14"/>
    <p:sldId id="282" r:id="rId15"/>
    <p:sldId id="265" r:id="rId16"/>
    <p:sldId id="266" r:id="rId17"/>
    <p:sldId id="277" r:id="rId18"/>
    <p:sldId id="267" r:id="rId19"/>
    <p:sldId id="268" r:id="rId20"/>
    <p:sldId id="269" r:id="rId21"/>
    <p:sldId id="270" r:id="rId22"/>
    <p:sldId id="271" r:id="rId23"/>
    <p:sldId id="276" r:id="rId24"/>
    <p:sldId id="272" r:id="rId25"/>
    <p:sldId id="257" r:id="rId26"/>
    <p:sldId id="280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A0000"/>
    <a:srgbClr val="EA4800"/>
    <a:srgbClr val="007E5A"/>
    <a:srgbClr val="0070C0"/>
    <a:srgbClr val="FF5000"/>
    <a:srgbClr val="FFC000"/>
    <a:srgbClr val="131418"/>
    <a:srgbClr val="F4EFE6"/>
    <a:srgbClr val="C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 autoAdjust="0"/>
    <p:restoredTop sz="94353" autoAdjust="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F98BA1-624C-4EF0-80CA-7BF15E3E3CF8}" type="doc">
      <dgm:prSet loTypeId="urn:microsoft.com/office/officeart/2008/layout/VerticalCurvedList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C96D9099-430D-4DFD-8F50-4582DEC2B7D3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/>
            <a:t>Input </a:t>
          </a:r>
          <a:r>
            <a:rPr lang="it-IT" dirty="0" err="1"/>
            <a:t>layer</a:t>
          </a:r>
          <a:endParaRPr lang="en-US" b="1" dirty="0"/>
        </a:p>
      </dgm:t>
    </dgm:pt>
    <dgm:pt modelId="{26812555-848D-4BA6-A385-2210888C67E1}" type="parTrans" cxnId="{84B4EEB9-97EF-4082-9459-6DF3647356F1}">
      <dgm:prSet/>
      <dgm:spPr/>
      <dgm:t>
        <a:bodyPr/>
        <a:lstStyle/>
        <a:p>
          <a:endParaRPr lang="en-US"/>
        </a:p>
      </dgm:t>
    </dgm:pt>
    <dgm:pt modelId="{67A467AC-C8FA-466C-92F7-0BCCB3CC5F56}" type="sibTrans" cxnId="{84B4EEB9-97EF-4082-9459-6DF3647356F1}">
      <dgm:prSet/>
      <dgm:spPr/>
      <dgm:t>
        <a:bodyPr/>
        <a:lstStyle/>
        <a:p>
          <a:endParaRPr lang="en-US"/>
        </a:p>
      </dgm:t>
    </dgm:pt>
    <dgm:pt modelId="{7CED3ABE-EE09-466B-965A-94B5986F1F78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/>
            <a:t>Accumulator </a:t>
          </a:r>
          <a:r>
            <a:rPr lang="it-IT" dirty="0" err="1"/>
            <a:t>layer</a:t>
          </a:r>
          <a:r>
            <a:rPr lang="it-IT" dirty="0"/>
            <a:t> (L1)</a:t>
          </a:r>
          <a:endParaRPr lang="en-US" dirty="0"/>
        </a:p>
      </dgm:t>
    </dgm:pt>
    <dgm:pt modelId="{134BDD68-FE74-4FA0-940A-2855E38FE44F}" type="parTrans" cxnId="{F822E77D-2C9A-4873-87AC-11D77EE90497}">
      <dgm:prSet/>
      <dgm:spPr/>
      <dgm:t>
        <a:bodyPr/>
        <a:lstStyle/>
        <a:p>
          <a:endParaRPr lang="en-US"/>
        </a:p>
      </dgm:t>
    </dgm:pt>
    <dgm:pt modelId="{B30DA693-3CFE-44EE-B0B9-1218952968C9}" type="sibTrans" cxnId="{F822E77D-2C9A-4873-87AC-11D77EE90497}">
      <dgm:prSet/>
      <dgm:spPr/>
      <dgm:t>
        <a:bodyPr/>
        <a:lstStyle/>
        <a:p>
          <a:endParaRPr lang="en-US"/>
        </a:p>
      </dgm:t>
    </dgm:pt>
    <dgm:pt modelId="{8D9BC842-21C0-4FBB-8B48-F0580FC2458A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/>
            <a:t>L2 </a:t>
          </a:r>
          <a:r>
            <a:rPr lang="it-IT" dirty="0" err="1"/>
            <a:t>hidden</a:t>
          </a:r>
          <a:r>
            <a:rPr lang="it-IT" dirty="0"/>
            <a:t> </a:t>
          </a:r>
          <a:r>
            <a:rPr lang="it-IT" dirty="0" err="1"/>
            <a:t>layer</a:t>
          </a:r>
          <a:endParaRPr lang="en-US" dirty="0"/>
        </a:p>
      </dgm:t>
    </dgm:pt>
    <dgm:pt modelId="{AC83D2A3-23D8-46EB-ADAE-E38E4030D6A2}" type="parTrans" cxnId="{6DF98370-2A6C-49EF-8D32-FAA3C74B17FA}">
      <dgm:prSet/>
      <dgm:spPr/>
      <dgm:t>
        <a:bodyPr/>
        <a:lstStyle/>
        <a:p>
          <a:endParaRPr lang="en-US"/>
        </a:p>
      </dgm:t>
    </dgm:pt>
    <dgm:pt modelId="{16B81250-DB98-43D1-82C1-3C9B101AB5AE}" type="sibTrans" cxnId="{6DF98370-2A6C-49EF-8D32-FAA3C74B17FA}">
      <dgm:prSet/>
      <dgm:spPr/>
      <dgm:t>
        <a:bodyPr/>
        <a:lstStyle/>
        <a:p>
          <a:endParaRPr lang="en-US"/>
        </a:p>
      </dgm:t>
    </dgm:pt>
    <dgm:pt modelId="{7C5E2F0A-1B6A-491F-AA34-A52449859C12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/>
            <a:t>Output </a:t>
          </a:r>
          <a:r>
            <a:rPr lang="it-IT" dirty="0" err="1"/>
            <a:t>layer</a:t>
          </a:r>
          <a:endParaRPr lang="en-US" dirty="0"/>
        </a:p>
      </dgm:t>
    </dgm:pt>
    <dgm:pt modelId="{727F79D2-1858-4E67-AEF5-3BA89FCF73BD}" type="parTrans" cxnId="{100AEEB3-707D-4CEB-99AD-31A21FB78761}">
      <dgm:prSet/>
      <dgm:spPr/>
      <dgm:t>
        <a:bodyPr/>
        <a:lstStyle/>
        <a:p>
          <a:endParaRPr lang="en-US"/>
        </a:p>
      </dgm:t>
    </dgm:pt>
    <dgm:pt modelId="{4E6C35A9-9A75-4F33-8916-9F7FD7909F5C}" type="sibTrans" cxnId="{100AEEB3-707D-4CEB-99AD-31A21FB78761}">
      <dgm:prSet/>
      <dgm:spPr/>
      <dgm:t>
        <a:bodyPr/>
        <a:lstStyle/>
        <a:p>
          <a:endParaRPr lang="en-US"/>
        </a:p>
      </dgm:t>
    </dgm:pt>
    <dgm:pt modelId="{340BE149-0A78-4854-9464-C16DB9715DBE}" type="pres">
      <dgm:prSet presAssocID="{C6F98BA1-624C-4EF0-80CA-7BF15E3E3CF8}" presName="Name0" presStyleCnt="0">
        <dgm:presLayoutVars>
          <dgm:chMax val="7"/>
          <dgm:chPref val="7"/>
          <dgm:dir/>
        </dgm:presLayoutVars>
      </dgm:prSet>
      <dgm:spPr/>
    </dgm:pt>
    <dgm:pt modelId="{4B9AA58A-18A2-4AE0-9C46-0666C97A7EF8}" type="pres">
      <dgm:prSet presAssocID="{C6F98BA1-624C-4EF0-80CA-7BF15E3E3CF8}" presName="Name1" presStyleCnt="0"/>
      <dgm:spPr/>
    </dgm:pt>
    <dgm:pt modelId="{FEBF61CA-AF92-486C-8795-3ED529B7DC3E}" type="pres">
      <dgm:prSet presAssocID="{C6F98BA1-624C-4EF0-80CA-7BF15E3E3CF8}" presName="cycle" presStyleCnt="0"/>
      <dgm:spPr/>
    </dgm:pt>
    <dgm:pt modelId="{A1CE67F3-A18D-46BE-A35B-BD48D3B2AFCB}" type="pres">
      <dgm:prSet presAssocID="{C6F98BA1-624C-4EF0-80CA-7BF15E3E3CF8}" presName="srcNode" presStyleLbl="node1" presStyleIdx="0" presStyleCnt="4"/>
      <dgm:spPr/>
    </dgm:pt>
    <dgm:pt modelId="{44694467-2703-4838-BA5C-552A9602BEAD}" type="pres">
      <dgm:prSet presAssocID="{C6F98BA1-624C-4EF0-80CA-7BF15E3E3CF8}" presName="conn" presStyleLbl="parChTrans1D2" presStyleIdx="0" presStyleCnt="1"/>
      <dgm:spPr/>
    </dgm:pt>
    <dgm:pt modelId="{42DF6FE8-04B1-4AD8-A86F-2E7DD23DBEB9}" type="pres">
      <dgm:prSet presAssocID="{C6F98BA1-624C-4EF0-80CA-7BF15E3E3CF8}" presName="extraNode" presStyleLbl="node1" presStyleIdx="0" presStyleCnt="4"/>
      <dgm:spPr/>
    </dgm:pt>
    <dgm:pt modelId="{79D935D0-5A90-41FD-8551-5072234CA2E1}" type="pres">
      <dgm:prSet presAssocID="{C6F98BA1-624C-4EF0-80CA-7BF15E3E3CF8}" presName="dstNode" presStyleLbl="node1" presStyleIdx="0" presStyleCnt="4"/>
      <dgm:spPr/>
    </dgm:pt>
    <dgm:pt modelId="{51B53102-B3BF-4567-9525-1426319F939C}" type="pres">
      <dgm:prSet presAssocID="{C96D9099-430D-4DFD-8F50-4582DEC2B7D3}" presName="text_1" presStyleLbl="node1" presStyleIdx="0" presStyleCnt="4">
        <dgm:presLayoutVars>
          <dgm:bulletEnabled val="1"/>
        </dgm:presLayoutVars>
      </dgm:prSet>
      <dgm:spPr/>
    </dgm:pt>
    <dgm:pt modelId="{AAA71634-9781-454C-9034-68D3235F056A}" type="pres">
      <dgm:prSet presAssocID="{C96D9099-430D-4DFD-8F50-4582DEC2B7D3}" presName="accent_1" presStyleCnt="0"/>
      <dgm:spPr/>
    </dgm:pt>
    <dgm:pt modelId="{BB410DFF-4C35-4314-A387-2B59392F9AE6}" type="pres">
      <dgm:prSet presAssocID="{C96D9099-430D-4DFD-8F50-4582DEC2B7D3}" presName="accentRepeatNode" presStyleLbl="solidFgAcc1" presStyleIdx="0" presStyleCnt="4"/>
      <dgm:spPr/>
    </dgm:pt>
    <dgm:pt modelId="{3851819D-A948-46E6-B98B-713E8651599A}" type="pres">
      <dgm:prSet presAssocID="{7CED3ABE-EE09-466B-965A-94B5986F1F78}" presName="text_2" presStyleLbl="node1" presStyleIdx="1" presStyleCnt="4">
        <dgm:presLayoutVars>
          <dgm:bulletEnabled val="1"/>
        </dgm:presLayoutVars>
      </dgm:prSet>
      <dgm:spPr/>
    </dgm:pt>
    <dgm:pt modelId="{8E21C63B-A178-4F31-AE3F-79D3981AEA77}" type="pres">
      <dgm:prSet presAssocID="{7CED3ABE-EE09-466B-965A-94B5986F1F78}" presName="accent_2" presStyleCnt="0"/>
      <dgm:spPr/>
    </dgm:pt>
    <dgm:pt modelId="{BE07F9F1-10B8-459B-B1B0-1017D1429ED8}" type="pres">
      <dgm:prSet presAssocID="{7CED3ABE-EE09-466B-965A-94B5986F1F78}" presName="accentRepeatNode" presStyleLbl="solidFgAcc1" presStyleIdx="1" presStyleCnt="4"/>
      <dgm:spPr/>
    </dgm:pt>
    <dgm:pt modelId="{C92A14FB-EAD8-4566-890B-C0DA7877C08B}" type="pres">
      <dgm:prSet presAssocID="{8D9BC842-21C0-4FBB-8B48-F0580FC2458A}" presName="text_3" presStyleLbl="node1" presStyleIdx="2" presStyleCnt="4">
        <dgm:presLayoutVars>
          <dgm:bulletEnabled val="1"/>
        </dgm:presLayoutVars>
      </dgm:prSet>
      <dgm:spPr/>
    </dgm:pt>
    <dgm:pt modelId="{D638BFD8-5F48-4EA2-B121-BC3525CC0FE3}" type="pres">
      <dgm:prSet presAssocID="{8D9BC842-21C0-4FBB-8B48-F0580FC2458A}" presName="accent_3" presStyleCnt="0"/>
      <dgm:spPr/>
    </dgm:pt>
    <dgm:pt modelId="{3E0DCCC9-E6AC-4019-B27A-611BC8EC0A31}" type="pres">
      <dgm:prSet presAssocID="{8D9BC842-21C0-4FBB-8B48-F0580FC2458A}" presName="accentRepeatNode" presStyleLbl="solidFgAcc1" presStyleIdx="2" presStyleCnt="4"/>
      <dgm:spPr/>
    </dgm:pt>
    <dgm:pt modelId="{1988BD50-FB6F-42B2-BCC6-A15280DB03D3}" type="pres">
      <dgm:prSet presAssocID="{7C5E2F0A-1B6A-491F-AA34-A52449859C12}" presName="text_4" presStyleLbl="node1" presStyleIdx="3" presStyleCnt="4">
        <dgm:presLayoutVars>
          <dgm:bulletEnabled val="1"/>
        </dgm:presLayoutVars>
      </dgm:prSet>
      <dgm:spPr/>
    </dgm:pt>
    <dgm:pt modelId="{7498BA7A-D97C-4FE9-8264-F475A7F3B616}" type="pres">
      <dgm:prSet presAssocID="{7C5E2F0A-1B6A-491F-AA34-A52449859C12}" presName="accent_4" presStyleCnt="0"/>
      <dgm:spPr/>
    </dgm:pt>
    <dgm:pt modelId="{D609E633-48CC-4379-AF79-D761AE37ACBF}" type="pres">
      <dgm:prSet presAssocID="{7C5E2F0A-1B6A-491F-AA34-A52449859C12}" presName="accentRepeatNode" presStyleLbl="solidFgAcc1" presStyleIdx="3" presStyleCnt="4"/>
      <dgm:spPr/>
    </dgm:pt>
  </dgm:ptLst>
  <dgm:cxnLst>
    <dgm:cxn modelId="{12E8D621-E5F2-406E-A87C-F948BA6C62A7}" type="presOf" srcId="{C6F98BA1-624C-4EF0-80CA-7BF15E3E3CF8}" destId="{340BE149-0A78-4854-9464-C16DB9715DBE}" srcOrd="0" destOrd="0" presId="urn:microsoft.com/office/officeart/2008/layout/VerticalCurvedList"/>
    <dgm:cxn modelId="{07EC2F4E-6690-42BA-8DEE-B0C3E9A2C6D9}" type="presOf" srcId="{8D9BC842-21C0-4FBB-8B48-F0580FC2458A}" destId="{C92A14FB-EAD8-4566-890B-C0DA7877C08B}" srcOrd="0" destOrd="0" presId="urn:microsoft.com/office/officeart/2008/layout/VerticalCurvedList"/>
    <dgm:cxn modelId="{6DF98370-2A6C-49EF-8D32-FAA3C74B17FA}" srcId="{C6F98BA1-624C-4EF0-80CA-7BF15E3E3CF8}" destId="{8D9BC842-21C0-4FBB-8B48-F0580FC2458A}" srcOrd="2" destOrd="0" parTransId="{AC83D2A3-23D8-46EB-ADAE-E38E4030D6A2}" sibTransId="{16B81250-DB98-43D1-82C1-3C9B101AB5AE}"/>
    <dgm:cxn modelId="{43616175-0699-421B-8299-8D1F8B2467E9}" type="presOf" srcId="{C96D9099-430D-4DFD-8F50-4582DEC2B7D3}" destId="{51B53102-B3BF-4567-9525-1426319F939C}" srcOrd="0" destOrd="0" presId="urn:microsoft.com/office/officeart/2008/layout/VerticalCurvedList"/>
    <dgm:cxn modelId="{F822E77D-2C9A-4873-87AC-11D77EE90497}" srcId="{C6F98BA1-624C-4EF0-80CA-7BF15E3E3CF8}" destId="{7CED3ABE-EE09-466B-965A-94B5986F1F78}" srcOrd="1" destOrd="0" parTransId="{134BDD68-FE74-4FA0-940A-2855E38FE44F}" sibTransId="{B30DA693-3CFE-44EE-B0B9-1218952968C9}"/>
    <dgm:cxn modelId="{5BC07C85-F9A7-4240-8534-BBE6B22F386B}" type="presOf" srcId="{7C5E2F0A-1B6A-491F-AA34-A52449859C12}" destId="{1988BD50-FB6F-42B2-BCC6-A15280DB03D3}" srcOrd="0" destOrd="0" presId="urn:microsoft.com/office/officeart/2008/layout/VerticalCurvedList"/>
    <dgm:cxn modelId="{F393A5B2-9809-493E-B930-A7D043D79FE3}" type="presOf" srcId="{67A467AC-C8FA-466C-92F7-0BCCB3CC5F56}" destId="{44694467-2703-4838-BA5C-552A9602BEAD}" srcOrd="0" destOrd="0" presId="urn:microsoft.com/office/officeart/2008/layout/VerticalCurvedList"/>
    <dgm:cxn modelId="{100AEEB3-707D-4CEB-99AD-31A21FB78761}" srcId="{C6F98BA1-624C-4EF0-80CA-7BF15E3E3CF8}" destId="{7C5E2F0A-1B6A-491F-AA34-A52449859C12}" srcOrd="3" destOrd="0" parTransId="{727F79D2-1858-4E67-AEF5-3BA89FCF73BD}" sibTransId="{4E6C35A9-9A75-4F33-8916-9F7FD7909F5C}"/>
    <dgm:cxn modelId="{84B4EEB9-97EF-4082-9459-6DF3647356F1}" srcId="{C6F98BA1-624C-4EF0-80CA-7BF15E3E3CF8}" destId="{C96D9099-430D-4DFD-8F50-4582DEC2B7D3}" srcOrd="0" destOrd="0" parTransId="{26812555-848D-4BA6-A385-2210888C67E1}" sibTransId="{67A467AC-C8FA-466C-92F7-0BCCB3CC5F56}"/>
    <dgm:cxn modelId="{B5CE66E0-E1D6-4558-A8F2-18BFE3AB6437}" type="presOf" srcId="{7CED3ABE-EE09-466B-965A-94B5986F1F78}" destId="{3851819D-A948-46E6-B98B-713E8651599A}" srcOrd="0" destOrd="0" presId="urn:microsoft.com/office/officeart/2008/layout/VerticalCurvedList"/>
    <dgm:cxn modelId="{8CA9619A-546A-4699-9D73-E58C9B83ABC0}" type="presParOf" srcId="{340BE149-0A78-4854-9464-C16DB9715DBE}" destId="{4B9AA58A-18A2-4AE0-9C46-0666C97A7EF8}" srcOrd="0" destOrd="0" presId="urn:microsoft.com/office/officeart/2008/layout/VerticalCurvedList"/>
    <dgm:cxn modelId="{50DA1CD3-49D6-4568-8346-AFED64D2FEB9}" type="presParOf" srcId="{4B9AA58A-18A2-4AE0-9C46-0666C97A7EF8}" destId="{FEBF61CA-AF92-486C-8795-3ED529B7DC3E}" srcOrd="0" destOrd="0" presId="urn:microsoft.com/office/officeart/2008/layout/VerticalCurvedList"/>
    <dgm:cxn modelId="{D3EC33A0-FABC-4427-A986-BAFAE0131650}" type="presParOf" srcId="{FEBF61CA-AF92-486C-8795-3ED529B7DC3E}" destId="{A1CE67F3-A18D-46BE-A35B-BD48D3B2AFCB}" srcOrd="0" destOrd="0" presId="urn:microsoft.com/office/officeart/2008/layout/VerticalCurvedList"/>
    <dgm:cxn modelId="{FD90761B-2896-4E50-80A8-55DF67313857}" type="presParOf" srcId="{FEBF61CA-AF92-486C-8795-3ED529B7DC3E}" destId="{44694467-2703-4838-BA5C-552A9602BEAD}" srcOrd="1" destOrd="0" presId="urn:microsoft.com/office/officeart/2008/layout/VerticalCurvedList"/>
    <dgm:cxn modelId="{A2297E3E-ABF7-4B6C-87E9-739B44D06C12}" type="presParOf" srcId="{FEBF61CA-AF92-486C-8795-3ED529B7DC3E}" destId="{42DF6FE8-04B1-4AD8-A86F-2E7DD23DBEB9}" srcOrd="2" destOrd="0" presId="urn:microsoft.com/office/officeart/2008/layout/VerticalCurvedList"/>
    <dgm:cxn modelId="{7712D3B7-653B-4440-BECF-4C2C3ABB806B}" type="presParOf" srcId="{FEBF61CA-AF92-486C-8795-3ED529B7DC3E}" destId="{79D935D0-5A90-41FD-8551-5072234CA2E1}" srcOrd="3" destOrd="0" presId="urn:microsoft.com/office/officeart/2008/layout/VerticalCurvedList"/>
    <dgm:cxn modelId="{261170C4-BB8B-4DB9-84CE-D34C8D031552}" type="presParOf" srcId="{4B9AA58A-18A2-4AE0-9C46-0666C97A7EF8}" destId="{51B53102-B3BF-4567-9525-1426319F939C}" srcOrd="1" destOrd="0" presId="urn:microsoft.com/office/officeart/2008/layout/VerticalCurvedList"/>
    <dgm:cxn modelId="{C8537B96-6B5E-470D-88BF-C48C2B751EBB}" type="presParOf" srcId="{4B9AA58A-18A2-4AE0-9C46-0666C97A7EF8}" destId="{AAA71634-9781-454C-9034-68D3235F056A}" srcOrd="2" destOrd="0" presId="urn:microsoft.com/office/officeart/2008/layout/VerticalCurvedList"/>
    <dgm:cxn modelId="{1C881F6A-02AB-4A3D-A54F-32D665E455E2}" type="presParOf" srcId="{AAA71634-9781-454C-9034-68D3235F056A}" destId="{BB410DFF-4C35-4314-A387-2B59392F9AE6}" srcOrd="0" destOrd="0" presId="urn:microsoft.com/office/officeart/2008/layout/VerticalCurvedList"/>
    <dgm:cxn modelId="{E6869F80-612E-41AB-8A47-7794FDBFE9DC}" type="presParOf" srcId="{4B9AA58A-18A2-4AE0-9C46-0666C97A7EF8}" destId="{3851819D-A948-46E6-B98B-713E8651599A}" srcOrd="3" destOrd="0" presId="urn:microsoft.com/office/officeart/2008/layout/VerticalCurvedList"/>
    <dgm:cxn modelId="{768487BA-9047-4751-8B9C-8B198A301689}" type="presParOf" srcId="{4B9AA58A-18A2-4AE0-9C46-0666C97A7EF8}" destId="{8E21C63B-A178-4F31-AE3F-79D3981AEA77}" srcOrd="4" destOrd="0" presId="urn:microsoft.com/office/officeart/2008/layout/VerticalCurvedList"/>
    <dgm:cxn modelId="{F558C1B9-7C84-475B-99E1-3F8505F953A2}" type="presParOf" srcId="{8E21C63B-A178-4F31-AE3F-79D3981AEA77}" destId="{BE07F9F1-10B8-459B-B1B0-1017D1429ED8}" srcOrd="0" destOrd="0" presId="urn:microsoft.com/office/officeart/2008/layout/VerticalCurvedList"/>
    <dgm:cxn modelId="{6C49E4AB-F5B4-445B-94FC-25DE77D6360B}" type="presParOf" srcId="{4B9AA58A-18A2-4AE0-9C46-0666C97A7EF8}" destId="{C92A14FB-EAD8-4566-890B-C0DA7877C08B}" srcOrd="5" destOrd="0" presId="urn:microsoft.com/office/officeart/2008/layout/VerticalCurvedList"/>
    <dgm:cxn modelId="{03648525-96CC-4F36-9EAC-46E05F60A61B}" type="presParOf" srcId="{4B9AA58A-18A2-4AE0-9C46-0666C97A7EF8}" destId="{D638BFD8-5F48-4EA2-B121-BC3525CC0FE3}" srcOrd="6" destOrd="0" presId="urn:microsoft.com/office/officeart/2008/layout/VerticalCurvedList"/>
    <dgm:cxn modelId="{E0E13E4C-3DA8-49FF-B585-6042723B5F74}" type="presParOf" srcId="{D638BFD8-5F48-4EA2-B121-BC3525CC0FE3}" destId="{3E0DCCC9-E6AC-4019-B27A-611BC8EC0A31}" srcOrd="0" destOrd="0" presId="urn:microsoft.com/office/officeart/2008/layout/VerticalCurvedList"/>
    <dgm:cxn modelId="{3DC69F60-40CD-40D3-96D6-5A747FA72DEE}" type="presParOf" srcId="{4B9AA58A-18A2-4AE0-9C46-0666C97A7EF8}" destId="{1988BD50-FB6F-42B2-BCC6-A15280DB03D3}" srcOrd="7" destOrd="0" presId="urn:microsoft.com/office/officeart/2008/layout/VerticalCurvedList"/>
    <dgm:cxn modelId="{CCF67487-2928-44BB-9C1C-A65702BC6FF0}" type="presParOf" srcId="{4B9AA58A-18A2-4AE0-9C46-0666C97A7EF8}" destId="{7498BA7A-D97C-4FE9-8264-F475A7F3B616}" srcOrd="8" destOrd="0" presId="urn:microsoft.com/office/officeart/2008/layout/VerticalCurvedList"/>
    <dgm:cxn modelId="{FD0345EF-52D2-4898-A760-5F5F5C268CB0}" type="presParOf" srcId="{7498BA7A-D97C-4FE9-8264-F475A7F3B616}" destId="{D609E633-48CC-4379-AF79-D761AE37ACBF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F98BA1-624C-4EF0-80CA-7BF15E3E3CF8}" type="doc">
      <dgm:prSet loTypeId="urn:microsoft.com/office/officeart/2008/layout/VerticalCurvedList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C96D9099-430D-4DFD-8F50-4582DEC2B7D3}">
      <dgm:prSet phldrT="[Text]" phldr="0"/>
      <dgm:spPr>
        <a:solidFill>
          <a:srgbClr val="002060"/>
        </a:solidFill>
      </dgm:spPr>
      <dgm:t>
        <a:bodyPr/>
        <a:lstStyle/>
        <a:p>
          <a:r>
            <a:rPr lang="it-IT" dirty="0"/>
            <a:t>A </a:t>
          </a:r>
          <a:r>
            <a:rPr lang="it-IT" b="1" dirty="0"/>
            <a:t>router </a:t>
          </a:r>
          <a:r>
            <a:rPr lang="it-IT" b="1" dirty="0" err="1"/>
            <a:t>decides</a:t>
          </a:r>
          <a:r>
            <a:rPr lang="it-IT" b="1" dirty="0"/>
            <a:t> </a:t>
          </a:r>
          <a:r>
            <a:rPr lang="it-IT" b="1" dirty="0" err="1"/>
            <a:t>which</a:t>
          </a:r>
          <a:r>
            <a:rPr lang="it-IT" b="1" dirty="0"/>
            <a:t> head </a:t>
          </a:r>
        </a:p>
        <a:p>
          <a:r>
            <a:rPr lang="it-IT" b="1" dirty="0" err="1"/>
            <a:t>should</a:t>
          </a:r>
          <a:r>
            <a:rPr lang="it-IT" b="1" dirty="0"/>
            <a:t> be </a:t>
          </a:r>
          <a:r>
            <a:rPr lang="it-IT" b="1" dirty="0" err="1"/>
            <a:t>called</a:t>
          </a:r>
          <a:endParaRPr lang="en-US" b="1" dirty="0"/>
        </a:p>
      </dgm:t>
    </dgm:pt>
    <dgm:pt modelId="{26812555-848D-4BA6-A385-2210888C67E1}" type="parTrans" cxnId="{84B4EEB9-97EF-4082-9459-6DF3647356F1}">
      <dgm:prSet/>
      <dgm:spPr/>
      <dgm:t>
        <a:bodyPr/>
        <a:lstStyle/>
        <a:p>
          <a:endParaRPr lang="en-US"/>
        </a:p>
      </dgm:t>
    </dgm:pt>
    <dgm:pt modelId="{67A467AC-C8FA-466C-92F7-0BCCB3CC5F56}" type="sibTrans" cxnId="{84B4EEB9-97EF-4082-9459-6DF3647356F1}">
      <dgm:prSet/>
      <dgm:spPr/>
      <dgm:t>
        <a:bodyPr/>
        <a:lstStyle/>
        <a:p>
          <a:endParaRPr lang="en-US"/>
        </a:p>
      </dgm:t>
    </dgm:pt>
    <dgm:pt modelId="{7CED3ABE-EE09-466B-965A-94B5986F1F78}">
      <dgm:prSet phldrT="[Text]" phldr="1"/>
      <dgm:spPr>
        <a:solidFill>
          <a:srgbClr val="002060"/>
        </a:solidFill>
      </dgm:spPr>
      <dgm:t>
        <a:bodyPr/>
        <a:lstStyle/>
        <a:p>
          <a:endParaRPr lang="en-US" dirty="0"/>
        </a:p>
      </dgm:t>
    </dgm:pt>
    <dgm:pt modelId="{134BDD68-FE74-4FA0-940A-2855E38FE44F}" type="parTrans" cxnId="{F822E77D-2C9A-4873-87AC-11D77EE90497}">
      <dgm:prSet/>
      <dgm:spPr/>
      <dgm:t>
        <a:bodyPr/>
        <a:lstStyle/>
        <a:p>
          <a:endParaRPr lang="en-US"/>
        </a:p>
      </dgm:t>
    </dgm:pt>
    <dgm:pt modelId="{B30DA693-3CFE-44EE-B0B9-1218952968C9}" type="sibTrans" cxnId="{F822E77D-2C9A-4873-87AC-11D77EE90497}">
      <dgm:prSet/>
      <dgm:spPr/>
      <dgm:t>
        <a:bodyPr/>
        <a:lstStyle/>
        <a:p>
          <a:endParaRPr lang="en-US"/>
        </a:p>
      </dgm:t>
    </dgm:pt>
    <dgm:pt modelId="{8D9BC842-21C0-4FBB-8B48-F0580FC2458A}">
      <dgm:prSet phldrT="[Text]" phldr="1"/>
      <dgm:spPr>
        <a:solidFill>
          <a:srgbClr val="002060"/>
        </a:solidFill>
      </dgm:spPr>
      <dgm:t>
        <a:bodyPr/>
        <a:lstStyle/>
        <a:p>
          <a:endParaRPr lang="en-US"/>
        </a:p>
      </dgm:t>
    </dgm:pt>
    <dgm:pt modelId="{AC83D2A3-23D8-46EB-ADAE-E38E4030D6A2}" type="parTrans" cxnId="{6DF98370-2A6C-49EF-8D32-FAA3C74B17FA}">
      <dgm:prSet/>
      <dgm:spPr/>
      <dgm:t>
        <a:bodyPr/>
        <a:lstStyle/>
        <a:p>
          <a:endParaRPr lang="en-US"/>
        </a:p>
      </dgm:t>
    </dgm:pt>
    <dgm:pt modelId="{16B81250-DB98-43D1-82C1-3C9B101AB5AE}" type="sibTrans" cxnId="{6DF98370-2A6C-49EF-8D32-FAA3C74B17FA}">
      <dgm:prSet/>
      <dgm:spPr/>
      <dgm:t>
        <a:bodyPr/>
        <a:lstStyle/>
        <a:p>
          <a:endParaRPr lang="en-US"/>
        </a:p>
      </dgm:t>
    </dgm:pt>
    <dgm:pt modelId="{340BE149-0A78-4854-9464-C16DB9715DBE}" type="pres">
      <dgm:prSet presAssocID="{C6F98BA1-624C-4EF0-80CA-7BF15E3E3CF8}" presName="Name0" presStyleCnt="0">
        <dgm:presLayoutVars>
          <dgm:chMax val="7"/>
          <dgm:chPref val="7"/>
          <dgm:dir/>
        </dgm:presLayoutVars>
      </dgm:prSet>
      <dgm:spPr/>
    </dgm:pt>
    <dgm:pt modelId="{4B9AA58A-18A2-4AE0-9C46-0666C97A7EF8}" type="pres">
      <dgm:prSet presAssocID="{C6F98BA1-624C-4EF0-80CA-7BF15E3E3CF8}" presName="Name1" presStyleCnt="0"/>
      <dgm:spPr/>
    </dgm:pt>
    <dgm:pt modelId="{FEBF61CA-AF92-486C-8795-3ED529B7DC3E}" type="pres">
      <dgm:prSet presAssocID="{C6F98BA1-624C-4EF0-80CA-7BF15E3E3CF8}" presName="cycle" presStyleCnt="0"/>
      <dgm:spPr/>
    </dgm:pt>
    <dgm:pt modelId="{A1CE67F3-A18D-46BE-A35B-BD48D3B2AFCB}" type="pres">
      <dgm:prSet presAssocID="{C6F98BA1-624C-4EF0-80CA-7BF15E3E3CF8}" presName="srcNode" presStyleLbl="node1" presStyleIdx="0" presStyleCnt="3"/>
      <dgm:spPr/>
    </dgm:pt>
    <dgm:pt modelId="{44694467-2703-4838-BA5C-552A9602BEAD}" type="pres">
      <dgm:prSet presAssocID="{C6F98BA1-624C-4EF0-80CA-7BF15E3E3CF8}" presName="conn" presStyleLbl="parChTrans1D2" presStyleIdx="0" presStyleCnt="1"/>
      <dgm:spPr/>
    </dgm:pt>
    <dgm:pt modelId="{42DF6FE8-04B1-4AD8-A86F-2E7DD23DBEB9}" type="pres">
      <dgm:prSet presAssocID="{C6F98BA1-624C-4EF0-80CA-7BF15E3E3CF8}" presName="extraNode" presStyleLbl="node1" presStyleIdx="0" presStyleCnt="3"/>
      <dgm:spPr/>
    </dgm:pt>
    <dgm:pt modelId="{79D935D0-5A90-41FD-8551-5072234CA2E1}" type="pres">
      <dgm:prSet presAssocID="{C6F98BA1-624C-4EF0-80CA-7BF15E3E3CF8}" presName="dstNode" presStyleLbl="node1" presStyleIdx="0" presStyleCnt="3"/>
      <dgm:spPr/>
    </dgm:pt>
    <dgm:pt modelId="{51B53102-B3BF-4567-9525-1426319F939C}" type="pres">
      <dgm:prSet presAssocID="{C96D9099-430D-4DFD-8F50-4582DEC2B7D3}" presName="text_1" presStyleLbl="node1" presStyleIdx="0" presStyleCnt="3">
        <dgm:presLayoutVars>
          <dgm:bulletEnabled val="1"/>
        </dgm:presLayoutVars>
      </dgm:prSet>
      <dgm:spPr/>
    </dgm:pt>
    <dgm:pt modelId="{AAA71634-9781-454C-9034-68D3235F056A}" type="pres">
      <dgm:prSet presAssocID="{C96D9099-430D-4DFD-8F50-4582DEC2B7D3}" presName="accent_1" presStyleCnt="0"/>
      <dgm:spPr/>
    </dgm:pt>
    <dgm:pt modelId="{BB410DFF-4C35-4314-A387-2B59392F9AE6}" type="pres">
      <dgm:prSet presAssocID="{C96D9099-430D-4DFD-8F50-4582DEC2B7D3}" presName="accentRepeatNode" presStyleLbl="solidFgAcc1" presStyleIdx="0" presStyleCnt="3"/>
      <dgm:spPr/>
    </dgm:pt>
    <dgm:pt modelId="{3851819D-A948-46E6-B98B-713E8651599A}" type="pres">
      <dgm:prSet presAssocID="{7CED3ABE-EE09-466B-965A-94B5986F1F78}" presName="text_2" presStyleLbl="node1" presStyleIdx="1" presStyleCnt="3">
        <dgm:presLayoutVars>
          <dgm:bulletEnabled val="1"/>
        </dgm:presLayoutVars>
      </dgm:prSet>
      <dgm:spPr/>
    </dgm:pt>
    <dgm:pt modelId="{8E21C63B-A178-4F31-AE3F-79D3981AEA77}" type="pres">
      <dgm:prSet presAssocID="{7CED3ABE-EE09-466B-965A-94B5986F1F78}" presName="accent_2" presStyleCnt="0"/>
      <dgm:spPr/>
    </dgm:pt>
    <dgm:pt modelId="{BE07F9F1-10B8-459B-B1B0-1017D1429ED8}" type="pres">
      <dgm:prSet presAssocID="{7CED3ABE-EE09-466B-965A-94B5986F1F78}" presName="accentRepeatNode" presStyleLbl="solidFgAcc1" presStyleIdx="1" presStyleCnt="3"/>
      <dgm:spPr/>
    </dgm:pt>
    <dgm:pt modelId="{C92A14FB-EAD8-4566-890B-C0DA7877C08B}" type="pres">
      <dgm:prSet presAssocID="{8D9BC842-21C0-4FBB-8B48-F0580FC2458A}" presName="text_3" presStyleLbl="node1" presStyleIdx="2" presStyleCnt="3">
        <dgm:presLayoutVars>
          <dgm:bulletEnabled val="1"/>
        </dgm:presLayoutVars>
      </dgm:prSet>
      <dgm:spPr/>
    </dgm:pt>
    <dgm:pt modelId="{D638BFD8-5F48-4EA2-B121-BC3525CC0FE3}" type="pres">
      <dgm:prSet presAssocID="{8D9BC842-21C0-4FBB-8B48-F0580FC2458A}" presName="accent_3" presStyleCnt="0"/>
      <dgm:spPr/>
    </dgm:pt>
    <dgm:pt modelId="{3E0DCCC9-E6AC-4019-B27A-611BC8EC0A31}" type="pres">
      <dgm:prSet presAssocID="{8D9BC842-21C0-4FBB-8B48-F0580FC2458A}" presName="accentRepeatNode" presStyleLbl="solidFgAcc1" presStyleIdx="2" presStyleCnt="3"/>
      <dgm:spPr/>
    </dgm:pt>
  </dgm:ptLst>
  <dgm:cxnLst>
    <dgm:cxn modelId="{12E8D621-E5F2-406E-A87C-F948BA6C62A7}" type="presOf" srcId="{C6F98BA1-624C-4EF0-80CA-7BF15E3E3CF8}" destId="{340BE149-0A78-4854-9464-C16DB9715DBE}" srcOrd="0" destOrd="0" presId="urn:microsoft.com/office/officeart/2008/layout/VerticalCurvedList"/>
    <dgm:cxn modelId="{07EC2F4E-6690-42BA-8DEE-B0C3E9A2C6D9}" type="presOf" srcId="{8D9BC842-21C0-4FBB-8B48-F0580FC2458A}" destId="{C92A14FB-EAD8-4566-890B-C0DA7877C08B}" srcOrd="0" destOrd="0" presId="urn:microsoft.com/office/officeart/2008/layout/VerticalCurvedList"/>
    <dgm:cxn modelId="{6DF98370-2A6C-49EF-8D32-FAA3C74B17FA}" srcId="{C6F98BA1-624C-4EF0-80CA-7BF15E3E3CF8}" destId="{8D9BC842-21C0-4FBB-8B48-F0580FC2458A}" srcOrd="2" destOrd="0" parTransId="{AC83D2A3-23D8-46EB-ADAE-E38E4030D6A2}" sibTransId="{16B81250-DB98-43D1-82C1-3C9B101AB5AE}"/>
    <dgm:cxn modelId="{43616175-0699-421B-8299-8D1F8B2467E9}" type="presOf" srcId="{C96D9099-430D-4DFD-8F50-4582DEC2B7D3}" destId="{51B53102-B3BF-4567-9525-1426319F939C}" srcOrd="0" destOrd="0" presId="urn:microsoft.com/office/officeart/2008/layout/VerticalCurvedList"/>
    <dgm:cxn modelId="{F822E77D-2C9A-4873-87AC-11D77EE90497}" srcId="{C6F98BA1-624C-4EF0-80CA-7BF15E3E3CF8}" destId="{7CED3ABE-EE09-466B-965A-94B5986F1F78}" srcOrd="1" destOrd="0" parTransId="{134BDD68-FE74-4FA0-940A-2855E38FE44F}" sibTransId="{B30DA693-3CFE-44EE-B0B9-1218952968C9}"/>
    <dgm:cxn modelId="{F393A5B2-9809-493E-B930-A7D043D79FE3}" type="presOf" srcId="{67A467AC-C8FA-466C-92F7-0BCCB3CC5F56}" destId="{44694467-2703-4838-BA5C-552A9602BEAD}" srcOrd="0" destOrd="0" presId="urn:microsoft.com/office/officeart/2008/layout/VerticalCurvedList"/>
    <dgm:cxn modelId="{84B4EEB9-97EF-4082-9459-6DF3647356F1}" srcId="{C6F98BA1-624C-4EF0-80CA-7BF15E3E3CF8}" destId="{C96D9099-430D-4DFD-8F50-4582DEC2B7D3}" srcOrd="0" destOrd="0" parTransId="{26812555-848D-4BA6-A385-2210888C67E1}" sibTransId="{67A467AC-C8FA-466C-92F7-0BCCB3CC5F56}"/>
    <dgm:cxn modelId="{B5CE66E0-E1D6-4558-A8F2-18BFE3AB6437}" type="presOf" srcId="{7CED3ABE-EE09-466B-965A-94B5986F1F78}" destId="{3851819D-A948-46E6-B98B-713E8651599A}" srcOrd="0" destOrd="0" presId="urn:microsoft.com/office/officeart/2008/layout/VerticalCurvedList"/>
    <dgm:cxn modelId="{8CA9619A-546A-4699-9D73-E58C9B83ABC0}" type="presParOf" srcId="{340BE149-0A78-4854-9464-C16DB9715DBE}" destId="{4B9AA58A-18A2-4AE0-9C46-0666C97A7EF8}" srcOrd="0" destOrd="0" presId="urn:microsoft.com/office/officeart/2008/layout/VerticalCurvedList"/>
    <dgm:cxn modelId="{50DA1CD3-49D6-4568-8346-AFED64D2FEB9}" type="presParOf" srcId="{4B9AA58A-18A2-4AE0-9C46-0666C97A7EF8}" destId="{FEBF61CA-AF92-486C-8795-3ED529B7DC3E}" srcOrd="0" destOrd="0" presId="urn:microsoft.com/office/officeart/2008/layout/VerticalCurvedList"/>
    <dgm:cxn modelId="{D3EC33A0-FABC-4427-A986-BAFAE0131650}" type="presParOf" srcId="{FEBF61CA-AF92-486C-8795-3ED529B7DC3E}" destId="{A1CE67F3-A18D-46BE-A35B-BD48D3B2AFCB}" srcOrd="0" destOrd="0" presId="urn:microsoft.com/office/officeart/2008/layout/VerticalCurvedList"/>
    <dgm:cxn modelId="{FD90761B-2896-4E50-80A8-55DF67313857}" type="presParOf" srcId="{FEBF61CA-AF92-486C-8795-3ED529B7DC3E}" destId="{44694467-2703-4838-BA5C-552A9602BEAD}" srcOrd="1" destOrd="0" presId="urn:microsoft.com/office/officeart/2008/layout/VerticalCurvedList"/>
    <dgm:cxn modelId="{A2297E3E-ABF7-4B6C-87E9-739B44D06C12}" type="presParOf" srcId="{FEBF61CA-AF92-486C-8795-3ED529B7DC3E}" destId="{42DF6FE8-04B1-4AD8-A86F-2E7DD23DBEB9}" srcOrd="2" destOrd="0" presId="urn:microsoft.com/office/officeart/2008/layout/VerticalCurvedList"/>
    <dgm:cxn modelId="{7712D3B7-653B-4440-BECF-4C2C3ABB806B}" type="presParOf" srcId="{FEBF61CA-AF92-486C-8795-3ED529B7DC3E}" destId="{79D935D0-5A90-41FD-8551-5072234CA2E1}" srcOrd="3" destOrd="0" presId="urn:microsoft.com/office/officeart/2008/layout/VerticalCurvedList"/>
    <dgm:cxn modelId="{261170C4-BB8B-4DB9-84CE-D34C8D031552}" type="presParOf" srcId="{4B9AA58A-18A2-4AE0-9C46-0666C97A7EF8}" destId="{51B53102-B3BF-4567-9525-1426319F939C}" srcOrd="1" destOrd="0" presId="urn:microsoft.com/office/officeart/2008/layout/VerticalCurvedList"/>
    <dgm:cxn modelId="{C8537B96-6B5E-470D-88BF-C48C2B751EBB}" type="presParOf" srcId="{4B9AA58A-18A2-4AE0-9C46-0666C97A7EF8}" destId="{AAA71634-9781-454C-9034-68D3235F056A}" srcOrd="2" destOrd="0" presId="urn:microsoft.com/office/officeart/2008/layout/VerticalCurvedList"/>
    <dgm:cxn modelId="{1C881F6A-02AB-4A3D-A54F-32D665E455E2}" type="presParOf" srcId="{AAA71634-9781-454C-9034-68D3235F056A}" destId="{BB410DFF-4C35-4314-A387-2B59392F9AE6}" srcOrd="0" destOrd="0" presId="urn:microsoft.com/office/officeart/2008/layout/VerticalCurvedList"/>
    <dgm:cxn modelId="{E6869F80-612E-41AB-8A47-7794FDBFE9DC}" type="presParOf" srcId="{4B9AA58A-18A2-4AE0-9C46-0666C97A7EF8}" destId="{3851819D-A948-46E6-B98B-713E8651599A}" srcOrd="3" destOrd="0" presId="urn:microsoft.com/office/officeart/2008/layout/VerticalCurvedList"/>
    <dgm:cxn modelId="{768487BA-9047-4751-8B9C-8B198A301689}" type="presParOf" srcId="{4B9AA58A-18A2-4AE0-9C46-0666C97A7EF8}" destId="{8E21C63B-A178-4F31-AE3F-79D3981AEA77}" srcOrd="4" destOrd="0" presId="urn:microsoft.com/office/officeart/2008/layout/VerticalCurvedList"/>
    <dgm:cxn modelId="{F558C1B9-7C84-475B-99E1-3F8505F953A2}" type="presParOf" srcId="{8E21C63B-A178-4F31-AE3F-79D3981AEA77}" destId="{BE07F9F1-10B8-459B-B1B0-1017D1429ED8}" srcOrd="0" destOrd="0" presId="urn:microsoft.com/office/officeart/2008/layout/VerticalCurvedList"/>
    <dgm:cxn modelId="{6C49E4AB-F5B4-445B-94FC-25DE77D6360B}" type="presParOf" srcId="{4B9AA58A-18A2-4AE0-9C46-0666C97A7EF8}" destId="{C92A14FB-EAD8-4566-890B-C0DA7877C08B}" srcOrd="5" destOrd="0" presId="urn:microsoft.com/office/officeart/2008/layout/VerticalCurvedList"/>
    <dgm:cxn modelId="{03648525-96CC-4F36-9EAC-46E05F60A61B}" type="presParOf" srcId="{4B9AA58A-18A2-4AE0-9C46-0666C97A7EF8}" destId="{D638BFD8-5F48-4EA2-B121-BC3525CC0FE3}" srcOrd="6" destOrd="0" presId="urn:microsoft.com/office/officeart/2008/layout/VerticalCurvedList"/>
    <dgm:cxn modelId="{E0E13E4C-3DA8-49FF-B585-6042723B5F74}" type="presParOf" srcId="{D638BFD8-5F48-4EA2-B121-BC3525CC0FE3}" destId="{3E0DCCC9-E6AC-4019-B27A-611BC8EC0A31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244423-770B-4E49-8D44-278C5BE702BB}" type="doc">
      <dgm:prSet loTypeId="urn:microsoft.com/office/officeart/2008/layout/VerticalCurvedList" loCatId="list" qsTypeId="urn:microsoft.com/office/officeart/2005/8/quickstyle/simple2#1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90A56262-DCF1-4ADF-9CE1-2D7F20CF0A94}">
      <dgm:prSet custT="1"/>
      <dgm:spPr>
        <a:solidFill>
          <a:schemeClr val="bg1">
            <a:lumMod val="85000"/>
          </a:schemeClr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r>
            <a:rPr lang="it-IT" sz="1400" dirty="0">
              <a:solidFill>
                <a:schemeClr val="tx1"/>
              </a:solidFill>
            </a:rPr>
            <a:t>Some </a:t>
          </a:r>
          <a:r>
            <a:rPr lang="it-IT" sz="1400" dirty="0" err="1">
              <a:solidFill>
                <a:schemeClr val="tx1"/>
              </a:solidFill>
            </a:rPr>
            <a:t>partitions</a:t>
          </a:r>
          <a:r>
            <a:rPr lang="it-IT" sz="1400" dirty="0">
              <a:solidFill>
                <a:schemeClr val="tx1"/>
              </a:solidFill>
            </a:rPr>
            <a:t> produce </a:t>
          </a:r>
          <a:r>
            <a:rPr lang="it-IT" sz="1400" dirty="0" err="1">
              <a:solidFill>
                <a:schemeClr val="tx1"/>
              </a:solidFill>
            </a:rPr>
            <a:t>very</a:t>
          </a:r>
          <a:r>
            <a:rPr lang="it-IT" sz="1400" dirty="0">
              <a:solidFill>
                <a:schemeClr val="tx1"/>
              </a:solidFill>
            </a:rPr>
            <a:t> </a:t>
          </a:r>
          <a:r>
            <a:rPr lang="it-IT" sz="1400" dirty="0" err="1">
              <a:solidFill>
                <a:schemeClr val="tx1"/>
              </a:solidFill>
            </a:rPr>
            <a:t>effective</a:t>
          </a:r>
          <a:r>
            <a:rPr lang="it-IT" sz="1400" dirty="0">
              <a:solidFill>
                <a:schemeClr val="tx1"/>
              </a:solidFill>
            </a:rPr>
            <a:t> </a:t>
          </a:r>
          <a:r>
            <a:rPr lang="it-IT" sz="1400" dirty="0" err="1">
              <a:solidFill>
                <a:schemeClr val="tx1"/>
              </a:solidFill>
            </a:rPr>
            <a:t>experts</a:t>
          </a:r>
          <a:endParaRPr lang="en-US" sz="1400" dirty="0">
            <a:solidFill>
              <a:schemeClr val="tx1"/>
            </a:solidFill>
          </a:endParaRPr>
        </a:p>
      </dgm:t>
    </dgm:pt>
    <dgm:pt modelId="{BB212685-9D6D-4144-8F9A-B6679DDD1D8B}" type="parTrans" cxnId="{CE374D2A-9259-4B1A-B46C-442DD6252BEE}">
      <dgm:prSet/>
      <dgm:spPr/>
      <dgm:t>
        <a:bodyPr/>
        <a:lstStyle/>
        <a:p>
          <a:endParaRPr lang="en-US" sz="2400"/>
        </a:p>
      </dgm:t>
    </dgm:pt>
    <dgm:pt modelId="{EBD1D499-0615-464B-A736-CD70BAAC331E}" type="sibTrans" cxnId="{CE374D2A-9259-4B1A-B46C-442DD6252BEE}">
      <dgm:prSet/>
      <dgm:spPr>
        <a:ln>
          <a:solidFill>
            <a:schemeClr val="tx1">
              <a:lumMod val="75000"/>
              <a:lumOff val="25000"/>
            </a:schemeClr>
          </a:solidFill>
        </a:ln>
      </dgm:spPr>
      <dgm:t>
        <a:bodyPr/>
        <a:lstStyle/>
        <a:p>
          <a:endParaRPr lang="en-US" sz="2400"/>
        </a:p>
      </dgm:t>
    </dgm:pt>
    <dgm:pt modelId="{683B0057-73C3-4569-89A8-8D12444CC0D8}">
      <dgm:prSet custT="1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it-IT" sz="1400">
              <a:solidFill>
                <a:schemeClr val="tx1"/>
              </a:solidFill>
            </a:rPr>
            <a:t>Many partitions produce modest improvements</a:t>
          </a:r>
          <a:endParaRPr lang="en-US" sz="1400">
            <a:solidFill>
              <a:schemeClr val="tx1"/>
            </a:solidFill>
          </a:endParaRPr>
        </a:p>
      </dgm:t>
    </dgm:pt>
    <dgm:pt modelId="{6AFBE145-D5FB-469A-A490-87B658B96E1E}" type="parTrans" cxnId="{A0A95247-8329-44FE-9E7C-0DF3EBFA4D7C}">
      <dgm:prSet/>
      <dgm:spPr/>
      <dgm:t>
        <a:bodyPr/>
        <a:lstStyle/>
        <a:p>
          <a:endParaRPr lang="en-US" sz="2400"/>
        </a:p>
      </dgm:t>
    </dgm:pt>
    <dgm:pt modelId="{BEADF8B8-523C-40BC-92EE-95C3F7A37D82}" type="sibTrans" cxnId="{A0A95247-8329-44FE-9E7C-0DF3EBFA4D7C}">
      <dgm:prSet/>
      <dgm:spPr/>
      <dgm:t>
        <a:bodyPr/>
        <a:lstStyle/>
        <a:p>
          <a:endParaRPr lang="en-US" sz="2400"/>
        </a:p>
      </dgm:t>
    </dgm:pt>
    <dgm:pt modelId="{6221E7AE-457D-4440-BBB2-1DBEA0831D42}">
      <dgm:prSet custT="1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it-IT" sz="1400">
              <a:solidFill>
                <a:schemeClr val="tx1"/>
              </a:solidFill>
            </a:rPr>
            <a:t>The depth of the minimum is rougly proportional to the initial magnitude of the gradient</a:t>
          </a:r>
          <a:endParaRPr lang="en-US" sz="1400" dirty="0">
            <a:solidFill>
              <a:schemeClr val="tx1"/>
            </a:solidFill>
          </a:endParaRPr>
        </a:p>
      </dgm:t>
    </dgm:pt>
    <dgm:pt modelId="{A7C37C80-3CD0-4898-BFA0-19C0B593B2C6}" type="parTrans" cxnId="{CBAC0D8D-FA8B-4CA8-80D3-7283A6C8E3C9}">
      <dgm:prSet/>
      <dgm:spPr/>
      <dgm:t>
        <a:bodyPr/>
        <a:lstStyle/>
        <a:p>
          <a:endParaRPr lang="en-US" sz="2400"/>
        </a:p>
      </dgm:t>
    </dgm:pt>
    <dgm:pt modelId="{6FB75B68-0048-4A4D-A668-03F67084800D}" type="sibTrans" cxnId="{CBAC0D8D-FA8B-4CA8-80D3-7283A6C8E3C9}">
      <dgm:prSet/>
      <dgm:spPr/>
      <dgm:t>
        <a:bodyPr/>
        <a:lstStyle/>
        <a:p>
          <a:endParaRPr lang="en-US" sz="2400"/>
        </a:p>
      </dgm:t>
    </dgm:pt>
    <dgm:pt modelId="{CE0252A1-51ED-42D9-8251-89ABB98E1FF0}" type="pres">
      <dgm:prSet presAssocID="{3F244423-770B-4E49-8D44-278C5BE702BB}" presName="Name0" presStyleCnt="0">
        <dgm:presLayoutVars>
          <dgm:chMax val="7"/>
          <dgm:chPref val="7"/>
          <dgm:dir/>
        </dgm:presLayoutVars>
      </dgm:prSet>
      <dgm:spPr/>
    </dgm:pt>
    <dgm:pt modelId="{BA5B16AD-0E8C-475F-8306-C908B5904CF5}" type="pres">
      <dgm:prSet presAssocID="{3F244423-770B-4E49-8D44-278C5BE702BB}" presName="Name1" presStyleCnt="0"/>
      <dgm:spPr/>
    </dgm:pt>
    <dgm:pt modelId="{5C92A746-8F9C-41E8-B1E8-79751E631834}" type="pres">
      <dgm:prSet presAssocID="{3F244423-770B-4E49-8D44-278C5BE702BB}" presName="cycle" presStyleCnt="0"/>
      <dgm:spPr/>
    </dgm:pt>
    <dgm:pt modelId="{414CDBC6-5DD8-4FE2-8F3D-BEAE6069D64D}" type="pres">
      <dgm:prSet presAssocID="{3F244423-770B-4E49-8D44-278C5BE702BB}" presName="srcNode" presStyleLbl="node1" presStyleIdx="0" presStyleCnt="3"/>
      <dgm:spPr/>
    </dgm:pt>
    <dgm:pt modelId="{75ED2FD7-17A6-4AA6-B1CE-D6634C5E4505}" type="pres">
      <dgm:prSet presAssocID="{3F244423-770B-4E49-8D44-278C5BE702BB}" presName="conn" presStyleLbl="parChTrans1D2" presStyleIdx="0" presStyleCnt="1"/>
      <dgm:spPr/>
    </dgm:pt>
    <dgm:pt modelId="{245C8B4C-933C-41BA-9CFC-CBA845D59522}" type="pres">
      <dgm:prSet presAssocID="{3F244423-770B-4E49-8D44-278C5BE702BB}" presName="extraNode" presStyleLbl="node1" presStyleIdx="0" presStyleCnt="3"/>
      <dgm:spPr/>
    </dgm:pt>
    <dgm:pt modelId="{ED3F0C5A-C044-462D-ABDF-09142CA62219}" type="pres">
      <dgm:prSet presAssocID="{3F244423-770B-4E49-8D44-278C5BE702BB}" presName="dstNode" presStyleLbl="node1" presStyleIdx="0" presStyleCnt="3"/>
      <dgm:spPr/>
    </dgm:pt>
    <dgm:pt modelId="{8C55CCE0-E827-4B86-861E-A5749FC2AD16}" type="pres">
      <dgm:prSet presAssocID="{90A56262-DCF1-4ADF-9CE1-2D7F20CF0A94}" presName="text_1" presStyleLbl="node1" presStyleIdx="0" presStyleCnt="3">
        <dgm:presLayoutVars>
          <dgm:bulletEnabled val="1"/>
        </dgm:presLayoutVars>
      </dgm:prSet>
      <dgm:spPr/>
    </dgm:pt>
    <dgm:pt modelId="{A300139A-BC76-4616-B250-5B11AEA00D02}" type="pres">
      <dgm:prSet presAssocID="{90A56262-DCF1-4ADF-9CE1-2D7F20CF0A94}" presName="accent_1" presStyleCnt="0"/>
      <dgm:spPr/>
    </dgm:pt>
    <dgm:pt modelId="{DD1F8BB0-EA66-40BA-BFF5-2CA3595E2806}" type="pres">
      <dgm:prSet presAssocID="{90A56262-DCF1-4ADF-9CE1-2D7F20CF0A94}" presName="accentRepeatNode" presStyleLbl="solidFgAcc1" presStyleIdx="0" presStyleCnt="3"/>
      <dgm:spPr/>
    </dgm:pt>
    <dgm:pt modelId="{BDDE1B80-D7AF-4304-8F07-3111B0D8AE05}" type="pres">
      <dgm:prSet presAssocID="{683B0057-73C3-4569-89A8-8D12444CC0D8}" presName="text_2" presStyleLbl="node1" presStyleIdx="1" presStyleCnt="3">
        <dgm:presLayoutVars>
          <dgm:bulletEnabled val="1"/>
        </dgm:presLayoutVars>
      </dgm:prSet>
      <dgm:spPr/>
    </dgm:pt>
    <dgm:pt modelId="{128EFDBE-FDA2-4232-B416-8D1D5650B50B}" type="pres">
      <dgm:prSet presAssocID="{683B0057-73C3-4569-89A8-8D12444CC0D8}" presName="accent_2" presStyleCnt="0"/>
      <dgm:spPr/>
    </dgm:pt>
    <dgm:pt modelId="{52A5448B-6F90-4A2D-924A-7275D19FDBE6}" type="pres">
      <dgm:prSet presAssocID="{683B0057-73C3-4569-89A8-8D12444CC0D8}" presName="accentRepeatNode" presStyleLbl="solidFgAcc1" presStyleIdx="1" presStyleCnt="3"/>
      <dgm:spPr/>
    </dgm:pt>
    <dgm:pt modelId="{C84F83AF-9758-48A3-9805-AE9EB9DBF52D}" type="pres">
      <dgm:prSet presAssocID="{6221E7AE-457D-4440-BBB2-1DBEA0831D42}" presName="text_3" presStyleLbl="node1" presStyleIdx="2" presStyleCnt="3">
        <dgm:presLayoutVars>
          <dgm:bulletEnabled val="1"/>
        </dgm:presLayoutVars>
      </dgm:prSet>
      <dgm:spPr/>
    </dgm:pt>
    <dgm:pt modelId="{23526013-F796-4EB1-B859-37BA9B634789}" type="pres">
      <dgm:prSet presAssocID="{6221E7AE-457D-4440-BBB2-1DBEA0831D42}" presName="accent_3" presStyleCnt="0"/>
      <dgm:spPr/>
    </dgm:pt>
    <dgm:pt modelId="{4644D4AE-7AA4-462A-8947-2AB341901E3C}" type="pres">
      <dgm:prSet presAssocID="{6221E7AE-457D-4440-BBB2-1DBEA0831D42}" presName="accentRepeatNode" presStyleLbl="solidFgAcc1" presStyleIdx="2" presStyleCnt="3"/>
      <dgm:spPr/>
    </dgm:pt>
  </dgm:ptLst>
  <dgm:cxnLst>
    <dgm:cxn modelId="{D5437B16-6F2C-4070-8856-EB1E3989FC49}" type="presOf" srcId="{683B0057-73C3-4569-89A8-8D12444CC0D8}" destId="{BDDE1B80-D7AF-4304-8F07-3111B0D8AE05}" srcOrd="0" destOrd="0" presId="urn:microsoft.com/office/officeart/2008/layout/VerticalCurvedList"/>
    <dgm:cxn modelId="{03980718-8290-4334-B1B7-3880DC73754E}" type="presOf" srcId="{90A56262-DCF1-4ADF-9CE1-2D7F20CF0A94}" destId="{8C55CCE0-E827-4B86-861E-A5749FC2AD16}" srcOrd="0" destOrd="0" presId="urn:microsoft.com/office/officeart/2008/layout/VerticalCurvedList"/>
    <dgm:cxn modelId="{CE374D2A-9259-4B1A-B46C-442DD6252BEE}" srcId="{3F244423-770B-4E49-8D44-278C5BE702BB}" destId="{90A56262-DCF1-4ADF-9CE1-2D7F20CF0A94}" srcOrd="0" destOrd="0" parTransId="{BB212685-9D6D-4144-8F9A-B6679DDD1D8B}" sibTransId="{EBD1D499-0615-464B-A736-CD70BAAC331E}"/>
    <dgm:cxn modelId="{22636C5E-8105-4A32-9CDB-19FB80F128C1}" type="presOf" srcId="{EBD1D499-0615-464B-A736-CD70BAAC331E}" destId="{75ED2FD7-17A6-4AA6-B1CE-D6634C5E4505}" srcOrd="0" destOrd="0" presId="urn:microsoft.com/office/officeart/2008/layout/VerticalCurvedList"/>
    <dgm:cxn modelId="{A0A95247-8329-44FE-9E7C-0DF3EBFA4D7C}" srcId="{3F244423-770B-4E49-8D44-278C5BE702BB}" destId="{683B0057-73C3-4569-89A8-8D12444CC0D8}" srcOrd="1" destOrd="0" parTransId="{6AFBE145-D5FB-469A-A490-87B658B96E1E}" sibTransId="{BEADF8B8-523C-40BC-92EE-95C3F7A37D82}"/>
    <dgm:cxn modelId="{AAF0B154-5E50-4DCA-9A65-9CF7C7A2BD83}" type="presOf" srcId="{6221E7AE-457D-4440-BBB2-1DBEA0831D42}" destId="{C84F83AF-9758-48A3-9805-AE9EB9DBF52D}" srcOrd="0" destOrd="0" presId="urn:microsoft.com/office/officeart/2008/layout/VerticalCurvedList"/>
    <dgm:cxn modelId="{CBAC0D8D-FA8B-4CA8-80D3-7283A6C8E3C9}" srcId="{3F244423-770B-4E49-8D44-278C5BE702BB}" destId="{6221E7AE-457D-4440-BBB2-1DBEA0831D42}" srcOrd="2" destOrd="0" parTransId="{A7C37C80-3CD0-4898-BFA0-19C0B593B2C6}" sibTransId="{6FB75B68-0048-4A4D-A668-03F67084800D}"/>
    <dgm:cxn modelId="{49A458BA-38B0-4282-B5C1-527278B2D4EF}" type="presOf" srcId="{3F244423-770B-4E49-8D44-278C5BE702BB}" destId="{CE0252A1-51ED-42D9-8251-89ABB98E1FF0}" srcOrd="0" destOrd="0" presId="urn:microsoft.com/office/officeart/2008/layout/VerticalCurvedList"/>
    <dgm:cxn modelId="{34EB44B7-EA6C-4D82-8048-D5F758B94072}" type="presParOf" srcId="{CE0252A1-51ED-42D9-8251-89ABB98E1FF0}" destId="{BA5B16AD-0E8C-475F-8306-C908B5904CF5}" srcOrd="0" destOrd="0" presId="urn:microsoft.com/office/officeart/2008/layout/VerticalCurvedList"/>
    <dgm:cxn modelId="{1DEF7D03-6A5F-4BAC-A452-71924A4B83DB}" type="presParOf" srcId="{BA5B16AD-0E8C-475F-8306-C908B5904CF5}" destId="{5C92A746-8F9C-41E8-B1E8-79751E631834}" srcOrd="0" destOrd="0" presId="urn:microsoft.com/office/officeart/2008/layout/VerticalCurvedList"/>
    <dgm:cxn modelId="{CB27D293-73ED-4AF2-8CE7-4B60AB930511}" type="presParOf" srcId="{5C92A746-8F9C-41E8-B1E8-79751E631834}" destId="{414CDBC6-5DD8-4FE2-8F3D-BEAE6069D64D}" srcOrd="0" destOrd="0" presId="urn:microsoft.com/office/officeart/2008/layout/VerticalCurvedList"/>
    <dgm:cxn modelId="{34E75F91-132D-478F-B40A-9C0C1DB9DEF0}" type="presParOf" srcId="{5C92A746-8F9C-41E8-B1E8-79751E631834}" destId="{75ED2FD7-17A6-4AA6-B1CE-D6634C5E4505}" srcOrd="1" destOrd="0" presId="urn:microsoft.com/office/officeart/2008/layout/VerticalCurvedList"/>
    <dgm:cxn modelId="{1EE6830F-2998-46EA-8538-EDEF4C03678A}" type="presParOf" srcId="{5C92A746-8F9C-41E8-B1E8-79751E631834}" destId="{245C8B4C-933C-41BA-9CFC-CBA845D59522}" srcOrd="2" destOrd="0" presId="urn:microsoft.com/office/officeart/2008/layout/VerticalCurvedList"/>
    <dgm:cxn modelId="{5C6170D9-2759-4F3F-BB51-FC5989A71588}" type="presParOf" srcId="{5C92A746-8F9C-41E8-B1E8-79751E631834}" destId="{ED3F0C5A-C044-462D-ABDF-09142CA62219}" srcOrd="3" destOrd="0" presId="urn:microsoft.com/office/officeart/2008/layout/VerticalCurvedList"/>
    <dgm:cxn modelId="{14466040-C8EB-41EB-9068-493E47C3B1F9}" type="presParOf" srcId="{BA5B16AD-0E8C-475F-8306-C908B5904CF5}" destId="{8C55CCE0-E827-4B86-861E-A5749FC2AD16}" srcOrd="1" destOrd="0" presId="urn:microsoft.com/office/officeart/2008/layout/VerticalCurvedList"/>
    <dgm:cxn modelId="{8DFF7E4E-8E92-4920-A389-5B32482A4986}" type="presParOf" srcId="{BA5B16AD-0E8C-475F-8306-C908B5904CF5}" destId="{A300139A-BC76-4616-B250-5B11AEA00D02}" srcOrd="2" destOrd="0" presId="urn:microsoft.com/office/officeart/2008/layout/VerticalCurvedList"/>
    <dgm:cxn modelId="{02B6373A-E932-41D4-BE39-BD3E6D4C9515}" type="presParOf" srcId="{A300139A-BC76-4616-B250-5B11AEA00D02}" destId="{DD1F8BB0-EA66-40BA-BFF5-2CA3595E2806}" srcOrd="0" destOrd="0" presId="urn:microsoft.com/office/officeart/2008/layout/VerticalCurvedList"/>
    <dgm:cxn modelId="{0BAFE0C2-CBF8-4362-98B3-F094F24C0D62}" type="presParOf" srcId="{BA5B16AD-0E8C-475F-8306-C908B5904CF5}" destId="{BDDE1B80-D7AF-4304-8F07-3111B0D8AE05}" srcOrd="3" destOrd="0" presId="urn:microsoft.com/office/officeart/2008/layout/VerticalCurvedList"/>
    <dgm:cxn modelId="{C36A9054-6EC7-4E7E-A875-6743E2ADE45F}" type="presParOf" srcId="{BA5B16AD-0E8C-475F-8306-C908B5904CF5}" destId="{128EFDBE-FDA2-4232-B416-8D1D5650B50B}" srcOrd="4" destOrd="0" presId="urn:microsoft.com/office/officeart/2008/layout/VerticalCurvedList"/>
    <dgm:cxn modelId="{190EB527-DE95-43F0-ADD8-E2494D5BACE5}" type="presParOf" srcId="{128EFDBE-FDA2-4232-B416-8D1D5650B50B}" destId="{52A5448B-6F90-4A2D-924A-7275D19FDBE6}" srcOrd="0" destOrd="0" presId="urn:microsoft.com/office/officeart/2008/layout/VerticalCurvedList"/>
    <dgm:cxn modelId="{9618F8D6-4542-4604-B0A5-91C38B6622D2}" type="presParOf" srcId="{BA5B16AD-0E8C-475F-8306-C908B5904CF5}" destId="{C84F83AF-9758-48A3-9805-AE9EB9DBF52D}" srcOrd="5" destOrd="0" presId="urn:microsoft.com/office/officeart/2008/layout/VerticalCurvedList"/>
    <dgm:cxn modelId="{427B461E-DE51-4B35-ABBA-2C0B6E90A644}" type="presParOf" srcId="{BA5B16AD-0E8C-475F-8306-C908B5904CF5}" destId="{23526013-F796-4EB1-B859-37BA9B634789}" srcOrd="6" destOrd="0" presId="urn:microsoft.com/office/officeart/2008/layout/VerticalCurvedList"/>
    <dgm:cxn modelId="{7DED6F24-1781-4235-B68C-6FCCB2CE0B6B}" type="presParOf" srcId="{23526013-F796-4EB1-B859-37BA9B634789}" destId="{4644D4AE-7AA4-462A-8947-2AB341901E3C}" srcOrd="0" destOrd="0" presId="urn:microsoft.com/office/officeart/2008/layout/VerticalCurvedList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94467-2703-4838-BA5C-552A9602BEAD}">
      <dsp:nvSpPr>
        <dsp:cNvPr id="0" name=""/>
        <dsp:cNvSpPr/>
      </dsp:nvSpPr>
      <dsp:spPr>
        <a:xfrm>
          <a:off x="-4207526" y="-645602"/>
          <a:ext cx="5013314" cy="5013314"/>
        </a:xfrm>
        <a:prstGeom prst="blockArc">
          <a:avLst>
            <a:gd name="adj1" fmla="val 18900000"/>
            <a:gd name="adj2" fmla="val 2700000"/>
            <a:gd name="adj3" fmla="val 43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53102-B3BF-4567-9525-1426319F939C}">
      <dsp:nvSpPr>
        <dsp:cNvPr id="0" name=""/>
        <dsp:cNvSpPr/>
      </dsp:nvSpPr>
      <dsp:spPr>
        <a:xfrm>
          <a:off x="422176" y="286155"/>
          <a:ext cx="4956893" cy="572609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509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/>
            <a:t>Input </a:t>
          </a:r>
          <a:r>
            <a:rPr lang="it-IT" sz="3000" kern="1200" dirty="0" err="1"/>
            <a:t>layer</a:t>
          </a:r>
          <a:endParaRPr lang="en-US" sz="3000" b="1" kern="1200" dirty="0"/>
        </a:p>
      </dsp:txBody>
      <dsp:txXfrm>
        <a:off x="422176" y="286155"/>
        <a:ext cx="4956893" cy="572609"/>
      </dsp:txXfrm>
    </dsp:sp>
    <dsp:sp modelId="{BB410DFF-4C35-4314-A387-2B59392F9AE6}">
      <dsp:nvSpPr>
        <dsp:cNvPr id="0" name=""/>
        <dsp:cNvSpPr/>
      </dsp:nvSpPr>
      <dsp:spPr>
        <a:xfrm>
          <a:off x="64295" y="214579"/>
          <a:ext cx="715761" cy="7157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1819D-A948-46E6-B98B-713E8651599A}">
      <dsp:nvSpPr>
        <dsp:cNvPr id="0" name=""/>
        <dsp:cNvSpPr/>
      </dsp:nvSpPr>
      <dsp:spPr>
        <a:xfrm>
          <a:off x="750466" y="1145218"/>
          <a:ext cx="4628603" cy="572609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509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/>
            <a:t>Accumulator </a:t>
          </a:r>
          <a:r>
            <a:rPr lang="it-IT" sz="3000" kern="1200" dirty="0" err="1"/>
            <a:t>layer</a:t>
          </a:r>
          <a:r>
            <a:rPr lang="it-IT" sz="3000" kern="1200" dirty="0"/>
            <a:t> (L1)</a:t>
          </a:r>
          <a:endParaRPr lang="en-US" sz="3000" kern="1200" dirty="0"/>
        </a:p>
      </dsp:txBody>
      <dsp:txXfrm>
        <a:off x="750466" y="1145218"/>
        <a:ext cx="4628603" cy="572609"/>
      </dsp:txXfrm>
    </dsp:sp>
    <dsp:sp modelId="{BE07F9F1-10B8-459B-B1B0-1017D1429ED8}">
      <dsp:nvSpPr>
        <dsp:cNvPr id="0" name=""/>
        <dsp:cNvSpPr/>
      </dsp:nvSpPr>
      <dsp:spPr>
        <a:xfrm>
          <a:off x="392585" y="1073642"/>
          <a:ext cx="715761" cy="7157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A14FB-EAD8-4566-890B-C0DA7877C08B}">
      <dsp:nvSpPr>
        <dsp:cNvPr id="0" name=""/>
        <dsp:cNvSpPr/>
      </dsp:nvSpPr>
      <dsp:spPr>
        <a:xfrm>
          <a:off x="750466" y="2004281"/>
          <a:ext cx="4628603" cy="572609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509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/>
            <a:t>L2 </a:t>
          </a:r>
          <a:r>
            <a:rPr lang="it-IT" sz="3000" kern="1200" dirty="0" err="1"/>
            <a:t>hidden</a:t>
          </a:r>
          <a:r>
            <a:rPr lang="it-IT" sz="3000" kern="1200" dirty="0"/>
            <a:t> </a:t>
          </a:r>
          <a:r>
            <a:rPr lang="it-IT" sz="3000" kern="1200" dirty="0" err="1"/>
            <a:t>layer</a:t>
          </a:r>
          <a:endParaRPr lang="en-US" sz="3000" kern="1200" dirty="0"/>
        </a:p>
      </dsp:txBody>
      <dsp:txXfrm>
        <a:off x="750466" y="2004281"/>
        <a:ext cx="4628603" cy="572609"/>
      </dsp:txXfrm>
    </dsp:sp>
    <dsp:sp modelId="{3E0DCCC9-E6AC-4019-B27A-611BC8EC0A31}">
      <dsp:nvSpPr>
        <dsp:cNvPr id="0" name=""/>
        <dsp:cNvSpPr/>
      </dsp:nvSpPr>
      <dsp:spPr>
        <a:xfrm>
          <a:off x="392585" y="1932705"/>
          <a:ext cx="715761" cy="7157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88BD50-FB6F-42B2-BCC6-A15280DB03D3}">
      <dsp:nvSpPr>
        <dsp:cNvPr id="0" name=""/>
        <dsp:cNvSpPr/>
      </dsp:nvSpPr>
      <dsp:spPr>
        <a:xfrm>
          <a:off x="422176" y="2863344"/>
          <a:ext cx="4956893" cy="572609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509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/>
            <a:t>Output </a:t>
          </a:r>
          <a:r>
            <a:rPr lang="it-IT" sz="3000" kern="1200" dirty="0" err="1"/>
            <a:t>layer</a:t>
          </a:r>
          <a:endParaRPr lang="en-US" sz="3000" kern="1200" dirty="0"/>
        </a:p>
      </dsp:txBody>
      <dsp:txXfrm>
        <a:off x="422176" y="2863344"/>
        <a:ext cx="4956893" cy="572609"/>
      </dsp:txXfrm>
    </dsp:sp>
    <dsp:sp modelId="{D609E633-48CC-4379-AF79-D761AE37ACBF}">
      <dsp:nvSpPr>
        <dsp:cNvPr id="0" name=""/>
        <dsp:cNvSpPr/>
      </dsp:nvSpPr>
      <dsp:spPr>
        <a:xfrm>
          <a:off x="64295" y="2791767"/>
          <a:ext cx="715761" cy="7157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94467-2703-4838-BA5C-552A9602BEAD}">
      <dsp:nvSpPr>
        <dsp:cNvPr id="0" name=""/>
        <dsp:cNvSpPr/>
      </dsp:nvSpPr>
      <dsp:spPr>
        <a:xfrm>
          <a:off x="-4207526" y="-645602"/>
          <a:ext cx="5013314" cy="5013314"/>
        </a:xfrm>
        <a:prstGeom prst="blockArc">
          <a:avLst>
            <a:gd name="adj1" fmla="val 18900000"/>
            <a:gd name="adj2" fmla="val 2700000"/>
            <a:gd name="adj3" fmla="val 43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53102-B3BF-4567-9525-1426319F939C}">
      <dsp:nvSpPr>
        <dsp:cNvPr id="0" name=""/>
        <dsp:cNvSpPr/>
      </dsp:nvSpPr>
      <dsp:spPr>
        <a:xfrm>
          <a:off x="518207" y="372210"/>
          <a:ext cx="4860863" cy="74442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88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A </a:t>
          </a:r>
          <a:r>
            <a:rPr lang="it-IT" sz="1900" b="1" kern="1200" dirty="0"/>
            <a:t>router </a:t>
          </a:r>
          <a:r>
            <a:rPr lang="it-IT" sz="1900" b="1" kern="1200" dirty="0" err="1"/>
            <a:t>decides</a:t>
          </a:r>
          <a:r>
            <a:rPr lang="it-IT" sz="1900" b="1" kern="1200" dirty="0"/>
            <a:t> </a:t>
          </a:r>
          <a:r>
            <a:rPr lang="it-IT" sz="1900" b="1" kern="1200" dirty="0" err="1"/>
            <a:t>which</a:t>
          </a:r>
          <a:r>
            <a:rPr lang="it-IT" sz="1900" b="1" kern="1200" dirty="0"/>
            <a:t> head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 err="1"/>
            <a:t>should</a:t>
          </a:r>
          <a:r>
            <a:rPr lang="it-IT" sz="1900" b="1" kern="1200" dirty="0"/>
            <a:t> be </a:t>
          </a:r>
          <a:r>
            <a:rPr lang="it-IT" sz="1900" b="1" kern="1200" dirty="0" err="1"/>
            <a:t>called</a:t>
          </a:r>
          <a:endParaRPr lang="en-US" sz="1900" b="1" kern="1200" dirty="0"/>
        </a:p>
      </dsp:txBody>
      <dsp:txXfrm>
        <a:off x="518207" y="372210"/>
        <a:ext cx="4860863" cy="744421"/>
      </dsp:txXfrm>
    </dsp:sp>
    <dsp:sp modelId="{BB410DFF-4C35-4314-A387-2B59392F9AE6}">
      <dsp:nvSpPr>
        <dsp:cNvPr id="0" name=""/>
        <dsp:cNvSpPr/>
      </dsp:nvSpPr>
      <dsp:spPr>
        <a:xfrm>
          <a:off x="52943" y="279158"/>
          <a:ext cx="930527" cy="9305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1819D-A948-46E6-B98B-713E8651599A}">
      <dsp:nvSpPr>
        <dsp:cNvPr id="0" name=""/>
        <dsp:cNvSpPr/>
      </dsp:nvSpPr>
      <dsp:spPr>
        <a:xfrm>
          <a:off x="788804" y="1488843"/>
          <a:ext cx="4590265" cy="74442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88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788804" y="1488843"/>
        <a:ext cx="4590265" cy="744421"/>
      </dsp:txXfrm>
    </dsp:sp>
    <dsp:sp modelId="{BE07F9F1-10B8-459B-B1B0-1017D1429ED8}">
      <dsp:nvSpPr>
        <dsp:cNvPr id="0" name=""/>
        <dsp:cNvSpPr/>
      </dsp:nvSpPr>
      <dsp:spPr>
        <a:xfrm>
          <a:off x="323540" y="1395790"/>
          <a:ext cx="930527" cy="9305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A14FB-EAD8-4566-890B-C0DA7877C08B}">
      <dsp:nvSpPr>
        <dsp:cNvPr id="0" name=""/>
        <dsp:cNvSpPr/>
      </dsp:nvSpPr>
      <dsp:spPr>
        <a:xfrm>
          <a:off x="518207" y="2605476"/>
          <a:ext cx="4860863" cy="74442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88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18207" y="2605476"/>
        <a:ext cx="4860863" cy="744421"/>
      </dsp:txXfrm>
    </dsp:sp>
    <dsp:sp modelId="{3E0DCCC9-E6AC-4019-B27A-611BC8EC0A31}">
      <dsp:nvSpPr>
        <dsp:cNvPr id="0" name=""/>
        <dsp:cNvSpPr/>
      </dsp:nvSpPr>
      <dsp:spPr>
        <a:xfrm>
          <a:off x="52943" y="2512423"/>
          <a:ext cx="930527" cy="9305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D2FD7-17A6-4AA6-B1CE-D6634C5E4505}">
      <dsp:nvSpPr>
        <dsp:cNvPr id="0" name=""/>
        <dsp:cNvSpPr/>
      </dsp:nvSpPr>
      <dsp:spPr>
        <a:xfrm>
          <a:off x="-3910803" y="-600492"/>
          <a:ext cx="4660828" cy="4660828"/>
        </a:xfrm>
        <a:prstGeom prst="blockArc">
          <a:avLst>
            <a:gd name="adj1" fmla="val 18900000"/>
            <a:gd name="adj2" fmla="val 2700000"/>
            <a:gd name="adj3" fmla="val 463"/>
          </a:avLst>
        </a:prstGeom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55CCE0-E827-4B86-861E-A5749FC2AD16}">
      <dsp:nvSpPr>
        <dsp:cNvPr id="0" name=""/>
        <dsp:cNvSpPr/>
      </dsp:nvSpPr>
      <dsp:spPr>
        <a:xfrm>
          <a:off x="482327" y="345984"/>
          <a:ext cx="5240367" cy="691968"/>
        </a:xfrm>
        <a:prstGeom prst="rect">
          <a:avLst/>
        </a:prstGeom>
        <a:solidFill>
          <a:schemeClr val="bg1">
            <a:lumMod val="85000"/>
          </a:schemeClr>
        </a:solidFill>
        <a:ln w="19050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925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solidFill>
                <a:schemeClr val="tx1"/>
              </a:solidFill>
            </a:rPr>
            <a:t>Some </a:t>
          </a:r>
          <a:r>
            <a:rPr lang="it-IT" sz="1400" kern="1200" dirty="0" err="1">
              <a:solidFill>
                <a:schemeClr val="tx1"/>
              </a:solidFill>
            </a:rPr>
            <a:t>partitions</a:t>
          </a:r>
          <a:r>
            <a:rPr lang="it-IT" sz="1400" kern="1200" dirty="0">
              <a:solidFill>
                <a:schemeClr val="tx1"/>
              </a:solidFill>
            </a:rPr>
            <a:t> produce </a:t>
          </a:r>
          <a:r>
            <a:rPr lang="it-IT" sz="1400" kern="1200" dirty="0" err="1">
              <a:solidFill>
                <a:schemeClr val="tx1"/>
              </a:solidFill>
            </a:rPr>
            <a:t>very</a:t>
          </a:r>
          <a:r>
            <a:rPr lang="it-IT" sz="1400" kern="1200" dirty="0">
              <a:solidFill>
                <a:schemeClr val="tx1"/>
              </a:solidFill>
            </a:rPr>
            <a:t> </a:t>
          </a:r>
          <a:r>
            <a:rPr lang="it-IT" sz="1400" kern="1200" dirty="0" err="1">
              <a:solidFill>
                <a:schemeClr val="tx1"/>
              </a:solidFill>
            </a:rPr>
            <a:t>effective</a:t>
          </a:r>
          <a:r>
            <a:rPr lang="it-IT" sz="1400" kern="1200" dirty="0">
              <a:solidFill>
                <a:schemeClr val="tx1"/>
              </a:solidFill>
            </a:rPr>
            <a:t> </a:t>
          </a:r>
          <a:r>
            <a:rPr lang="it-IT" sz="1400" kern="1200" dirty="0" err="1">
              <a:solidFill>
                <a:schemeClr val="tx1"/>
              </a:solidFill>
            </a:rPr>
            <a:t>experts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482327" y="345984"/>
        <a:ext cx="5240367" cy="691968"/>
      </dsp:txXfrm>
    </dsp:sp>
    <dsp:sp modelId="{DD1F8BB0-EA66-40BA-BFF5-2CA3595E2806}">
      <dsp:nvSpPr>
        <dsp:cNvPr id="0" name=""/>
        <dsp:cNvSpPr/>
      </dsp:nvSpPr>
      <dsp:spPr>
        <a:xfrm>
          <a:off x="49847" y="259488"/>
          <a:ext cx="864960" cy="8649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E1B80-D7AF-4304-8F07-3111B0D8AE05}">
      <dsp:nvSpPr>
        <dsp:cNvPr id="0" name=""/>
        <dsp:cNvSpPr/>
      </dsp:nvSpPr>
      <dsp:spPr>
        <a:xfrm>
          <a:off x="733858" y="1383937"/>
          <a:ext cx="4988837" cy="691968"/>
        </a:xfrm>
        <a:prstGeom prst="rect">
          <a:avLst/>
        </a:prstGeom>
        <a:solidFill>
          <a:schemeClr val="bg1">
            <a:lumMod val="8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925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>
              <a:solidFill>
                <a:schemeClr val="tx1"/>
              </a:solidFill>
            </a:rPr>
            <a:t>Many partitions produce modest improvements</a:t>
          </a:r>
          <a:endParaRPr lang="en-US" sz="1400" kern="1200">
            <a:solidFill>
              <a:schemeClr val="tx1"/>
            </a:solidFill>
          </a:endParaRPr>
        </a:p>
      </dsp:txBody>
      <dsp:txXfrm>
        <a:off x="733858" y="1383937"/>
        <a:ext cx="4988837" cy="691968"/>
      </dsp:txXfrm>
    </dsp:sp>
    <dsp:sp modelId="{52A5448B-6F90-4A2D-924A-7275D19FDBE6}">
      <dsp:nvSpPr>
        <dsp:cNvPr id="0" name=""/>
        <dsp:cNvSpPr/>
      </dsp:nvSpPr>
      <dsp:spPr>
        <a:xfrm>
          <a:off x="301377" y="1297441"/>
          <a:ext cx="864960" cy="8649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F83AF-9758-48A3-9805-AE9EB9DBF52D}">
      <dsp:nvSpPr>
        <dsp:cNvPr id="0" name=""/>
        <dsp:cNvSpPr/>
      </dsp:nvSpPr>
      <dsp:spPr>
        <a:xfrm>
          <a:off x="482327" y="2421890"/>
          <a:ext cx="5240367" cy="691968"/>
        </a:xfrm>
        <a:prstGeom prst="rect">
          <a:avLst/>
        </a:prstGeom>
        <a:solidFill>
          <a:schemeClr val="bg1">
            <a:lumMod val="8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925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>
              <a:solidFill>
                <a:schemeClr val="tx1"/>
              </a:solidFill>
            </a:rPr>
            <a:t>The depth of the minimum is rougly proportional to the initial magnitude of the gradient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482327" y="2421890"/>
        <a:ext cx="5240367" cy="691968"/>
      </dsp:txXfrm>
    </dsp:sp>
    <dsp:sp modelId="{4644D4AE-7AA4-462A-8947-2AB341901E3C}">
      <dsp:nvSpPr>
        <dsp:cNvPr id="0" name=""/>
        <dsp:cNvSpPr/>
      </dsp:nvSpPr>
      <dsp:spPr>
        <a:xfrm>
          <a:off x="49847" y="2335394"/>
          <a:ext cx="864960" cy="8649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814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1C548-0A76-0B6C-4318-A2927F524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3F8F4-1A6F-A1AE-3024-1BCCAD310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DC035-D845-88E1-D942-3D0AC1CB0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1D0FF-8183-5BF0-2749-556AA7DB6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63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2A65-A992-82E2-3297-BE90773D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96D08-1589-4D4B-9F25-EEB15B0F9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90090-D3E2-DEC1-7D39-FEC572DE0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54628-B01A-45CB-0E90-FED795500C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025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0.jpg"/><Relationship Id="rId7" Type="http://schemas.openxmlformats.org/officeDocument/2006/relationships/diagramColors" Target="../diagrams/colors3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051560" y="47548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4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DEFENSE   ·   UNIVERSITY OF TRIESTE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0972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State Bucketing</a:t>
            </a:r>
            <a:endParaRPr lang="en-US" sz="3600" dirty="0"/>
          </a:p>
          <a:p>
            <a:pPr marL="0" indent="0">
              <a:buNone/>
            </a:pPr>
            <a:r>
              <a:rPr lang="en-US" sz="36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Mixture-of-Experts in</a:t>
            </a:r>
            <a:endParaRPr lang="en-US" sz="3600" dirty="0"/>
          </a:p>
          <a:p>
            <a:pPr marL="0" indent="0">
              <a:buNone/>
            </a:pPr>
            <a:r>
              <a:rPr lang="en-US" sz="36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Resource-Constrained Chess Engines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4069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7D3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tiny chess engine choose the right expert?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5074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Cusma Fait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and Artificial Intelligence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Alessio Ansuini    ·    Co-supervisor: Marco Zennaro, ICTP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UPDATABLE NEURAL NETWORK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NNUE updates only the changed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2430" y="1403350"/>
            <a:ext cx="475488" cy="47548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2430" y="140335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2468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move touches few inputs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3383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844 board features, only the squares that change are active.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187190" y="1403350"/>
            <a:ext cx="475488" cy="47548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87190" y="140335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2468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 the accumulator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53712" y="3383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removed features and add the new ones. The rest stays.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55448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981950" y="1403350"/>
            <a:ext cx="475488" cy="47548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81950" y="140335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48472" y="2468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Reuse it on the next node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48472" y="3383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L1 accumulator persists across moves, so evaluation stays cheap.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is the shared first-layer representation throughout.  Thesis Fig. 1.1.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E09752-A920-9A82-4685-D7CAE5A93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704" y="638018"/>
            <a:ext cx="8039509" cy="5581964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C95104BE-B518-6938-1BB7-8CA74566BE3F}"/>
              </a:ext>
            </a:extLst>
          </p:cNvPr>
          <p:cNvSpPr/>
          <p:nvPr/>
        </p:nvSpPr>
        <p:spPr>
          <a:xfrm>
            <a:off x="502920" y="512064"/>
            <a:ext cx="11155680" cy="91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base NNUE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031430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C1C6D9-F8F0-3A4E-5C4D-937E76CD1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569" y="0"/>
            <a:ext cx="6024431" cy="68580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6CCBF9FF-0368-9C8A-D8D7-012F57FAD51C}"/>
              </a:ext>
            </a:extLst>
          </p:cNvPr>
          <p:cNvSpPr/>
          <p:nvPr/>
        </p:nvSpPr>
        <p:spPr>
          <a:xfrm>
            <a:off x="502920" y="512064"/>
            <a:ext cx="11155680" cy="91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base NNUE</a:t>
            </a:r>
            <a:endParaRPr lang="en-US" sz="300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477485D-5057-36B7-31A0-8AE129CD29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5611870"/>
              </p:ext>
            </p:extLst>
          </p:nvPr>
        </p:nvGraphicFramePr>
        <p:xfrm>
          <a:off x="882931" y="2122998"/>
          <a:ext cx="5428857" cy="3722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402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3CEA8A-3F01-CB76-E004-5A0F4A907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569" y="0"/>
            <a:ext cx="6024432" cy="6858000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A26CB7C0-58B4-944B-329E-FE45CCF371CE}"/>
              </a:ext>
            </a:extLst>
          </p:cNvPr>
          <p:cNvSpPr/>
          <p:nvPr/>
        </p:nvSpPr>
        <p:spPr>
          <a:xfrm>
            <a:off x="502920" y="512064"/>
            <a:ext cx="11155680" cy="91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</a:t>
            </a:r>
            <a:r>
              <a:rPr lang="en-US" sz="3000" dirty="0" err="1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</a:t>
            </a: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NNUE</a:t>
            </a:r>
            <a:endParaRPr lang="en-US" sz="3000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4F908927-66AE-0CA6-693E-7D92552C21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4198927"/>
              </p:ext>
            </p:extLst>
          </p:nvPr>
        </p:nvGraphicFramePr>
        <p:xfrm>
          <a:off x="882931" y="2122998"/>
          <a:ext cx="5428857" cy="3722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24887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13C5B65-76CA-B6BA-4883-FDF1C1EC0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209" y="1080924"/>
            <a:ext cx="6890959" cy="54754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7A2630-7684-ED9A-D5ED-F571B990955F}"/>
              </a:ext>
            </a:extLst>
          </p:cNvPr>
          <p:cNvSpPr txBox="1"/>
          <p:nvPr/>
        </p:nvSpPr>
        <p:spPr>
          <a:xfrm>
            <a:off x="3375788" y="5186442"/>
            <a:ext cx="92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216k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71511E-FCA0-E5D2-037A-8D532A579BF7}"/>
              </a:ext>
            </a:extLst>
          </p:cNvPr>
          <p:cNvSpPr txBox="1"/>
          <p:nvPr/>
        </p:nvSpPr>
        <p:spPr>
          <a:xfrm>
            <a:off x="3375788" y="4051466"/>
            <a:ext cx="92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263k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261FBA-806E-8158-966B-6F08F9231610}"/>
              </a:ext>
            </a:extLst>
          </p:cNvPr>
          <p:cNvSpPr txBox="1"/>
          <p:nvPr/>
        </p:nvSpPr>
        <p:spPr>
          <a:xfrm>
            <a:off x="3401188" y="2300446"/>
            <a:ext cx="92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432k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675A2B-B365-3C4F-A2D5-16450188D54F}"/>
              </a:ext>
            </a:extLst>
          </p:cNvPr>
          <p:cNvSpPr/>
          <p:nvPr/>
        </p:nvSpPr>
        <p:spPr>
          <a:xfrm>
            <a:off x="3391028" y="3448050"/>
            <a:ext cx="860932" cy="25654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FDB1D5-2B1F-9525-B5B9-90DB80A86259}"/>
              </a:ext>
            </a:extLst>
          </p:cNvPr>
          <p:cNvCxnSpPr>
            <a:endCxn id="19" idx="1"/>
          </p:cNvCxnSpPr>
          <p:nvPr/>
        </p:nvCxnSpPr>
        <p:spPr>
          <a:xfrm flipV="1">
            <a:off x="2640511" y="4730750"/>
            <a:ext cx="750517" cy="45569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6BA4DB-82CF-9225-AA63-24A87EE3E635}"/>
              </a:ext>
            </a:extLst>
          </p:cNvPr>
          <p:cNvCxnSpPr/>
          <p:nvPr/>
        </p:nvCxnSpPr>
        <p:spPr>
          <a:xfrm flipV="1">
            <a:off x="4254499" y="2110503"/>
            <a:ext cx="750517" cy="45569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2D3547E-8126-B908-BBAD-50E9FD38EC62}"/>
              </a:ext>
            </a:extLst>
          </p:cNvPr>
          <p:cNvCxnSpPr/>
          <p:nvPr/>
        </p:nvCxnSpPr>
        <p:spPr>
          <a:xfrm flipV="1">
            <a:off x="6401429" y="2992358"/>
            <a:ext cx="750517" cy="45569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CC72B30-6A76-0B99-69D1-123E574500C3}"/>
              </a:ext>
            </a:extLst>
          </p:cNvPr>
          <p:cNvSpPr txBox="1"/>
          <p:nvPr/>
        </p:nvSpPr>
        <p:spPr>
          <a:xfrm>
            <a:off x="1233939" y="4815999"/>
            <a:ext cx="151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Base model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60403B-204D-C595-4028-C78EFF2B4761}"/>
              </a:ext>
            </a:extLst>
          </p:cNvPr>
          <p:cNvSpPr txBox="1"/>
          <p:nvPr/>
        </p:nvSpPr>
        <p:spPr>
          <a:xfrm>
            <a:off x="4814836" y="1708584"/>
            <a:ext cx="282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Dispatcher</a:t>
            </a:r>
            <a:r>
              <a:rPr lang="it-IT" dirty="0"/>
              <a:t> (512 classes)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FE18A5-D04A-5BB1-5636-0C6CCD6D9BF7}"/>
              </a:ext>
            </a:extLst>
          </p:cNvPr>
          <p:cNvSpPr txBox="1"/>
          <p:nvPr/>
        </p:nvSpPr>
        <p:spPr>
          <a:xfrm>
            <a:off x="7008503" y="2623026"/>
            <a:ext cx="245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Experts</a:t>
            </a:r>
            <a:r>
              <a:rPr lang="it-IT" dirty="0"/>
              <a:t> (L2 = 256)</a:t>
            </a:r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A75ADF9-8E2A-3D5B-14EA-ACBE0D28BD98}"/>
              </a:ext>
            </a:extLst>
          </p:cNvPr>
          <p:cNvCxnSpPr>
            <a:cxnSpLocks/>
          </p:cNvCxnSpPr>
          <p:nvPr/>
        </p:nvCxnSpPr>
        <p:spPr>
          <a:xfrm>
            <a:off x="1375410" y="5185331"/>
            <a:ext cx="1272721" cy="111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FAA577-4198-55DA-CD5D-E7A6B5CF0708}"/>
              </a:ext>
            </a:extLst>
          </p:cNvPr>
          <p:cNvCxnSpPr>
            <a:cxnSpLocks/>
          </p:cNvCxnSpPr>
          <p:nvPr/>
        </p:nvCxnSpPr>
        <p:spPr>
          <a:xfrm>
            <a:off x="4970614" y="2116853"/>
            <a:ext cx="1229858" cy="111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2F7D05E-81A4-F4DA-B59A-B5C05C643450}"/>
              </a:ext>
            </a:extLst>
          </p:cNvPr>
          <p:cNvCxnSpPr>
            <a:cxnSpLocks/>
          </p:cNvCxnSpPr>
          <p:nvPr/>
        </p:nvCxnSpPr>
        <p:spPr>
          <a:xfrm>
            <a:off x="7145596" y="2992358"/>
            <a:ext cx="1229858" cy="111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CC67AA7-D2AB-6923-A030-7A877185ADF7}"/>
              </a:ext>
            </a:extLst>
          </p:cNvPr>
          <p:cNvSpPr txBox="1"/>
          <p:nvPr/>
        </p:nvSpPr>
        <p:spPr>
          <a:xfrm>
            <a:off x="3093720" y="311844"/>
            <a:ext cx="6004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Number of </a:t>
            </a:r>
            <a:r>
              <a:rPr lang="it-IT" sz="3200" dirty="0" err="1"/>
              <a:t>parameters</a:t>
            </a:r>
            <a:endParaRPr lang="en-US" sz="3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9CA351-39C5-3B3C-CB0C-71C0A01CB919}"/>
              </a:ext>
            </a:extLst>
          </p:cNvPr>
          <p:cNvSpPr txBox="1"/>
          <p:nvPr/>
        </p:nvSpPr>
        <p:spPr>
          <a:xfrm>
            <a:off x="4356357" y="5371108"/>
            <a:ext cx="245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Accumulator (L1 = 128)</a:t>
            </a:r>
            <a:endParaRPr 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43717EB-302E-D7F2-4C75-568F77F33B07}"/>
              </a:ext>
            </a:extLst>
          </p:cNvPr>
          <p:cNvCxnSpPr>
            <a:cxnSpLocks/>
          </p:cNvCxnSpPr>
          <p:nvPr/>
        </p:nvCxnSpPr>
        <p:spPr>
          <a:xfrm>
            <a:off x="4091940" y="5741551"/>
            <a:ext cx="163136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031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MIXTURE OF EXPERTS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accumulator, one selected expert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844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62072" y="2212848"/>
            <a:ext cx="475488" cy="256032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L1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2044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88152" y="2212848"/>
            <a:ext cx="475488" cy="256032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5508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one head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714232" y="2212848"/>
            <a:ext cx="475488" cy="256032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8116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81160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head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7260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WDL output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4747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AE3D5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474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971800" y="34747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E4E1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71800" y="3474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40680" y="34747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AE3D5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40680" y="3474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44805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stores several small heads. At inference, L1 activations select one of them. The others stay in memory and do not run.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routing, thesis §§3.3–3.4. Extra experts still cost memory.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234BCC6-39B9-47D9-8BF8-C665401A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21489-F3A9-932B-D5F6-1BCB3DC734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4" r="-2" b="12679"/>
          <a:stretch>
            <a:fillRect/>
          </a:stretch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6CB3A7-D470-265C-887C-CB3914986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0" r="-2" b="14943"/>
          <a:stretch>
            <a:fillRect/>
          </a:stretch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2A9CE9D-DAC3-40AF-B504-78A64A909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506D7452-6CDE-4381-86CE-07B245938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844C38F-AAE4-E3B6-F5B1-D133F2FF08E9}"/>
              </a:ext>
            </a:extLst>
          </p:cNvPr>
          <p:cNvSpPr/>
          <p:nvPr/>
        </p:nvSpPr>
        <p:spPr>
          <a:xfrm>
            <a:off x="438912" y="1524659"/>
            <a:ext cx="5019074" cy="2774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Clustering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Sample Gradients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2DA937-8B55-4317-BD32-98D7AF30E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2EE5A8-045B-4D39-8ED1-51333408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D412775D-1740-80B2-F699-414C7DF40425}"/>
              </a:ext>
            </a:extLst>
          </p:cNvPr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AMPLE GRADIENTS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16000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SPECIALIZATION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Bucketing defines each expert’s task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324612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 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positions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online?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 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hand-designed game-phase proxy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 fixed 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activations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hidden representations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already computed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gradients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updates of the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needs the teacher WDL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Jointly learned 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end-to-end routing 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after 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92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describes the position. Gradients describe how the head should change.</a:t>
            </a:r>
            <a:endParaRPr lang="en-US" sz="1800" dirty="0"/>
          </a:p>
        </p:txBody>
      </p:sp>
      <p:sp>
        <p:nvSpPr>
          <p:cNvPr id="4" name="Shape 3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§3.3.  Per-sample head gradient uses the teacher target, which is unknown at play time.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DISTILLATION AND HELD-OUT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and evaluation protocol</a:t>
            </a:r>
            <a:endParaRPr lang="en-US" sz="3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883E35-13C9-D48B-8FA6-BCD4740063AA}"/>
              </a:ext>
            </a:extLst>
          </p:cNvPr>
          <p:cNvGrpSpPr/>
          <p:nvPr/>
        </p:nvGrpSpPr>
        <p:grpSpPr>
          <a:xfrm>
            <a:off x="480060" y="1409700"/>
            <a:ext cx="5577840" cy="1531620"/>
            <a:chOff x="502920" y="1463040"/>
            <a:chExt cx="5577840" cy="1531620"/>
          </a:xfrm>
        </p:grpSpPr>
        <p:sp>
          <p:nvSpPr>
            <p:cNvPr id="4" name="Shape 2"/>
            <p:cNvSpPr/>
            <p:nvPr/>
          </p:nvSpPr>
          <p:spPr>
            <a:xfrm>
              <a:off x="502920" y="1463040"/>
              <a:ext cx="5577840" cy="1531620"/>
            </a:xfrm>
            <a:prstGeom prst="roundRect">
              <a:avLst>
                <a:gd name="adj" fmla="val 4103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777240" y="1691640"/>
              <a:ext cx="5029200" cy="549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150M</a:t>
              </a:r>
              <a:endParaRPr lang="en-US" sz="3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77240" y="2423160"/>
              <a:ext cx="5029200" cy="431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 positions, mainly from Lichess.</a:t>
              </a:r>
              <a:endParaRPr lang="en-US" sz="16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BA1A80A-3CEB-63F6-635B-3E473E92C4E0}"/>
              </a:ext>
            </a:extLst>
          </p:cNvPr>
          <p:cNvGrpSpPr/>
          <p:nvPr/>
        </p:nvGrpSpPr>
        <p:grpSpPr>
          <a:xfrm>
            <a:off x="480060" y="3048000"/>
            <a:ext cx="5577840" cy="1531620"/>
            <a:chOff x="502920" y="3101340"/>
            <a:chExt cx="5577840" cy="1531620"/>
          </a:xfrm>
        </p:grpSpPr>
        <p:sp>
          <p:nvSpPr>
            <p:cNvPr id="10" name="Shape 8"/>
            <p:cNvSpPr/>
            <p:nvPr/>
          </p:nvSpPr>
          <p:spPr>
            <a:xfrm>
              <a:off x="502920" y="3101340"/>
              <a:ext cx="5577840" cy="1531620"/>
            </a:xfrm>
            <a:prstGeom prst="roundRect">
              <a:avLst>
                <a:gd name="adj" fmla="val 4103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777240" y="3329940"/>
              <a:ext cx="5029200" cy="549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320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~</a:t>
              </a:r>
              <a:r>
                <a:rPr lang="en-US" sz="320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7M </a:t>
              </a:r>
              <a:endParaRPr lang="en-US" sz="3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77240" y="4061460"/>
              <a:ext cx="5029200" cy="431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it-IT" sz="160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</a:t>
              </a:r>
              <a:r>
                <a:rPr lang="en-US" sz="1600" dirty="0" err="1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ositions</a:t>
              </a:r>
              <a:r>
                <a:rPr lang="en-US" sz="160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to overcome overfitting.</a:t>
              </a:r>
              <a:endParaRPr lang="en-US" sz="16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2AC59F5-8370-E760-B68A-1EC0447FCD3F}"/>
              </a:ext>
            </a:extLst>
          </p:cNvPr>
          <p:cNvGrpSpPr/>
          <p:nvPr/>
        </p:nvGrpSpPr>
        <p:grpSpPr>
          <a:xfrm>
            <a:off x="476250" y="4701540"/>
            <a:ext cx="5577840" cy="1531620"/>
            <a:chOff x="499110" y="4754880"/>
            <a:chExt cx="5577840" cy="1531620"/>
          </a:xfrm>
        </p:grpSpPr>
        <p:sp>
          <p:nvSpPr>
            <p:cNvPr id="13" name="Shape 11"/>
            <p:cNvSpPr/>
            <p:nvPr/>
          </p:nvSpPr>
          <p:spPr>
            <a:xfrm>
              <a:off x="499110" y="4754880"/>
              <a:ext cx="5577840" cy="1531620"/>
            </a:xfrm>
            <a:prstGeom prst="roundRect">
              <a:avLst>
                <a:gd name="adj" fmla="val 4103"/>
              </a:avLst>
            </a:prstGeom>
            <a:solidFill>
              <a:srgbClr val="FCFAF6"/>
            </a:solidFill>
            <a:ln w="12700">
              <a:solidFill>
                <a:srgbClr val="E3D9C8"/>
              </a:solidFill>
              <a:prstDash val="solid"/>
            </a:ln>
            <a:effectLst>
              <a:outerShdw blurRad="127000" dist="25400" dir="8100000" algn="bl" rotWithShape="0">
                <a:srgbClr val="1A140C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773430" y="4983480"/>
              <a:ext cx="5029200" cy="549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dirty="0">
                  <a:solidFill>
                    <a:srgbClr val="0E1B2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175k</a:t>
              </a:r>
              <a:endParaRPr lang="en-US" sz="3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73430" y="5715000"/>
              <a:ext cx="5029200" cy="431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2332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Parameters in the biggest NNUE.</a:t>
              </a:r>
              <a:endParaRPr lang="en-US" sz="160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Lc0 supplies win / draw / loss targets. Lower cross-entropy is closer to the teacher. CE is not Elo.  §§4.1–4.2, 5.1, 5.5.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15</a:t>
            </a:r>
            <a:endParaRPr lang="en-US" sz="11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96D6E6-F6E3-6E33-C7CE-FD858AE562B2}"/>
              </a:ext>
            </a:extLst>
          </p:cNvPr>
          <p:cNvGrpSpPr/>
          <p:nvPr/>
        </p:nvGrpSpPr>
        <p:grpSpPr>
          <a:xfrm>
            <a:off x="6256020" y="1624525"/>
            <a:ext cx="5715000" cy="4253132"/>
            <a:chOff x="6355080" y="1280160"/>
            <a:chExt cx="5715000" cy="4253132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1E9DDCE-6BF1-5EC2-2C6A-623753775D76}"/>
                </a:ext>
              </a:extLst>
            </p:cNvPr>
            <p:cNvSpPr/>
            <p:nvPr/>
          </p:nvSpPr>
          <p:spPr>
            <a:xfrm>
              <a:off x="6355080" y="1280160"/>
              <a:ext cx="5715000" cy="4253132"/>
            </a:xfrm>
            <a:prstGeom prst="roundRect">
              <a:avLst>
                <a:gd name="adj" fmla="val 6634"/>
              </a:avLst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2BE6CA0-5D3A-5483-673B-079BC0D10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4209" y="1567785"/>
              <a:ext cx="5336321" cy="37464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Gradients form more separated clusters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at K = 8, each score measured in its own representation.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0.191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gradients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separated of the three signals.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1783080"/>
            <a:ext cx="5742432" cy="3063240"/>
          </a:xfrm>
          <a:prstGeom prst="roundRect">
            <a:avLst>
              <a:gd name="adj" fmla="val 2388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2200" y="205740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0.003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172200" y="3246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activations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72200" y="3794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silhouette. Easy to draw, little separation.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is not the same as a better expert or a usable router.  Table 5.2; gradient UMAP in Fig. 5.3.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L1 INPUT, SAME MLP DISPATCHER, EIGHT BUCKETS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buckets are hard to recover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buckets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83280" y="1737360"/>
            <a:ext cx="6675120" cy="384048"/>
          </a:xfrm>
          <a:prstGeom prst="roundRect">
            <a:avLst>
              <a:gd name="adj" fmla="val 14286"/>
            </a:avLst>
          </a:prstGeom>
          <a:solidFill>
            <a:srgbClr val="EAE3D5"/>
          </a:solidFill>
          <a:ln w="12700">
            <a:solidFill>
              <a:srgbClr val="EAE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83280" y="1737360"/>
            <a:ext cx="6541618" cy="384048"/>
          </a:xfrm>
          <a:prstGeom prst="roundRect">
            <a:avLst>
              <a:gd name="adj" fmla="val 14286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95560" y="1691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98.0%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buckets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3154680"/>
            <a:ext cx="6675120" cy="384048"/>
          </a:xfrm>
          <a:prstGeom prst="roundRect">
            <a:avLst>
              <a:gd name="adj" fmla="val 14286"/>
            </a:avLst>
          </a:prstGeom>
          <a:solidFill>
            <a:srgbClr val="EAE3D5"/>
          </a:solidFill>
          <a:ln w="12700">
            <a:solidFill>
              <a:srgbClr val="EAE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3154680"/>
            <a:ext cx="3504438" cy="384048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9556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52.5%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" y="4572000"/>
            <a:ext cx="11183112" cy="1554480"/>
          </a:xfrm>
          <a:prstGeom prst="roundRect">
            <a:avLst>
              <a:gd name="adj" fmla="val 4706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7365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45.5 percentage-point gap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5166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signal that depends on the true value is difficult to infer from L1 alone.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5.6–5.7. MLP width 64, K = 8, 1M-position cache, 90/10 split. Clustering was fit before the split.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EXPERIMENTS, TEST CROSS-ENTROPY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Strong-base MoE gains are marginal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452360" cy="3794760"/>
        </p:xfrm>
        <a:graphic>
          <a:graphicData uri="http://schemas.openxmlformats.org/drawingml/2006/table">
            <a:tbl>
              <a:tblPr/>
              <a:tblGrid>
                <a:gridCol w="47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NNUE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Piece-count MoE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L1-clustered hard MoE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Gradient-clustered hard MoE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Soft-gated MoE, top-2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417320"/>
            <a:ext cx="3502152" cy="3794760"/>
          </a:xfrm>
          <a:prstGeom prst="roundRect">
            <a:avLst>
              <a:gd name="adj" fmla="val 2089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366760" y="1737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−0.0003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412480" y="2560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observed change in CE.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0" y="3474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decisive improvement over the reference NNUE.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7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5.10–5.11, 50,000 held-out positions. Lower CE is better. These figures are not an Elo gain.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5AB761-92A5-344B-0549-E2B8A6372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1" y="954860"/>
            <a:ext cx="5131407" cy="509159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1DE506A3-CA3B-58E9-AEEE-3924ABDFC648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Last-minute Results…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61214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GRADIENT-TRAINED EXPERTS, DIFFERENT SELECTION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oracle exposes assignment headroom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0.6301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 dispatcher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run online.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EAE3D5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645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0.6280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26280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Gradient-centroid proxy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the teacher target.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1040" y="1645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2011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0.6005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Minimum-loss oracle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position goes to its best expert.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5.13. The single-head base is CE 0.6303. Centroid proxy and oracle both need the unavailable teacher target.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ON A MODEL THAT STILL HAS ROOM TO IMPROVE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Longer fine-tuning helps a weaker 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1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 ·  W64 / H128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0.6537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CE of the single evaluation head.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422392" cy="3246120"/>
          </a:xfrm>
          <a:prstGeom prst="roundRect">
            <a:avLst>
              <a:gd name="adj" fmla="val 2254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1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L1 EXPERTS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1945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0.6499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537960" y="33832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dispatcher, longer fine-tuning.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reduction of 0.0038.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weaker base, not the strong reference.  §5.5.4, K = 4. The gain depends on the model and the training budget.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34DAFB-6AEA-2848-895F-DEC5804F4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60" y="3601567"/>
            <a:ext cx="5768340" cy="292614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24309151-96D7-5B88-4A80-ED931B2C5361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fine-tuning step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03E327-AC50-E0F7-8B21-BB00F287B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726566"/>
            <a:ext cx="5662458" cy="2529867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EC97B4A-69B6-2CCF-8A88-A702FA3068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1688093"/>
              </p:ext>
            </p:extLst>
          </p:nvPr>
        </p:nvGraphicFramePr>
        <p:xfrm>
          <a:off x="502920" y="2019299"/>
          <a:ext cx="5768340" cy="3459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49004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TWO-STAGE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KITSUNE stitches micro-buckets offline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73352"/>
            <a:ext cx="566928" cy="56692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25880" y="1417320"/>
            <a:ext cx="10360152" cy="1353312"/>
          </a:xfrm>
          <a:prstGeom prst="roundRect">
            <a:avLst>
              <a:gd name="adj" fmla="val 5405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156362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Partition L1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00253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activation space into many small, convex micro-buckets.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182112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25880" y="2926080"/>
            <a:ext cx="10360152" cy="1353312"/>
          </a:xfrm>
          <a:prstGeom prst="roundRect">
            <a:avLst>
              <a:gd name="adj" fmla="val 5405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307238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Stitch offline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51129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those buckets by their mean head gradient. This step never runs during play.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690872"/>
            <a:ext cx="566928" cy="566928"/>
          </a:xfrm>
          <a:prstGeom prst="ellipse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690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25880" y="4434840"/>
            <a:ext cx="10360152" cy="1353312"/>
          </a:xfrm>
          <a:prstGeom prst="roundRect">
            <a:avLst>
              <a:gd name="adj" fmla="val 5405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54480" y="458114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the experts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502005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L1 regions can share one expert, then each head is fine-tuned.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§3.3.5. Schematic, not a plot of measured geometry. Gradients shape the experts; they are not an online feature.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15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 DEPLOYMENT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inference needs no gradients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L1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updated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90088" y="2240280"/>
            <a:ext cx="365760" cy="219456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router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Micro-bucket 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16168" y="2240280"/>
            <a:ext cx="365760" cy="219456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5508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lookup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T[m]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42248" y="2240280"/>
            <a:ext cx="365760" cy="219456"/>
          </a:xfrm>
          <a:prstGeom prst="rightArrow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8116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head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1832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WDL output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11183112" cy="2331720"/>
          </a:xfrm>
          <a:prstGeom prst="roundRect">
            <a:avLst>
              <a:gd name="adj" fmla="val 3137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931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cost is a linear map plus a table lookup. Convex micro-buckets are what make that map enough.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4800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routed mixture on the weaker base is measured. It does not require a gradient at play time.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§3.3.5. Router cost scales with L1 width and the micro-bucket count. The lookup itself is a fixed table.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15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BASE W64 / H128  ·  BASE CE 0.6537  ·  BEST SINGLE-STAGE L1 0.6499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KITSUNE matches that L1 result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E5EFE8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4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0.65043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8105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mixture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16, two micro-buckets per expert. 0.0033 below the base, and 0.0005 higher than the best L1 run.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3E4E1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99008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0.60234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4107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expert, own bucket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68503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4. A 7.85% reduction against the base CE. Factor 2 is already at 0.60571.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EAE3D5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59028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50109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helping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28523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K = 16 the mixture rises to 0.65138 and the best expert to 0.60865.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280160"/>
          <a:ext cx="5989320" cy="47091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B′/K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 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expert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0.60234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0.60865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5.16. Expert gain uses the full-base CE, not a same-bucket comparison. Strong-base KITSUNE, Elo, and nodes per second are still open.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15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65760"/>
            <a:ext cx="192024" cy="192024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84864" y="365760"/>
            <a:ext cx="192024" cy="1920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92840" y="557784"/>
            <a:ext cx="192024" cy="1920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84864" y="557784"/>
            <a:ext cx="192024" cy="192024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6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CONCLUSION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experts need</a:t>
            </a:r>
            <a:endParaRPr lang="en-US" sz="3400" dirty="0"/>
          </a:p>
          <a:p>
            <a:pPr marL="0" indent="0">
              <a:buNone/>
            </a:pPr>
            <a:r>
              <a:rPr lang="en-US" sz="34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cheap, reliable assignment.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265176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 routes with L1 and a lookup. Gradients are used only while the buckets are stitched.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35204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weaker base, routed CE 0.65043 matches the best single-stage L1 result, 0.6499.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438912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head, on its own bucket, reaches 0.60234. Past four micro-buckets per expert, both numbers worsen.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6080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Cusma Fait   ·   University of Trieste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2B3099-788A-57D6-B613-DCAA11634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2">
            <a:extLst>
              <a:ext uri="{FF2B5EF4-FFF2-40B4-BE49-F238E27FC236}">
                <a16:creationId xmlns:a16="http://schemas.microsoft.com/office/drawing/2014/main" id="{640BC7E9-8771-B28B-E215-C2DEF462E591}"/>
              </a:ext>
            </a:extLst>
          </p:cNvPr>
          <p:cNvSpPr/>
          <p:nvPr/>
        </p:nvSpPr>
        <p:spPr>
          <a:xfrm>
            <a:off x="3987800" y="2235200"/>
            <a:ext cx="4216400" cy="182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   </a:t>
            </a:r>
          </a:p>
          <a:p>
            <a:pPr marL="0" indent="0" algn="ctr">
              <a:buNone/>
            </a:pPr>
            <a:endParaRPr lang="en-US" sz="2800" i="1" dirty="0">
              <a:solidFill>
                <a:srgbClr val="F4EFE6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ctr">
              <a:buNone/>
            </a:pPr>
            <a:r>
              <a:rPr lang="en-US" sz="280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A247DEB-04A7-F94F-3DDA-3B6B7E901070}"/>
              </a:ext>
            </a:extLst>
          </p:cNvPr>
          <p:cNvSpPr/>
          <p:nvPr/>
        </p:nvSpPr>
        <p:spPr>
          <a:xfrm>
            <a:off x="6675120" y="6080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Cusma Fait   ·   University of Trieste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102403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837AF-2E31-C0AC-017F-1A44B6326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3">
            <a:extLst>
              <a:ext uri="{FF2B5EF4-FFF2-40B4-BE49-F238E27FC236}">
                <a16:creationId xmlns:a16="http://schemas.microsoft.com/office/drawing/2014/main" id="{F05BB15B-3EAF-2FC5-0E2F-C0E4E4661519}"/>
              </a:ext>
            </a:extLst>
          </p:cNvPr>
          <p:cNvSpPr/>
          <p:nvPr/>
        </p:nvSpPr>
        <p:spPr>
          <a:xfrm>
            <a:off x="6675120" y="6080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Cusma Fait   ·   University of Trieste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23542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A9CCBA3-7541-70C1-DCD6-E444712154D7}"/>
              </a:ext>
            </a:extLst>
          </p:cNvPr>
          <p:cNvSpPr/>
          <p:nvPr/>
        </p:nvSpPr>
        <p:spPr>
          <a:xfrm>
            <a:off x="502920" y="51206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800" dirty="0">
                <a:solidFill>
                  <a:srgbClr val="0E1B2C"/>
                </a:solidFill>
                <a:latin typeface="Georgia" pitchFamily="34" charset="0"/>
              </a:rPr>
              <a:t>S</a:t>
            </a:r>
            <a:r>
              <a:rPr lang="en-US" sz="2800" dirty="0" err="1">
                <a:solidFill>
                  <a:srgbClr val="0E1B2C"/>
                </a:solidFill>
                <a:latin typeface="Georgia" pitchFamily="34" charset="0"/>
              </a:rPr>
              <a:t>ome</a:t>
            </a:r>
            <a:r>
              <a:rPr lang="en-US" sz="2800" dirty="0">
                <a:solidFill>
                  <a:srgbClr val="0E1B2C"/>
                </a:solidFill>
                <a:latin typeface="Georgia" pitchFamily="34" charset="0"/>
              </a:rPr>
              <a:t> more slides…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E123FB-5D44-5B17-49C1-9CB7E76A1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942"/>
            <a:ext cx="6748758" cy="3703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E8C672-FA4D-3C70-66B1-617BF75CC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042" y="3574483"/>
            <a:ext cx="2879194" cy="261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68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CONSTRAINT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Specialization must preserve search speed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 MHz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359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frequency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0" y="162763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 KB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80560" y="2359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RAM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92440" y="14630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92440" y="162763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512 KB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75320" y="2359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flash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6903720" cy="2788920"/>
          </a:xfrm>
          <a:prstGeom prst="roundRect">
            <a:avLst>
              <a:gd name="adj" fmla="val 2623"/>
            </a:avLst>
          </a:prstGeom>
          <a:solidFill>
            <a:srgbClr val="FCFAF6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6446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Alpha–beta search calls the evaluator over and over. A slower network can cost a ply of search, which often matters more than a small gain in the value itself.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983480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Wio Terminal, ARM Cortex-M4.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89520" y="3246120"/>
            <a:ext cx="4096512" cy="2788920"/>
          </a:xfrm>
          <a:prstGeom prst="roundRect">
            <a:avLst>
              <a:gd name="adj" fmla="val 2623"/>
            </a:avLst>
          </a:prstGeom>
          <a:solidFill>
            <a:srgbClr val="0E1B2C"/>
          </a:solidFill>
          <a:ln w="12700">
            <a:solidFill>
              <a:srgbClr val="E3D9C8"/>
            </a:solidFill>
            <a:prstDash val="solid"/>
          </a:ln>
          <a:effectLst>
            <a:outerShdw blurRad="127000" dist="25400" dir="8100000" algn="bl" rotWithShape="0">
              <a:srgbClr val="1A140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18120" y="345643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20" dirty="0">
                <a:solidFill>
                  <a:srgbClr val="E7D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18120" y="3886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specialization improve the prediction inside this budget?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C2B6"/>
          </a:solidFill>
          <a:ln w="12700">
            <a:solidFill>
              <a:srgbClr val="C9C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specifications, not measured deployment.  Thesis §4.8.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95560" y="644652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50A556FB-693B-428C-4C41-7A7C45397C72}"/>
              </a:ext>
            </a:extLst>
          </p:cNvPr>
          <p:cNvGrpSpPr/>
          <p:nvPr/>
        </p:nvGrpSpPr>
        <p:grpSpPr>
          <a:xfrm>
            <a:off x="6215667" y="1165614"/>
            <a:ext cx="4982641" cy="4526771"/>
            <a:chOff x="6096000" y="1010204"/>
            <a:chExt cx="4982641" cy="452677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9F8725D-979A-64FA-9C89-A323C9E79B03}"/>
                </a:ext>
              </a:extLst>
            </p:cNvPr>
            <p:cNvGrpSpPr/>
            <p:nvPr/>
          </p:nvGrpSpPr>
          <p:grpSpPr>
            <a:xfrm>
              <a:off x="6096000" y="1321025"/>
              <a:ext cx="4982641" cy="4215950"/>
              <a:chOff x="2387150" y="1278542"/>
              <a:chExt cx="4982641" cy="421595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A4F4277-79B8-D2A1-D4EE-F17BB13C80F7}"/>
                  </a:ext>
                </a:extLst>
              </p:cNvPr>
              <p:cNvSpPr/>
              <p:nvPr/>
            </p:nvSpPr>
            <p:spPr>
              <a:xfrm>
                <a:off x="2387150" y="1278542"/>
                <a:ext cx="4982641" cy="4215950"/>
              </a:xfrm>
              <a:prstGeom prst="rect">
                <a:avLst/>
              </a:prstGeom>
              <a:solidFill>
                <a:srgbClr val="F4EFE6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Free-form: Shape 2">
                <a:extLst>
                  <a:ext uri="{FF2B5EF4-FFF2-40B4-BE49-F238E27FC236}">
                    <a16:creationId xmlns:a16="http://schemas.microsoft.com/office/drawing/2014/main" id="{5F5BD84E-73B9-5703-A068-03993BC204D4}"/>
                  </a:ext>
                </a:extLst>
              </p:cNvPr>
              <p:cNvSpPr/>
              <p:nvPr/>
            </p:nvSpPr>
            <p:spPr>
              <a:xfrm>
                <a:off x="2483892" y="1349860"/>
                <a:ext cx="2968388" cy="2149522"/>
              </a:xfrm>
              <a:custGeom>
                <a:avLst/>
                <a:gdLst>
                  <a:gd name="csX0" fmla="*/ 0 w 2968388"/>
                  <a:gd name="csY0" fmla="*/ 0 h 2149522"/>
                  <a:gd name="csX1" fmla="*/ 20472 w 2968388"/>
                  <a:gd name="csY1" fmla="*/ 2149522 h 2149522"/>
                  <a:gd name="csX2" fmla="*/ 2135875 w 2968388"/>
                  <a:gd name="csY2" fmla="*/ 1351128 h 2149522"/>
                  <a:gd name="csX3" fmla="*/ 2968388 w 2968388"/>
                  <a:gd name="csY3" fmla="*/ 27295 h 2149522"/>
                  <a:gd name="csX4" fmla="*/ 0 w 2968388"/>
                  <a:gd name="csY4" fmla="*/ 0 h 21495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968388" h="2149522">
                    <a:moveTo>
                      <a:pt x="0" y="0"/>
                    </a:moveTo>
                    <a:lnTo>
                      <a:pt x="20472" y="2149522"/>
                    </a:lnTo>
                    <a:lnTo>
                      <a:pt x="2135875" y="1351128"/>
                    </a:lnTo>
                    <a:lnTo>
                      <a:pt x="2968388" y="27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A000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Free-form: Shape 4">
                <a:extLst>
                  <a:ext uri="{FF2B5EF4-FFF2-40B4-BE49-F238E27FC236}">
                    <a16:creationId xmlns:a16="http://schemas.microsoft.com/office/drawing/2014/main" id="{B5EF8B27-DB51-FA5F-0E3C-14AAF70438F6}"/>
                  </a:ext>
                </a:extLst>
              </p:cNvPr>
              <p:cNvSpPr/>
              <p:nvPr/>
            </p:nvSpPr>
            <p:spPr>
              <a:xfrm>
                <a:off x="2511188" y="2859206"/>
                <a:ext cx="2415654" cy="2497541"/>
              </a:xfrm>
              <a:custGeom>
                <a:avLst/>
                <a:gdLst>
                  <a:gd name="csX0" fmla="*/ 0 w 2415654"/>
                  <a:gd name="csY0" fmla="*/ 784747 h 2497541"/>
                  <a:gd name="csX1" fmla="*/ 13648 w 2415654"/>
                  <a:gd name="csY1" fmla="*/ 2497541 h 2497541"/>
                  <a:gd name="csX2" fmla="*/ 2415654 w 2415654"/>
                  <a:gd name="csY2" fmla="*/ 2483893 h 2497541"/>
                  <a:gd name="csX3" fmla="*/ 2163170 w 2415654"/>
                  <a:gd name="csY3" fmla="*/ 0 h 2497541"/>
                  <a:gd name="csX4" fmla="*/ 0 w 2415654"/>
                  <a:gd name="csY4" fmla="*/ 784747 h 2497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15654" h="2497541">
                    <a:moveTo>
                      <a:pt x="0" y="784747"/>
                    </a:moveTo>
                    <a:lnTo>
                      <a:pt x="13648" y="2497541"/>
                    </a:lnTo>
                    <a:lnTo>
                      <a:pt x="2415654" y="2483893"/>
                    </a:lnTo>
                    <a:lnTo>
                      <a:pt x="2163170" y="0"/>
                    </a:lnTo>
                    <a:lnTo>
                      <a:pt x="0" y="784747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-form: Shape 8">
                <a:extLst>
                  <a:ext uri="{FF2B5EF4-FFF2-40B4-BE49-F238E27FC236}">
                    <a16:creationId xmlns:a16="http://schemas.microsoft.com/office/drawing/2014/main" id="{5C563DB0-8325-884D-DEE1-A30C607AE0D7}"/>
                  </a:ext>
                </a:extLst>
              </p:cNvPr>
              <p:cNvSpPr/>
              <p:nvPr/>
            </p:nvSpPr>
            <p:spPr>
              <a:xfrm>
                <a:off x="4794033" y="1349860"/>
                <a:ext cx="2464303" cy="1733266"/>
              </a:xfrm>
              <a:custGeom>
                <a:avLst/>
                <a:gdLst>
                  <a:gd name="csX0" fmla="*/ 2456597 w 2464303"/>
                  <a:gd name="csY0" fmla="*/ 1733266 h 1733266"/>
                  <a:gd name="csX1" fmla="*/ 2456597 w 2464303"/>
                  <a:gd name="csY1" fmla="*/ 1733266 h 1733266"/>
                  <a:gd name="csX2" fmla="*/ 2463421 w 2464303"/>
                  <a:gd name="csY2" fmla="*/ 1248770 h 1733266"/>
                  <a:gd name="csX3" fmla="*/ 2436125 w 2464303"/>
                  <a:gd name="csY3" fmla="*/ 798394 h 1733266"/>
                  <a:gd name="csX4" fmla="*/ 2429302 w 2464303"/>
                  <a:gd name="csY4" fmla="*/ 668740 h 1733266"/>
                  <a:gd name="csX5" fmla="*/ 2436125 w 2464303"/>
                  <a:gd name="csY5" fmla="*/ 429904 h 1733266"/>
                  <a:gd name="csX6" fmla="*/ 2449773 w 2464303"/>
                  <a:gd name="csY6" fmla="*/ 252484 h 1733266"/>
                  <a:gd name="csX7" fmla="*/ 2456597 w 2464303"/>
                  <a:gd name="csY7" fmla="*/ 136478 h 1733266"/>
                  <a:gd name="csX8" fmla="*/ 2463421 w 2464303"/>
                  <a:gd name="csY8" fmla="*/ 40943 h 1733266"/>
                  <a:gd name="csX9" fmla="*/ 2463421 w 2464303"/>
                  <a:gd name="csY9" fmla="*/ 0 h 1733266"/>
                  <a:gd name="csX10" fmla="*/ 798394 w 2464303"/>
                  <a:gd name="csY10" fmla="*/ 40943 h 1733266"/>
                  <a:gd name="csX11" fmla="*/ 0 w 2464303"/>
                  <a:gd name="csY11" fmla="*/ 1310185 h 1733266"/>
                  <a:gd name="csX12" fmla="*/ 2456597 w 2464303"/>
                  <a:gd name="csY12" fmla="*/ 1733266 h 17332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464303" h="1733266">
                    <a:moveTo>
                      <a:pt x="2456597" y="1733266"/>
                    </a:moveTo>
                    <a:lnTo>
                      <a:pt x="2456597" y="1733266"/>
                    </a:lnTo>
                    <a:cubicBezTo>
                      <a:pt x="2458872" y="1571767"/>
                      <a:pt x="2466957" y="1410246"/>
                      <a:pt x="2463421" y="1248770"/>
                    </a:cubicBezTo>
                    <a:cubicBezTo>
                      <a:pt x="2460128" y="1098405"/>
                      <a:pt x="2444957" y="948535"/>
                      <a:pt x="2436125" y="798394"/>
                    </a:cubicBezTo>
                    <a:cubicBezTo>
                      <a:pt x="2433584" y="755191"/>
                      <a:pt x="2431576" y="711958"/>
                      <a:pt x="2429302" y="668740"/>
                    </a:cubicBezTo>
                    <a:cubicBezTo>
                      <a:pt x="2431576" y="589128"/>
                      <a:pt x="2432213" y="509452"/>
                      <a:pt x="2436125" y="429904"/>
                    </a:cubicBezTo>
                    <a:cubicBezTo>
                      <a:pt x="2439039" y="370661"/>
                      <a:pt x="2445645" y="311655"/>
                      <a:pt x="2449773" y="252484"/>
                    </a:cubicBezTo>
                    <a:cubicBezTo>
                      <a:pt x="2452469" y="213842"/>
                      <a:pt x="2453241" y="175068"/>
                      <a:pt x="2456597" y="136478"/>
                    </a:cubicBezTo>
                    <a:cubicBezTo>
                      <a:pt x="2466413" y="23600"/>
                      <a:pt x="2463421" y="180369"/>
                      <a:pt x="2463421" y="40943"/>
                    </a:cubicBezTo>
                    <a:lnTo>
                      <a:pt x="2463421" y="0"/>
                    </a:lnTo>
                    <a:lnTo>
                      <a:pt x="798394" y="40943"/>
                    </a:lnTo>
                    <a:lnTo>
                      <a:pt x="0" y="1310185"/>
                    </a:lnTo>
                    <a:lnTo>
                      <a:pt x="2456597" y="1733266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-form: Shape 11">
                <a:extLst>
                  <a:ext uri="{FF2B5EF4-FFF2-40B4-BE49-F238E27FC236}">
                    <a16:creationId xmlns:a16="http://schemas.microsoft.com/office/drawing/2014/main" id="{91E6CEC1-522B-92C4-9A17-89570B49DBB9}"/>
                  </a:ext>
                </a:extLst>
              </p:cNvPr>
              <p:cNvSpPr/>
              <p:nvPr/>
            </p:nvSpPr>
            <p:spPr>
              <a:xfrm>
                <a:off x="4831307" y="2845559"/>
                <a:ext cx="2402006" cy="2545308"/>
              </a:xfrm>
              <a:custGeom>
                <a:avLst/>
                <a:gdLst>
                  <a:gd name="csX0" fmla="*/ 272956 w 2402006"/>
                  <a:gd name="csY0" fmla="*/ 2504364 h 2545308"/>
                  <a:gd name="csX1" fmla="*/ 2388359 w 2402006"/>
                  <a:gd name="csY1" fmla="*/ 2545308 h 2545308"/>
                  <a:gd name="csX2" fmla="*/ 2402006 w 2402006"/>
                  <a:gd name="csY2" fmla="*/ 423081 h 2545308"/>
                  <a:gd name="csX3" fmla="*/ 0 w 2402006"/>
                  <a:gd name="csY3" fmla="*/ 0 h 2545308"/>
                  <a:gd name="csX4" fmla="*/ 272956 w 2402006"/>
                  <a:gd name="csY4" fmla="*/ 2504364 h 25453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02006" h="2545308">
                    <a:moveTo>
                      <a:pt x="272956" y="2504364"/>
                    </a:moveTo>
                    <a:lnTo>
                      <a:pt x="2388359" y="2545308"/>
                    </a:lnTo>
                    <a:lnTo>
                      <a:pt x="2402006" y="423081"/>
                    </a:lnTo>
                    <a:lnTo>
                      <a:pt x="0" y="0"/>
                    </a:lnTo>
                    <a:lnTo>
                      <a:pt x="272956" y="2504364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CB50662-6A4C-9958-2912-24AA875B0E07}"/>
                </a:ext>
              </a:extLst>
            </p:cNvPr>
            <p:cNvCxnSpPr/>
            <p:nvPr/>
          </p:nvCxnSpPr>
          <p:spPr>
            <a:xfrm flipV="1">
              <a:off x="7427865" y="1010204"/>
              <a:ext cx="893175" cy="1173480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77AB3E2-11F6-28A5-57F9-572094CCEE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9125" y="1010204"/>
              <a:ext cx="352155" cy="1139363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1CA8A2A-FB0D-46C2-9470-F793E4A9D416}"/>
                </a:ext>
              </a:extLst>
            </p:cNvPr>
            <p:cNvCxnSpPr>
              <a:cxnSpLocks/>
            </p:cNvCxnSpPr>
            <p:nvPr/>
          </p:nvCxnSpPr>
          <p:spPr>
            <a:xfrm>
              <a:off x="7364169" y="4470547"/>
              <a:ext cx="447993" cy="680573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3E20D84-500C-866B-E0DE-F8CDD18AD90C}"/>
                </a:ext>
              </a:extLst>
            </p:cNvPr>
            <p:cNvCxnSpPr>
              <a:cxnSpLocks/>
            </p:cNvCxnSpPr>
            <p:nvPr/>
          </p:nvCxnSpPr>
          <p:spPr>
            <a:xfrm>
              <a:off x="9665128" y="4130260"/>
              <a:ext cx="69906" cy="1020860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 1">
            <a:extLst>
              <a:ext uri="{FF2B5EF4-FFF2-40B4-BE49-F238E27FC236}">
                <a16:creationId xmlns:a16="http://schemas.microsoft.com/office/drawing/2014/main" id="{C0617D27-9F00-FB9A-F71A-898723079B22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KITSUNE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935242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27009-F7E8-0B41-6510-E5A15AC3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45C66B5-4387-A946-8D09-249A1E314527}"/>
              </a:ext>
            </a:extLst>
          </p:cNvPr>
          <p:cNvGrpSpPr/>
          <p:nvPr/>
        </p:nvGrpSpPr>
        <p:grpSpPr>
          <a:xfrm>
            <a:off x="6215667" y="1165614"/>
            <a:ext cx="4982641" cy="4526771"/>
            <a:chOff x="6096000" y="1010204"/>
            <a:chExt cx="4982641" cy="452677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91AC1B3-7D12-9177-8F84-4AE432620719}"/>
                </a:ext>
              </a:extLst>
            </p:cNvPr>
            <p:cNvGrpSpPr/>
            <p:nvPr/>
          </p:nvGrpSpPr>
          <p:grpSpPr>
            <a:xfrm>
              <a:off x="6096000" y="1321025"/>
              <a:ext cx="4982641" cy="4215950"/>
              <a:chOff x="2387150" y="1278542"/>
              <a:chExt cx="4982641" cy="421595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978DA86-8BCF-0ABF-1EC3-39F98E027402}"/>
                  </a:ext>
                </a:extLst>
              </p:cNvPr>
              <p:cNvSpPr/>
              <p:nvPr/>
            </p:nvSpPr>
            <p:spPr>
              <a:xfrm>
                <a:off x="2387150" y="1278542"/>
                <a:ext cx="4982641" cy="4215950"/>
              </a:xfrm>
              <a:prstGeom prst="rect">
                <a:avLst/>
              </a:prstGeom>
              <a:solidFill>
                <a:srgbClr val="F4EFE6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Free-form: Shape 2">
                <a:extLst>
                  <a:ext uri="{FF2B5EF4-FFF2-40B4-BE49-F238E27FC236}">
                    <a16:creationId xmlns:a16="http://schemas.microsoft.com/office/drawing/2014/main" id="{65E4F812-A58F-8A6C-427C-EA932065F70B}"/>
                  </a:ext>
                </a:extLst>
              </p:cNvPr>
              <p:cNvSpPr/>
              <p:nvPr/>
            </p:nvSpPr>
            <p:spPr>
              <a:xfrm>
                <a:off x="2483892" y="1349860"/>
                <a:ext cx="2968388" cy="2149522"/>
              </a:xfrm>
              <a:custGeom>
                <a:avLst/>
                <a:gdLst>
                  <a:gd name="csX0" fmla="*/ 0 w 2968388"/>
                  <a:gd name="csY0" fmla="*/ 0 h 2149522"/>
                  <a:gd name="csX1" fmla="*/ 20472 w 2968388"/>
                  <a:gd name="csY1" fmla="*/ 2149522 h 2149522"/>
                  <a:gd name="csX2" fmla="*/ 2135875 w 2968388"/>
                  <a:gd name="csY2" fmla="*/ 1351128 h 2149522"/>
                  <a:gd name="csX3" fmla="*/ 2968388 w 2968388"/>
                  <a:gd name="csY3" fmla="*/ 27295 h 2149522"/>
                  <a:gd name="csX4" fmla="*/ 0 w 2968388"/>
                  <a:gd name="csY4" fmla="*/ 0 h 21495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968388" h="2149522">
                    <a:moveTo>
                      <a:pt x="0" y="0"/>
                    </a:moveTo>
                    <a:lnTo>
                      <a:pt x="20472" y="2149522"/>
                    </a:lnTo>
                    <a:lnTo>
                      <a:pt x="2135875" y="1351128"/>
                    </a:lnTo>
                    <a:lnTo>
                      <a:pt x="2968388" y="27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480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Free-form: Shape 4">
                <a:extLst>
                  <a:ext uri="{FF2B5EF4-FFF2-40B4-BE49-F238E27FC236}">
                    <a16:creationId xmlns:a16="http://schemas.microsoft.com/office/drawing/2014/main" id="{53703595-2835-C56B-D29D-BFC5CBF7713F}"/>
                  </a:ext>
                </a:extLst>
              </p:cNvPr>
              <p:cNvSpPr/>
              <p:nvPr/>
            </p:nvSpPr>
            <p:spPr>
              <a:xfrm>
                <a:off x="2511188" y="2859206"/>
                <a:ext cx="2415654" cy="2497541"/>
              </a:xfrm>
              <a:custGeom>
                <a:avLst/>
                <a:gdLst>
                  <a:gd name="csX0" fmla="*/ 0 w 2415654"/>
                  <a:gd name="csY0" fmla="*/ 784747 h 2497541"/>
                  <a:gd name="csX1" fmla="*/ 13648 w 2415654"/>
                  <a:gd name="csY1" fmla="*/ 2497541 h 2497541"/>
                  <a:gd name="csX2" fmla="*/ 2415654 w 2415654"/>
                  <a:gd name="csY2" fmla="*/ 2483893 h 2497541"/>
                  <a:gd name="csX3" fmla="*/ 2163170 w 2415654"/>
                  <a:gd name="csY3" fmla="*/ 0 h 2497541"/>
                  <a:gd name="csX4" fmla="*/ 0 w 2415654"/>
                  <a:gd name="csY4" fmla="*/ 784747 h 2497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15654" h="2497541">
                    <a:moveTo>
                      <a:pt x="0" y="784747"/>
                    </a:moveTo>
                    <a:lnTo>
                      <a:pt x="13648" y="2497541"/>
                    </a:lnTo>
                    <a:lnTo>
                      <a:pt x="2415654" y="2483893"/>
                    </a:lnTo>
                    <a:lnTo>
                      <a:pt x="2163170" y="0"/>
                    </a:lnTo>
                    <a:lnTo>
                      <a:pt x="0" y="784747"/>
                    </a:lnTo>
                    <a:close/>
                  </a:path>
                </a:pathLst>
              </a:custGeom>
              <a:solidFill>
                <a:srgbClr val="007E5A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-form: Shape 8">
                <a:extLst>
                  <a:ext uri="{FF2B5EF4-FFF2-40B4-BE49-F238E27FC236}">
                    <a16:creationId xmlns:a16="http://schemas.microsoft.com/office/drawing/2014/main" id="{216B9C8E-1827-8826-A599-4A8089A2139F}"/>
                  </a:ext>
                </a:extLst>
              </p:cNvPr>
              <p:cNvSpPr/>
              <p:nvPr/>
            </p:nvSpPr>
            <p:spPr>
              <a:xfrm>
                <a:off x="4794033" y="1349860"/>
                <a:ext cx="2464303" cy="1733266"/>
              </a:xfrm>
              <a:custGeom>
                <a:avLst/>
                <a:gdLst>
                  <a:gd name="csX0" fmla="*/ 2456597 w 2464303"/>
                  <a:gd name="csY0" fmla="*/ 1733266 h 1733266"/>
                  <a:gd name="csX1" fmla="*/ 2456597 w 2464303"/>
                  <a:gd name="csY1" fmla="*/ 1733266 h 1733266"/>
                  <a:gd name="csX2" fmla="*/ 2463421 w 2464303"/>
                  <a:gd name="csY2" fmla="*/ 1248770 h 1733266"/>
                  <a:gd name="csX3" fmla="*/ 2436125 w 2464303"/>
                  <a:gd name="csY3" fmla="*/ 798394 h 1733266"/>
                  <a:gd name="csX4" fmla="*/ 2429302 w 2464303"/>
                  <a:gd name="csY4" fmla="*/ 668740 h 1733266"/>
                  <a:gd name="csX5" fmla="*/ 2436125 w 2464303"/>
                  <a:gd name="csY5" fmla="*/ 429904 h 1733266"/>
                  <a:gd name="csX6" fmla="*/ 2449773 w 2464303"/>
                  <a:gd name="csY6" fmla="*/ 252484 h 1733266"/>
                  <a:gd name="csX7" fmla="*/ 2456597 w 2464303"/>
                  <a:gd name="csY7" fmla="*/ 136478 h 1733266"/>
                  <a:gd name="csX8" fmla="*/ 2463421 w 2464303"/>
                  <a:gd name="csY8" fmla="*/ 40943 h 1733266"/>
                  <a:gd name="csX9" fmla="*/ 2463421 w 2464303"/>
                  <a:gd name="csY9" fmla="*/ 0 h 1733266"/>
                  <a:gd name="csX10" fmla="*/ 798394 w 2464303"/>
                  <a:gd name="csY10" fmla="*/ 40943 h 1733266"/>
                  <a:gd name="csX11" fmla="*/ 0 w 2464303"/>
                  <a:gd name="csY11" fmla="*/ 1310185 h 1733266"/>
                  <a:gd name="csX12" fmla="*/ 2456597 w 2464303"/>
                  <a:gd name="csY12" fmla="*/ 1733266 h 17332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464303" h="1733266">
                    <a:moveTo>
                      <a:pt x="2456597" y="1733266"/>
                    </a:moveTo>
                    <a:lnTo>
                      <a:pt x="2456597" y="1733266"/>
                    </a:lnTo>
                    <a:cubicBezTo>
                      <a:pt x="2458872" y="1571767"/>
                      <a:pt x="2466957" y="1410246"/>
                      <a:pt x="2463421" y="1248770"/>
                    </a:cubicBezTo>
                    <a:cubicBezTo>
                      <a:pt x="2460128" y="1098405"/>
                      <a:pt x="2444957" y="948535"/>
                      <a:pt x="2436125" y="798394"/>
                    </a:cubicBezTo>
                    <a:cubicBezTo>
                      <a:pt x="2433584" y="755191"/>
                      <a:pt x="2431576" y="711958"/>
                      <a:pt x="2429302" y="668740"/>
                    </a:cubicBezTo>
                    <a:cubicBezTo>
                      <a:pt x="2431576" y="589128"/>
                      <a:pt x="2432213" y="509452"/>
                      <a:pt x="2436125" y="429904"/>
                    </a:cubicBezTo>
                    <a:cubicBezTo>
                      <a:pt x="2439039" y="370661"/>
                      <a:pt x="2445645" y="311655"/>
                      <a:pt x="2449773" y="252484"/>
                    </a:cubicBezTo>
                    <a:cubicBezTo>
                      <a:pt x="2452469" y="213842"/>
                      <a:pt x="2453241" y="175068"/>
                      <a:pt x="2456597" y="136478"/>
                    </a:cubicBezTo>
                    <a:cubicBezTo>
                      <a:pt x="2466413" y="23600"/>
                      <a:pt x="2463421" y="180369"/>
                      <a:pt x="2463421" y="40943"/>
                    </a:cubicBezTo>
                    <a:lnTo>
                      <a:pt x="2463421" y="0"/>
                    </a:lnTo>
                    <a:lnTo>
                      <a:pt x="798394" y="40943"/>
                    </a:lnTo>
                    <a:lnTo>
                      <a:pt x="0" y="1310185"/>
                    </a:lnTo>
                    <a:lnTo>
                      <a:pt x="2456597" y="1733266"/>
                    </a:lnTo>
                    <a:close/>
                  </a:path>
                </a:pathLst>
              </a:custGeom>
              <a:solidFill>
                <a:srgbClr val="EA4800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-form: Shape 11">
                <a:extLst>
                  <a:ext uri="{FF2B5EF4-FFF2-40B4-BE49-F238E27FC236}">
                    <a16:creationId xmlns:a16="http://schemas.microsoft.com/office/drawing/2014/main" id="{3F9E36E4-DE4A-6882-510B-F5DE36B3B228}"/>
                  </a:ext>
                </a:extLst>
              </p:cNvPr>
              <p:cNvSpPr/>
              <p:nvPr/>
            </p:nvSpPr>
            <p:spPr>
              <a:xfrm>
                <a:off x="4831307" y="2845559"/>
                <a:ext cx="2402006" cy="2545308"/>
              </a:xfrm>
              <a:custGeom>
                <a:avLst/>
                <a:gdLst>
                  <a:gd name="csX0" fmla="*/ 272956 w 2402006"/>
                  <a:gd name="csY0" fmla="*/ 2504364 h 2545308"/>
                  <a:gd name="csX1" fmla="*/ 2388359 w 2402006"/>
                  <a:gd name="csY1" fmla="*/ 2545308 h 2545308"/>
                  <a:gd name="csX2" fmla="*/ 2402006 w 2402006"/>
                  <a:gd name="csY2" fmla="*/ 423081 h 2545308"/>
                  <a:gd name="csX3" fmla="*/ 0 w 2402006"/>
                  <a:gd name="csY3" fmla="*/ 0 h 2545308"/>
                  <a:gd name="csX4" fmla="*/ 272956 w 2402006"/>
                  <a:gd name="csY4" fmla="*/ 2504364 h 25453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02006" h="2545308">
                    <a:moveTo>
                      <a:pt x="272956" y="2504364"/>
                    </a:moveTo>
                    <a:lnTo>
                      <a:pt x="2388359" y="2545308"/>
                    </a:lnTo>
                    <a:lnTo>
                      <a:pt x="2402006" y="423081"/>
                    </a:lnTo>
                    <a:lnTo>
                      <a:pt x="0" y="0"/>
                    </a:lnTo>
                    <a:lnTo>
                      <a:pt x="272956" y="2504364"/>
                    </a:lnTo>
                    <a:close/>
                  </a:path>
                </a:pathLst>
              </a:custGeom>
              <a:solidFill>
                <a:srgbClr val="007E5A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E277C68-0CDA-400D-B1EF-3BA6C27C2933}"/>
                </a:ext>
              </a:extLst>
            </p:cNvPr>
            <p:cNvCxnSpPr/>
            <p:nvPr/>
          </p:nvCxnSpPr>
          <p:spPr>
            <a:xfrm flipV="1">
              <a:off x="7427865" y="1010204"/>
              <a:ext cx="893175" cy="1173480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F1BC9F0-682B-BE5E-E31C-9FCC4C43F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9125" y="1010204"/>
              <a:ext cx="352155" cy="1139363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D57C64C-88C8-AC2C-3DAD-6F54FA30EE07}"/>
                </a:ext>
              </a:extLst>
            </p:cNvPr>
            <p:cNvCxnSpPr>
              <a:cxnSpLocks/>
            </p:cNvCxnSpPr>
            <p:nvPr/>
          </p:nvCxnSpPr>
          <p:spPr>
            <a:xfrm>
              <a:off x="7364169" y="4470547"/>
              <a:ext cx="447993" cy="680573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D097FCF-653F-72C3-1234-D2B25FCAA6B2}"/>
                </a:ext>
              </a:extLst>
            </p:cNvPr>
            <p:cNvCxnSpPr>
              <a:cxnSpLocks/>
            </p:cNvCxnSpPr>
            <p:nvPr/>
          </p:nvCxnSpPr>
          <p:spPr>
            <a:xfrm>
              <a:off x="9665128" y="4130260"/>
              <a:ext cx="69906" cy="1020860"/>
            </a:xfrm>
            <a:prstGeom prst="straightConnector1">
              <a:avLst/>
            </a:prstGeom>
            <a:ln w="38100">
              <a:solidFill>
                <a:srgbClr val="13141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 1">
            <a:extLst>
              <a:ext uri="{FF2B5EF4-FFF2-40B4-BE49-F238E27FC236}">
                <a16:creationId xmlns:a16="http://schemas.microsoft.com/office/drawing/2014/main" id="{9CB63070-DA4B-399B-6EA4-8728C664C602}"/>
              </a:ext>
            </a:extLst>
          </p:cNvPr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E1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KITSUNE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1845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1392</Words>
  <Application>Microsoft Office PowerPoint</Application>
  <PresentationFormat>Widescreen</PresentationFormat>
  <Paragraphs>298</Paragraphs>
  <Slides>27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Avenir Next LT Pro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State Bucketing for Mixture-of-Experts in Resource-Constrained Chess Engines</dc:title>
  <dc:subject>MSc thesis defense, University of Trieste</dc:subject>
  <dc:creator>Omar Cusma Fait</dc:creator>
  <cp:lastModifiedBy>Omar Cusma Fait</cp:lastModifiedBy>
  <cp:revision>7</cp:revision>
  <dcterms:created xsi:type="dcterms:W3CDTF">2026-10-15T09:13:02Z</dcterms:created>
  <dcterms:modified xsi:type="dcterms:W3CDTF">2026-10-18T19:39:11Z</dcterms:modified>
</cp:coreProperties>
</file>